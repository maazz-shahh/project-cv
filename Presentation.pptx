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  <p:sldMasterId id="2147483670" r:id="rId2"/>
    <p:sldMasterId id="2147483678" r:id="rId3"/>
  </p:sldMasterIdLst>
  <p:notesMasterIdLst>
    <p:notesMasterId r:id="rId11"/>
  </p:notesMasterIdLst>
  <p:sldIdLst>
    <p:sldId id="1736" r:id="rId4"/>
    <p:sldId id="1730" r:id="rId5"/>
    <p:sldId id="1991" r:id="rId6"/>
    <p:sldId id="1792" r:id="rId7"/>
    <p:sldId id="1791" r:id="rId8"/>
    <p:sldId id="1793" r:id="rId9"/>
    <p:sldId id="172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D309BD-942C-4405-AE82-39A1E450C973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031C75-018B-46EE-8D5A-8C1DC8BEB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85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9130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891C536-C71D-43CE-BF4D-B9B329D1B4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47470" y="2745873"/>
            <a:ext cx="955706" cy="955830"/>
          </a:xfrm>
          <a:custGeom>
            <a:avLst/>
            <a:gdLst>
              <a:gd name="connsiteX0" fmla="*/ 955830 w 1911660"/>
              <a:gd name="connsiteY0" fmla="*/ 0 h 1911660"/>
              <a:gd name="connsiteX1" fmla="*/ 1911660 w 1911660"/>
              <a:gd name="connsiteY1" fmla="*/ 955830 h 1911660"/>
              <a:gd name="connsiteX2" fmla="*/ 955830 w 1911660"/>
              <a:gd name="connsiteY2" fmla="*/ 1911660 h 1911660"/>
              <a:gd name="connsiteX3" fmla="*/ 0 w 1911660"/>
              <a:gd name="connsiteY3" fmla="*/ 955830 h 1911660"/>
              <a:gd name="connsiteX4" fmla="*/ 955830 w 1911660"/>
              <a:gd name="connsiteY4" fmla="*/ 0 h 191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660" h="1911660">
                <a:moveTo>
                  <a:pt x="955830" y="0"/>
                </a:moveTo>
                <a:cubicBezTo>
                  <a:pt x="1483720" y="0"/>
                  <a:pt x="1911660" y="427940"/>
                  <a:pt x="1911660" y="955830"/>
                </a:cubicBezTo>
                <a:cubicBezTo>
                  <a:pt x="1911660" y="1483720"/>
                  <a:pt x="1483720" y="1911660"/>
                  <a:pt x="955830" y="1911660"/>
                </a:cubicBezTo>
                <a:cubicBezTo>
                  <a:pt x="427940" y="1911660"/>
                  <a:pt x="0" y="1483720"/>
                  <a:pt x="0" y="955830"/>
                </a:cubicBezTo>
                <a:cubicBezTo>
                  <a:pt x="0" y="427940"/>
                  <a:pt x="427940" y="0"/>
                  <a:pt x="95583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EB235DB-2D95-4CB0-8307-58A1C658388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382809" y="2745873"/>
            <a:ext cx="955706" cy="955830"/>
          </a:xfrm>
          <a:custGeom>
            <a:avLst/>
            <a:gdLst>
              <a:gd name="connsiteX0" fmla="*/ 955830 w 1911660"/>
              <a:gd name="connsiteY0" fmla="*/ 0 h 1911660"/>
              <a:gd name="connsiteX1" fmla="*/ 1911660 w 1911660"/>
              <a:gd name="connsiteY1" fmla="*/ 955830 h 1911660"/>
              <a:gd name="connsiteX2" fmla="*/ 955830 w 1911660"/>
              <a:gd name="connsiteY2" fmla="*/ 1911660 h 1911660"/>
              <a:gd name="connsiteX3" fmla="*/ 0 w 1911660"/>
              <a:gd name="connsiteY3" fmla="*/ 955830 h 1911660"/>
              <a:gd name="connsiteX4" fmla="*/ 955830 w 1911660"/>
              <a:gd name="connsiteY4" fmla="*/ 0 h 191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660" h="1911660">
                <a:moveTo>
                  <a:pt x="955830" y="0"/>
                </a:moveTo>
                <a:cubicBezTo>
                  <a:pt x="1483720" y="0"/>
                  <a:pt x="1911660" y="427940"/>
                  <a:pt x="1911660" y="955830"/>
                </a:cubicBezTo>
                <a:cubicBezTo>
                  <a:pt x="1911660" y="1483720"/>
                  <a:pt x="1483720" y="1911660"/>
                  <a:pt x="955830" y="1911660"/>
                </a:cubicBezTo>
                <a:cubicBezTo>
                  <a:pt x="427940" y="1911660"/>
                  <a:pt x="0" y="1483720"/>
                  <a:pt x="0" y="955830"/>
                </a:cubicBezTo>
                <a:cubicBezTo>
                  <a:pt x="0" y="427940"/>
                  <a:pt x="427940" y="0"/>
                  <a:pt x="95583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228DFF4-14CD-4364-BC23-932EEA85A15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618147" y="2745873"/>
            <a:ext cx="955706" cy="955830"/>
          </a:xfrm>
          <a:custGeom>
            <a:avLst/>
            <a:gdLst>
              <a:gd name="connsiteX0" fmla="*/ 955830 w 1911660"/>
              <a:gd name="connsiteY0" fmla="*/ 0 h 1911660"/>
              <a:gd name="connsiteX1" fmla="*/ 1911660 w 1911660"/>
              <a:gd name="connsiteY1" fmla="*/ 955830 h 1911660"/>
              <a:gd name="connsiteX2" fmla="*/ 955830 w 1911660"/>
              <a:gd name="connsiteY2" fmla="*/ 1911660 h 1911660"/>
              <a:gd name="connsiteX3" fmla="*/ 0 w 1911660"/>
              <a:gd name="connsiteY3" fmla="*/ 955830 h 1911660"/>
              <a:gd name="connsiteX4" fmla="*/ 955830 w 1911660"/>
              <a:gd name="connsiteY4" fmla="*/ 0 h 191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660" h="1911660">
                <a:moveTo>
                  <a:pt x="955830" y="0"/>
                </a:moveTo>
                <a:cubicBezTo>
                  <a:pt x="1483720" y="0"/>
                  <a:pt x="1911660" y="427940"/>
                  <a:pt x="1911660" y="955830"/>
                </a:cubicBezTo>
                <a:cubicBezTo>
                  <a:pt x="1911660" y="1483720"/>
                  <a:pt x="1483720" y="1911660"/>
                  <a:pt x="955830" y="1911660"/>
                </a:cubicBezTo>
                <a:cubicBezTo>
                  <a:pt x="427940" y="1911660"/>
                  <a:pt x="0" y="1483720"/>
                  <a:pt x="0" y="955830"/>
                </a:cubicBezTo>
                <a:cubicBezTo>
                  <a:pt x="0" y="427940"/>
                  <a:pt x="427940" y="0"/>
                  <a:pt x="95583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005DBB6D-5C8B-4551-88AB-55D90B681B2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853486" y="2745873"/>
            <a:ext cx="955705" cy="955830"/>
          </a:xfrm>
          <a:custGeom>
            <a:avLst/>
            <a:gdLst>
              <a:gd name="connsiteX0" fmla="*/ 955830 w 1911659"/>
              <a:gd name="connsiteY0" fmla="*/ 0 h 1911660"/>
              <a:gd name="connsiteX1" fmla="*/ 1911659 w 1911659"/>
              <a:gd name="connsiteY1" fmla="*/ 955830 h 1911660"/>
              <a:gd name="connsiteX2" fmla="*/ 955830 w 1911659"/>
              <a:gd name="connsiteY2" fmla="*/ 1911660 h 1911660"/>
              <a:gd name="connsiteX3" fmla="*/ 0 w 1911659"/>
              <a:gd name="connsiteY3" fmla="*/ 955830 h 1911660"/>
              <a:gd name="connsiteX4" fmla="*/ 955830 w 1911659"/>
              <a:gd name="connsiteY4" fmla="*/ 0 h 191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659" h="1911660">
                <a:moveTo>
                  <a:pt x="955830" y="0"/>
                </a:moveTo>
                <a:cubicBezTo>
                  <a:pt x="1483719" y="0"/>
                  <a:pt x="1911659" y="427940"/>
                  <a:pt x="1911659" y="955830"/>
                </a:cubicBezTo>
                <a:cubicBezTo>
                  <a:pt x="1911659" y="1483720"/>
                  <a:pt x="1483719" y="1911660"/>
                  <a:pt x="955830" y="1911660"/>
                </a:cubicBezTo>
                <a:cubicBezTo>
                  <a:pt x="427940" y="1911660"/>
                  <a:pt x="0" y="1483720"/>
                  <a:pt x="0" y="955830"/>
                </a:cubicBezTo>
                <a:cubicBezTo>
                  <a:pt x="0" y="427940"/>
                  <a:pt x="427940" y="0"/>
                  <a:pt x="95583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403ED0C-CEF4-4ED5-9432-B1D0EFE4B49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088824" y="2745873"/>
            <a:ext cx="955706" cy="955830"/>
          </a:xfrm>
          <a:custGeom>
            <a:avLst/>
            <a:gdLst>
              <a:gd name="connsiteX0" fmla="*/ 955828 w 1911660"/>
              <a:gd name="connsiteY0" fmla="*/ 0 h 1911660"/>
              <a:gd name="connsiteX1" fmla="*/ 1911660 w 1911660"/>
              <a:gd name="connsiteY1" fmla="*/ 955830 h 1911660"/>
              <a:gd name="connsiteX2" fmla="*/ 955828 w 1911660"/>
              <a:gd name="connsiteY2" fmla="*/ 1911660 h 1911660"/>
              <a:gd name="connsiteX3" fmla="*/ 0 w 1911660"/>
              <a:gd name="connsiteY3" fmla="*/ 955830 h 1911660"/>
              <a:gd name="connsiteX4" fmla="*/ 955828 w 1911660"/>
              <a:gd name="connsiteY4" fmla="*/ 0 h 191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660" h="1911660">
                <a:moveTo>
                  <a:pt x="955828" y="0"/>
                </a:moveTo>
                <a:cubicBezTo>
                  <a:pt x="1483720" y="0"/>
                  <a:pt x="1911660" y="427940"/>
                  <a:pt x="1911660" y="955830"/>
                </a:cubicBezTo>
                <a:cubicBezTo>
                  <a:pt x="1911660" y="1483720"/>
                  <a:pt x="1483720" y="1911660"/>
                  <a:pt x="955828" y="1911660"/>
                </a:cubicBezTo>
                <a:cubicBezTo>
                  <a:pt x="427940" y="1911660"/>
                  <a:pt x="0" y="1483720"/>
                  <a:pt x="0" y="955830"/>
                </a:cubicBezTo>
                <a:cubicBezTo>
                  <a:pt x="0" y="427940"/>
                  <a:pt x="427940" y="0"/>
                  <a:pt x="955828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946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76E33A2-B792-492E-9B6C-FA894D7D83D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287163" y="2434528"/>
            <a:ext cx="1617673" cy="1617884"/>
          </a:xfrm>
          <a:custGeom>
            <a:avLst/>
            <a:gdLst>
              <a:gd name="connsiteX0" fmla="*/ 1617884 w 3235768"/>
              <a:gd name="connsiteY0" fmla="*/ 0 h 3235768"/>
              <a:gd name="connsiteX1" fmla="*/ 3235768 w 3235768"/>
              <a:gd name="connsiteY1" fmla="*/ 1617884 h 3235768"/>
              <a:gd name="connsiteX2" fmla="*/ 1617884 w 3235768"/>
              <a:gd name="connsiteY2" fmla="*/ 3235768 h 3235768"/>
              <a:gd name="connsiteX3" fmla="*/ 0 w 3235768"/>
              <a:gd name="connsiteY3" fmla="*/ 1617884 h 3235768"/>
              <a:gd name="connsiteX4" fmla="*/ 1617884 w 3235768"/>
              <a:gd name="connsiteY4" fmla="*/ 0 h 3235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35768" h="3235768">
                <a:moveTo>
                  <a:pt x="1617884" y="0"/>
                </a:moveTo>
                <a:cubicBezTo>
                  <a:pt x="2511417" y="0"/>
                  <a:pt x="3235768" y="724351"/>
                  <a:pt x="3235768" y="1617884"/>
                </a:cubicBezTo>
                <a:cubicBezTo>
                  <a:pt x="3235768" y="2511417"/>
                  <a:pt x="2511417" y="3235768"/>
                  <a:pt x="1617884" y="3235768"/>
                </a:cubicBezTo>
                <a:cubicBezTo>
                  <a:pt x="724351" y="3235768"/>
                  <a:pt x="0" y="2511417"/>
                  <a:pt x="0" y="1617884"/>
                </a:cubicBezTo>
                <a:cubicBezTo>
                  <a:pt x="0" y="724351"/>
                  <a:pt x="724351" y="0"/>
                  <a:pt x="1617884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120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E7DC9F4-9F6B-497B-AAC3-9E8DE27E90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33376" y="3216359"/>
            <a:ext cx="940720" cy="940842"/>
          </a:xfrm>
          <a:custGeom>
            <a:avLst/>
            <a:gdLst>
              <a:gd name="connsiteX0" fmla="*/ 940842 w 1881684"/>
              <a:gd name="connsiteY0" fmla="*/ 0 h 1881684"/>
              <a:gd name="connsiteX1" fmla="*/ 1881684 w 1881684"/>
              <a:gd name="connsiteY1" fmla="*/ 940842 h 1881684"/>
              <a:gd name="connsiteX2" fmla="*/ 940842 w 1881684"/>
              <a:gd name="connsiteY2" fmla="*/ 1881684 h 1881684"/>
              <a:gd name="connsiteX3" fmla="*/ 0 w 1881684"/>
              <a:gd name="connsiteY3" fmla="*/ 940842 h 1881684"/>
              <a:gd name="connsiteX4" fmla="*/ 940842 w 1881684"/>
              <a:gd name="connsiteY4" fmla="*/ 0 h 1881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1684" h="1881684">
                <a:moveTo>
                  <a:pt x="940842" y="0"/>
                </a:moveTo>
                <a:cubicBezTo>
                  <a:pt x="1460455" y="0"/>
                  <a:pt x="1881684" y="421229"/>
                  <a:pt x="1881684" y="940842"/>
                </a:cubicBezTo>
                <a:cubicBezTo>
                  <a:pt x="1881684" y="1460455"/>
                  <a:pt x="1460455" y="1881684"/>
                  <a:pt x="940842" y="1881684"/>
                </a:cubicBezTo>
                <a:cubicBezTo>
                  <a:pt x="421229" y="1881684"/>
                  <a:pt x="0" y="1460455"/>
                  <a:pt x="0" y="940842"/>
                </a:cubicBezTo>
                <a:cubicBezTo>
                  <a:pt x="0" y="421229"/>
                  <a:pt x="421229" y="0"/>
                  <a:pt x="94084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995364-51BD-4985-8454-19E8A6AB807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17742" y="2708357"/>
            <a:ext cx="940720" cy="940842"/>
          </a:xfrm>
          <a:custGeom>
            <a:avLst/>
            <a:gdLst>
              <a:gd name="connsiteX0" fmla="*/ 940842 w 1881684"/>
              <a:gd name="connsiteY0" fmla="*/ 0 h 1881684"/>
              <a:gd name="connsiteX1" fmla="*/ 1881684 w 1881684"/>
              <a:gd name="connsiteY1" fmla="*/ 940842 h 1881684"/>
              <a:gd name="connsiteX2" fmla="*/ 940842 w 1881684"/>
              <a:gd name="connsiteY2" fmla="*/ 1881684 h 1881684"/>
              <a:gd name="connsiteX3" fmla="*/ 0 w 1881684"/>
              <a:gd name="connsiteY3" fmla="*/ 940842 h 1881684"/>
              <a:gd name="connsiteX4" fmla="*/ 940842 w 1881684"/>
              <a:gd name="connsiteY4" fmla="*/ 0 h 1881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1684" h="1881684">
                <a:moveTo>
                  <a:pt x="940842" y="0"/>
                </a:moveTo>
                <a:cubicBezTo>
                  <a:pt x="1460455" y="0"/>
                  <a:pt x="1881684" y="421229"/>
                  <a:pt x="1881684" y="940842"/>
                </a:cubicBezTo>
                <a:cubicBezTo>
                  <a:pt x="1881684" y="1460455"/>
                  <a:pt x="1460455" y="1881684"/>
                  <a:pt x="940842" y="1881684"/>
                </a:cubicBezTo>
                <a:cubicBezTo>
                  <a:pt x="421229" y="1881684"/>
                  <a:pt x="0" y="1460455"/>
                  <a:pt x="0" y="940842"/>
                </a:cubicBezTo>
                <a:cubicBezTo>
                  <a:pt x="0" y="421229"/>
                  <a:pt x="421229" y="0"/>
                  <a:pt x="94084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07915F63-D1C5-4E30-8D74-897BEDC3A7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37379" y="3216359"/>
            <a:ext cx="940720" cy="940842"/>
          </a:xfrm>
          <a:custGeom>
            <a:avLst/>
            <a:gdLst>
              <a:gd name="connsiteX0" fmla="*/ 940842 w 1881684"/>
              <a:gd name="connsiteY0" fmla="*/ 0 h 1881684"/>
              <a:gd name="connsiteX1" fmla="*/ 1881684 w 1881684"/>
              <a:gd name="connsiteY1" fmla="*/ 940842 h 1881684"/>
              <a:gd name="connsiteX2" fmla="*/ 940842 w 1881684"/>
              <a:gd name="connsiteY2" fmla="*/ 1881684 h 1881684"/>
              <a:gd name="connsiteX3" fmla="*/ 0 w 1881684"/>
              <a:gd name="connsiteY3" fmla="*/ 940842 h 1881684"/>
              <a:gd name="connsiteX4" fmla="*/ 940842 w 1881684"/>
              <a:gd name="connsiteY4" fmla="*/ 0 h 1881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1684" h="1881684">
                <a:moveTo>
                  <a:pt x="940842" y="0"/>
                </a:moveTo>
                <a:cubicBezTo>
                  <a:pt x="1460455" y="0"/>
                  <a:pt x="1881684" y="421229"/>
                  <a:pt x="1881684" y="940842"/>
                </a:cubicBezTo>
                <a:cubicBezTo>
                  <a:pt x="1881684" y="1460455"/>
                  <a:pt x="1460455" y="1881684"/>
                  <a:pt x="940842" y="1881684"/>
                </a:cubicBezTo>
                <a:cubicBezTo>
                  <a:pt x="421229" y="1881684"/>
                  <a:pt x="0" y="1460455"/>
                  <a:pt x="0" y="940842"/>
                </a:cubicBezTo>
                <a:cubicBezTo>
                  <a:pt x="0" y="421229"/>
                  <a:pt x="421229" y="0"/>
                  <a:pt x="94084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039340C-5876-416E-AF2A-C528D6F8B7D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21745" y="2708357"/>
            <a:ext cx="940720" cy="940842"/>
          </a:xfrm>
          <a:custGeom>
            <a:avLst/>
            <a:gdLst>
              <a:gd name="connsiteX0" fmla="*/ 940842 w 1881684"/>
              <a:gd name="connsiteY0" fmla="*/ 0 h 1881684"/>
              <a:gd name="connsiteX1" fmla="*/ 1881684 w 1881684"/>
              <a:gd name="connsiteY1" fmla="*/ 940842 h 1881684"/>
              <a:gd name="connsiteX2" fmla="*/ 940842 w 1881684"/>
              <a:gd name="connsiteY2" fmla="*/ 1881684 h 1881684"/>
              <a:gd name="connsiteX3" fmla="*/ 0 w 1881684"/>
              <a:gd name="connsiteY3" fmla="*/ 940842 h 1881684"/>
              <a:gd name="connsiteX4" fmla="*/ 940842 w 1881684"/>
              <a:gd name="connsiteY4" fmla="*/ 0 h 1881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1684" h="1881684">
                <a:moveTo>
                  <a:pt x="940842" y="0"/>
                </a:moveTo>
                <a:cubicBezTo>
                  <a:pt x="1460455" y="0"/>
                  <a:pt x="1881684" y="421229"/>
                  <a:pt x="1881684" y="940842"/>
                </a:cubicBezTo>
                <a:cubicBezTo>
                  <a:pt x="1881684" y="1460455"/>
                  <a:pt x="1460455" y="1881684"/>
                  <a:pt x="940842" y="1881684"/>
                </a:cubicBezTo>
                <a:cubicBezTo>
                  <a:pt x="421229" y="1881684"/>
                  <a:pt x="0" y="1460455"/>
                  <a:pt x="0" y="940842"/>
                </a:cubicBezTo>
                <a:cubicBezTo>
                  <a:pt x="0" y="421229"/>
                  <a:pt x="421229" y="0"/>
                  <a:pt x="94084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02425C2-6AD1-470A-9A0D-69A86B1DDF4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31322" y="3216359"/>
            <a:ext cx="940720" cy="940842"/>
          </a:xfrm>
          <a:custGeom>
            <a:avLst/>
            <a:gdLst>
              <a:gd name="connsiteX0" fmla="*/ 940842 w 1881684"/>
              <a:gd name="connsiteY0" fmla="*/ 0 h 1881684"/>
              <a:gd name="connsiteX1" fmla="*/ 1881684 w 1881684"/>
              <a:gd name="connsiteY1" fmla="*/ 940842 h 1881684"/>
              <a:gd name="connsiteX2" fmla="*/ 940842 w 1881684"/>
              <a:gd name="connsiteY2" fmla="*/ 1881684 h 1881684"/>
              <a:gd name="connsiteX3" fmla="*/ 0 w 1881684"/>
              <a:gd name="connsiteY3" fmla="*/ 940842 h 1881684"/>
              <a:gd name="connsiteX4" fmla="*/ 940842 w 1881684"/>
              <a:gd name="connsiteY4" fmla="*/ 0 h 1881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1684" h="1881684">
                <a:moveTo>
                  <a:pt x="940842" y="0"/>
                </a:moveTo>
                <a:cubicBezTo>
                  <a:pt x="1460454" y="0"/>
                  <a:pt x="1881684" y="421229"/>
                  <a:pt x="1881684" y="940842"/>
                </a:cubicBezTo>
                <a:cubicBezTo>
                  <a:pt x="1881684" y="1460455"/>
                  <a:pt x="1460454" y="1881684"/>
                  <a:pt x="940842" y="1881684"/>
                </a:cubicBezTo>
                <a:cubicBezTo>
                  <a:pt x="421230" y="1881684"/>
                  <a:pt x="0" y="1460455"/>
                  <a:pt x="0" y="940842"/>
                </a:cubicBezTo>
                <a:cubicBezTo>
                  <a:pt x="0" y="421229"/>
                  <a:pt x="421230" y="0"/>
                  <a:pt x="94084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290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decel="100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0358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9724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CDD5BDAE-070D-466F-9878-EB1BC2848E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9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CDD5BDAE-070D-466F-9878-EB1BC2848E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81742" y="647700"/>
            <a:ext cx="10628516" cy="5524500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95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EC47BBF-5081-44C2-A39B-5B7D55A2CA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81742" y="647700"/>
            <a:ext cx="5314258" cy="5524500"/>
          </a:xfrm>
          <a:custGeom>
            <a:avLst/>
            <a:gdLst>
              <a:gd name="connsiteX0" fmla="*/ 0 w 10629899"/>
              <a:gd name="connsiteY0" fmla="*/ 0 h 11049000"/>
              <a:gd name="connsiteX1" fmla="*/ 10629899 w 10629899"/>
              <a:gd name="connsiteY1" fmla="*/ 0 h 11049000"/>
              <a:gd name="connsiteX2" fmla="*/ 10629899 w 10629899"/>
              <a:gd name="connsiteY2" fmla="*/ 11049000 h 11049000"/>
              <a:gd name="connsiteX3" fmla="*/ 0 w 10629899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9899" h="11049000">
                <a:moveTo>
                  <a:pt x="0" y="0"/>
                </a:moveTo>
                <a:lnTo>
                  <a:pt x="10629899" y="0"/>
                </a:lnTo>
                <a:lnTo>
                  <a:pt x="10629899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59F983A-E9C3-445F-A7F1-45E2008FDC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3429000"/>
            <a:ext cx="2638804" cy="2743200"/>
          </a:xfrm>
          <a:custGeom>
            <a:avLst/>
            <a:gdLst>
              <a:gd name="connsiteX0" fmla="*/ 0 w 5278295"/>
              <a:gd name="connsiteY0" fmla="*/ 0 h 5486400"/>
              <a:gd name="connsiteX1" fmla="*/ 5278295 w 5278295"/>
              <a:gd name="connsiteY1" fmla="*/ 0 h 5486400"/>
              <a:gd name="connsiteX2" fmla="*/ 5278295 w 5278295"/>
              <a:gd name="connsiteY2" fmla="*/ 5486400 h 5486400"/>
              <a:gd name="connsiteX3" fmla="*/ 0 w 5278295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78295" h="5486400">
                <a:moveTo>
                  <a:pt x="0" y="0"/>
                </a:moveTo>
                <a:lnTo>
                  <a:pt x="5278295" y="0"/>
                </a:lnTo>
                <a:lnTo>
                  <a:pt x="5278295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DE4FB34-EA53-468B-BEDD-E3F16B8A78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4804" y="647700"/>
            <a:ext cx="2675454" cy="2781300"/>
          </a:xfrm>
          <a:custGeom>
            <a:avLst/>
            <a:gdLst>
              <a:gd name="connsiteX0" fmla="*/ 0 w 5351604"/>
              <a:gd name="connsiteY0" fmla="*/ 0 h 5562600"/>
              <a:gd name="connsiteX1" fmla="*/ 5351604 w 5351604"/>
              <a:gd name="connsiteY1" fmla="*/ 0 h 5562600"/>
              <a:gd name="connsiteX2" fmla="*/ 5351604 w 5351604"/>
              <a:gd name="connsiteY2" fmla="*/ 5562600 h 5562600"/>
              <a:gd name="connsiteX3" fmla="*/ 0 w 5351604"/>
              <a:gd name="connsiteY3" fmla="*/ 5562600 h 556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51604" h="5562600">
                <a:moveTo>
                  <a:pt x="0" y="0"/>
                </a:moveTo>
                <a:lnTo>
                  <a:pt x="5351604" y="0"/>
                </a:lnTo>
                <a:lnTo>
                  <a:pt x="5351604" y="5562600"/>
                </a:lnTo>
                <a:lnTo>
                  <a:pt x="0" y="55626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99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372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D8B4229-4B33-4A0A-AF4B-FF49C516156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647700"/>
            <a:ext cx="6096000" cy="5524500"/>
          </a:xfrm>
          <a:custGeom>
            <a:avLst/>
            <a:gdLst>
              <a:gd name="connsiteX0" fmla="*/ 2264824 w 12193588"/>
              <a:gd name="connsiteY0" fmla="*/ 0 h 11049000"/>
              <a:gd name="connsiteX1" fmla="*/ 12193588 w 12193588"/>
              <a:gd name="connsiteY1" fmla="*/ 0 h 11049000"/>
              <a:gd name="connsiteX2" fmla="*/ 12193588 w 12193588"/>
              <a:gd name="connsiteY2" fmla="*/ 11049000 h 11049000"/>
              <a:gd name="connsiteX3" fmla="*/ 2264824 w 12193588"/>
              <a:gd name="connsiteY3" fmla="*/ 11049000 h 11049000"/>
              <a:gd name="connsiteX4" fmla="*/ 0 w 12193588"/>
              <a:gd name="connsiteY4" fmla="*/ 55245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3588" h="11049000">
                <a:moveTo>
                  <a:pt x="2264824" y="0"/>
                </a:moveTo>
                <a:lnTo>
                  <a:pt x="12193588" y="0"/>
                </a:lnTo>
                <a:lnTo>
                  <a:pt x="12193588" y="11049000"/>
                </a:lnTo>
                <a:lnTo>
                  <a:pt x="2264824" y="11049000"/>
                </a:lnTo>
                <a:lnTo>
                  <a:pt x="0" y="55245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711200" dist="863600" dir="10800000" sx="94000" sy="94000" algn="r" rotWithShape="0">
              <a:schemeClr val="accent1">
                <a:lumMod val="50000"/>
                <a:alpha val="63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42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40769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27FBBE9-01A8-41B3-BCBD-ABA72C46476D}"/>
              </a:ext>
            </a:extLst>
          </p:cNvPr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6626C03-6007-473B-A06E-B7E4A8ECCBE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34511" y="1567338"/>
            <a:ext cx="1809479" cy="1809505"/>
          </a:xfrm>
          <a:custGeom>
            <a:avLst/>
            <a:gdLst>
              <a:gd name="connsiteX0" fmla="*/ 3619429 w 3619429"/>
              <a:gd name="connsiteY0" fmla="*/ 0 h 3619010"/>
              <a:gd name="connsiteX1" fmla="*/ 3619429 w 3619429"/>
              <a:gd name="connsiteY1" fmla="*/ 3619010 h 3619010"/>
              <a:gd name="connsiteX2" fmla="*/ 0 w 3619429"/>
              <a:gd name="connsiteY2" fmla="*/ 3619010 h 3619010"/>
              <a:gd name="connsiteX3" fmla="*/ 917060 w 3619429"/>
              <a:gd name="connsiteY3" fmla="*/ 1505980 h 3619010"/>
              <a:gd name="connsiteX4" fmla="*/ 1507235 w 3619429"/>
              <a:gd name="connsiteY4" fmla="*/ 916362 h 3619010"/>
              <a:gd name="connsiteX5" fmla="*/ 3619429 w 3619429"/>
              <a:gd name="connsiteY5" fmla="*/ 0 h 361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19429" h="3619010">
                <a:moveTo>
                  <a:pt x="3619429" y="0"/>
                </a:moveTo>
                <a:lnTo>
                  <a:pt x="3619429" y="3619010"/>
                </a:lnTo>
                <a:lnTo>
                  <a:pt x="0" y="3619010"/>
                </a:lnTo>
                <a:cubicBezTo>
                  <a:pt x="25520" y="2851308"/>
                  <a:pt x="331207" y="2091415"/>
                  <a:pt x="917060" y="1505980"/>
                </a:cubicBezTo>
                <a:cubicBezTo>
                  <a:pt x="1507235" y="916362"/>
                  <a:pt x="1507235" y="916362"/>
                  <a:pt x="1507235" y="916362"/>
                </a:cubicBezTo>
                <a:cubicBezTo>
                  <a:pt x="2092530" y="331486"/>
                  <a:pt x="2852145" y="25939"/>
                  <a:pt x="3619429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2AE7C4-0A22-4F30-A3B2-9DED1CA11D7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8567" y="1567269"/>
            <a:ext cx="1811710" cy="1809575"/>
          </a:xfrm>
          <a:custGeom>
            <a:avLst/>
            <a:gdLst>
              <a:gd name="connsiteX0" fmla="*/ 0 w 3623892"/>
              <a:gd name="connsiteY0" fmla="*/ 0 h 3619150"/>
              <a:gd name="connsiteX1" fmla="*/ 2116795 w 3623892"/>
              <a:gd name="connsiteY1" fmla="*/ 916502 h 3619150"/>
              <a:gd name="connsiteX2" fmla="*/ 2706832 w 3623892"/>
              <a:gd name="connsiteY2" fmla="*/ 1506120 h 3619150"/>
              <a:gd name="connsiteX3" fmla="*/ 3623892 w 3623892"/>
              <a:gd name="connsiteY3" fmla="*/ 3619150 h 3619150"/>
              <a:gd name="connsiteX4" fmla="*/ 0 w 3623892"/>
              <a:gd name="connsiteY4" fmla="*/ 3619150 h 361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23892" h="3619150">
                <a:moveTo>
                  <a:pt x="0" y="0"/>
                </a:moveTo>
                <a:cubicBezTo>
                  <a:pt x="768958" y="24823"/>
                  <a:pt x="1530385" y="330370"/>
                  <a:pt x="2116795" y="916502"/>
                </a:cubicBezTo>
                <a:cubicBezTo>
                  <a:pt x="2706832" y="1506120"/>
                  <a:pt x="2706832" y="1506120"/>
                  <a:pt x="2706832" y="1506120"/>
                </a:cubicBezTo>
                <a:cubicBezTo>
                  <a:pt x="3292684" y="2091554"/>
                  <a:pt x="3598371" y="2851447"/>
                  <a:pt x="3623892" y="3619150"/>
                </a:cubicBezTo>
                <a:lnTo>
                  <a:pt x="0" y="36191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CDF9D7B-941A-415D-BDFE-5C75BA34C4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48567" y="3481436"/>
            <a:ext cx="1811710" cy="1809436"/>
          </a:xfrm>
          <a:custGeom>
            <a:avLst/>
            <a:gdLst>
              <a:gd name="connsiteX0" fmla="*/ 0 w 3623892"/>
              <a:gd name="connsiteY0" fmla="*/ 0 h 3618871"/>
              <a:gd name="connsiteX1" fmla="*/ 3623892 w 3623892"/>
              <a:gd name="connsiteY1" fmla="*/ 0 h 3618871"/>
              <a:gd name="connsiteX2" fmla="*/ 2706832 w 3623892"/>
              <a:gd name="connsiteY2" fmla="*/ 2112891 h 3618871"/>
              <a:gd name="connsiteX3" fmla="*/ 2116795 w 3623892"/>
              <a:gd name="connsiteY3" fmla="*/ 2702509 h 3618871"/>
              <a:gd name="connsiteX4" fmla="*/ 0 w 3623892"/>
              <a:gd name="connsiteY4" fmla="*/ 3618871 h 3618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23892" h="3618871">
                <a:moveTo>
                  <a:pt x="0" y="0"/>
                </a:moveTo>
                <a:lnTo>
                  <a:pt x="3623892" y="0"/>
                </a:lnTo>
                <a:cubicBezTo>
                  <a:pt x="3598371" y="767563"/>
                  <a:pt x="3292684" y="1527456"/>
                  <a:pt x="2706832" y="2112891"/>
                </a:cubicBezTo>
                <a:cubicBezTo>
                  <a:pt x="2116795" y="2702509"/>
                  <a:pt x="2116795" y="2702509"/>
                  <a:pt x="2116795" y="2702509"/>
                </a:cubicBezTo>
                <a:cubicBezTo>
                  <a:pt x="1530385" y="3288640"/>
                  <a:pt x="768958" y="3594048"/>
                  <a:pt x="0" y="3618871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D0EF85B-C725-43BD-B23E-017F645E770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34511" y="3481435"/>
            <a:ext cx="1809479" cy="1809366"/>
          </a:xfrm>
          <a:custGeom>
            <a:avLst/>
            <a:gdLst>
              <a:gd name="connsiteX0" fmla="*/ 0 w 3619429"/>
              <a:gd name="connsiteY0" fmla="*/ 0 h 3618732"/>
              <a:gd name="connsiteX1" fmla="*/ 3619429 w 3619429"/>
              <a:gd name="connsiteY1" fmla="*/ 0 h 3618732"/>
              <a:gd name="connsiteX2" fmla="*/ 3619429 w 3619429"/>
              <a:gd name="connsiteY2" fmla="*/ 3618732 h 3618732"/>
              <a:gd name="connsiteX3" fmla="*/ 1507235 w 3619429"/>
              <a:gd name="connsiteY3" fmla="*/ 2702509 h 3618732"/>
              <a:gd name="connsiteX4" fmla="*/ 917060 w 3619429"/>
              <a:gd name="connsiteY4" fmla="*/ 2112891 h 3618732"/>
              <a:gd name="connsiteX5" fmla="*/ 0 w 3619429"/>
              <a:gd name="connsiteY5" fmla="*/ 0 h 3618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19429" h="3618732">
                <a:moveTo>
                  <a:pt x="0" y="0"/>
                </a:moveTo>
                <a:lnTo>
                  <a:pt x="3619429" y="0"/>
                </a:lnTo>
                <a:lnTo>
                  <a:pt x="3619429" y="3618732"/>
                </a:lnTo>
                <a:cubicBezTo>
                  <a:pt x="2852145" y="3592793"/>
                  <a:pt x="2092530" y="3287385"/>
                  <a:pt x="1507235" y="2702509"/>
                </a:cubicBezTo>
                <a:cubicBezTo>
                  <a:pt x="917060" y="2112891"/>
                  <a:pt x="917060" y="2112891"/>
                  <a:pt x="917060" y="2112891"/>
                </a:cubicBezTo>
                <a:cubicBezTo>
                  <a:pt x="331207" y="1527456"/>
                  <a:pt x="25520" y="767563"/>
                  <a:pt x="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445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2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76F69F73-D8F6-4011-B18F-94501EB735F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7089833" cy="6858000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107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76F69F73-D8F6-4011-B18F-94501EB735F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02167" y="0"/>
            <a:ext cx="7089833" cy="6858000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55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6D274C1B-F416-4535-A30F-5AC7BEA62F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28821" y="87924"/>
            <a:ext cx="6934359" cy="6682152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570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450" fill="hold"/>
                                        <p:tgtEl>
                                          <p:spTgt spid="2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31ABC818-5E9D-48F2-A020-37EA8A501C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1501" y="667781"/>
            <a:ext cx="5730875" cy="5522440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93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45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91B2C5E7-8FB6-4D6C-8714-4D257F1BD66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48652" y="311049"/>
            <a:ext cx="3434079" cy="6220975"/>
          </a:xfrm>
          <a:custGeom>
            <a:avLst/>
            <a:gdLst>
              <a:gd name="connsiteX0" fmla="*/ 0 w 7555958"/>
              <a:gd name="connsiteY0" fmla="*/ 0 h 13686144"/>
              <a:gd name="connsiteX1" fmla="*/ 7555958 w 7555958"/>
              <a:gd name="connsiteY1" fmla="*/ 0 h 13686144"/>
              <a:gd name="connsiteX2" fmla="*/ 7555958 w 7555958"/>
              <a:gd name="connsiteY2" fmla="*/ 13686144 h 13686144"/>
              <a:gd name="connsiteX3" fmla="*/ 0 w 7555958"/>
              <a:gd name="connsiteY3" fmla="*/ 13686144 h 1368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5958" h="13686144">
                <a:moveTo>
                  <a:pt x="0" y="0"/>
                </a:moveTo>
                <a:lnTo>
                  <a:pt x="7555958" y="0"/>
                </a:lnTo>
                <a:lnTo>
                  <a:pt x="7555958" y="13686144"/>
                </a:lnTo>
                <a:lnTo>
                  <a:pt x="0" y="1368614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3930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7649B2-2893-4336-9F6A-E261B8C7C7DB}"/>
              </a:ext>
            </a:extLst>
          </p:cNvPr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2F397F7-DD9C-4592-9C0D-0951AFFDEA2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5314258" cy="6858000"/>
          </a:xfrm>
          <a:custGeom>
            <a:avLst/>
            <a:gdLst>
              <a:gd name="connsiteX0" fmla="*/ 0 w 7555958"/>
              <a:gd name="connsiteY0" fmla="*/ 0 h 13686144"/>
              <a:gd name="connsiteX1" fmla="*/ 7555958 w 7555958"/>
              <a:gd name="connsiteY1" fmla="*/ 0 h 13686144"/>
              <a:gd name="connsiteX2" fmla="*/ 7555958 w 7555958"/>
              <a:gd name="connsiteY2" fmla="*/ 13686144 h 13686144"/>
              <a:gd name="connsiteX3" fmla="*/ 0 w 7555958"/>
              <a:gd name="connsiteY3" fmla="*/ 13686144 h 1368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5958" h="13686144">
                <a:moveTo>
                  <a:pt x="0" y="0"/>
                </a:moveTo>
                <a:lnTo>
                  <a:pt x="7555958" y="0"/>
                </a:lnTo>
                <a:lnTo>
                  <a:pt x="7555958" y="13686144"/>
                </a:lnTo>
                <a:lnTo>
                  <a:pt x="0" y="1368614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72BF187-8D1A-47D0-8FF0-646D171F86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34637" y="1566613"/>
            <a:ext cx="3722726" cy="3724774"/>
          </a:xfrm>
          <a:custGeom>
            <a:avLst/>
            <a:gdLst>
              <a:gd name="connsiteX0" fmla="*/ 3723211 w 7446422"/>
              <a:gd name="connsiteY0" fmla="*/ 0 h 7449548"/>
              <a:gd name="connsiteX1" fmla="*/ 5939522 w 7446422"/>
              <a:gd name="connsiteY1" fmla="*/ 917977 h 7449548"/>
              <a:gd name="connsiteX2" fmla="*/ 6528831 w 7446422"/>
              <a:gd name="connsiteY2" fmla="*/ 1507532 h 7449548"/>
              <a:gd name="connsiteX3" fmla="*/ 6528831 w 7446422"/>
              <a:gd name="connsiteY3" fmla="*/ 5942017 h 7449548"/>
              <a:gd name="connsiteX4" fmla="*/ 5939522 w 7446422"/>
              <a:gd name="connsiteY4" fmla="*/ 6531572 h 7449548"/>
              <a:gd name="connsiteX5" fmla="*/ 1506900 w 7446422"/>
              <a:gd name="connsiteY5" fmla="*/ 6531572 h 7449548"/>
              <a:gd name="connsiteX6" fmla="*/ 917591 w 7446422"/>
              <a:gd name="connsiteY6" fmla="*/ 5942017 h 7449548"/>
              <a:gd name="connsiteX7" fmla="*/ 917591 w 7446422"/>
              <a:gd name="connsiteY7" fmla="*/ 1507532 h 7449548"/>
              <a:gd name="connsiteX8" fmla="*/ 1506900 w 7446422"/>
              <a:gd name="connsiteY8" fmla="*/ 917977 h 7449548"/>
              <a:gd name="connsiteX9" fmla="*/ 3723211 w 7446422"/>
              <a:gd name="connsiteY9" fmla="*/ 0 h 7449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446422" h="7449548">
                <a:moveTo>
                  <a:pt x="3723211" y="0"/>
                </a:moveTo>
                <a:cubicBezTo>
                  <a:pt x="4525503" y="0"/>
                  <a:pt x="5327795" y="305992"/>
                  <a:pt x="5939522" y="917977"/>
                </a:cubicBezTo>
                <a:cubicBezTo>
                  <a:pt x="6528831" y="1507532"/>
                  <a:pt x="6528831" y="1507532"/>
                  <a:pt x="6528831" y="1507532"/>
                </a:cubicBezTo>
                <a:cubicBezTo>
                  <a:pt x="7752286" y="2731501"/>
                  <a:pt x="7752286" y="4718048"/>
                  <a:pt x="6528831" y="5942017"/>
                </a:cubicBezTo>
                <a:cubicBezTo>
                  <a:pt x="5939522" y="6531572"/>
                  <a:pt x="5939522" y="6531572"/>
                  <a:pt x="5939522" y="6531572"/>
                </a:cubicBezTo>
                <a:cubicBezTo>
                  <a:pt x="4716068" y="7755541"/>
                  <a:pt x="2730355" y="7755541"/>
                  <a:pt x="1506900" y="6531572"/>
                </a:cubicBezTo>
                <a:cubicBezTo>
                  <a:pt x="917591" y="5942017"/>
                  <a:pt x="917591" y="5942017"/>
                  <a:pt x="917591" y="5942017"/>
                </a:cubicBezTo>
                <a:cubicBezTo>
                  <a:pt x="-305864" y="4718048"/>
                  <a:pt x="-305864" y="2731501"/>
                  <a:pt x="917591" y="1507532"/>
                </a:cubicBezTo>
                <a:cubicBezTo>
                  <a:pt x="1506900" y="917977"/>
                  <a:pt x="1506900" y="917977"/>
                  <a:pt x="1506900" y="917977"/>
                </a:cubicBezTo>
                <a:cubicBezTo>
                  <a:pt x="2118628" y="305992"/>
                  <a:pt x="2920920" y="0"/>
                  <a:pt x="372321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31800" dist="88900" dir="2700000" algn="tl" rotWithShape="0">
              <a:schemeClr val="accent2">
                <a:lumMod val="75000"/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143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7649B2-2893-4336-9F6A-E261B8C7C7DB}"/>
              </a:ext>
            </a:extLst>
          </p:cNvPr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2F397F7-DD9C-4592-9C0D-0951AFFDEA2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81742" y="0"/>
            <a:ext cx="5314258" cy="6858000"/>
          </a:xfrm>
          <a:custGeom>
            <a:avLst/>
            <a:gdLst>
              <a:gd name="connsiteX0" fmla="*/ 0 w 7555958"/>
              <a:gd name="connsiteY0" fmla="*/ 0 h 13686144"/>
              <a:gd name="connsiteX1" fmla="*/ 7555958 w 7555958"/>
              <a:gd name="connsiteY1" fmla="*/ 0 h 13686144"/>
              <a:gd name="connsiteX2" fmla="*/ 7555958 w 7555958"/>
              <a:gd name="connsiteY2" fmla="*/ 13686144 h 13686144"/>
              <a:gd name="connsiteX3" fmla="*/ 0 w 7555958"/>
              <a:gd name="connsiteY3" fmla="*/ 13686144 h 1368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5958" h="13686144">
                <a:moveTo>
                  <a:pt x="0" y="0"/>
                </a:moveTo>
                <a:lnTo>
                  <a:pt x="7555958" y="0"/>
                </a:lnTo>
                <a:lnTo>
                  <a:pt x="7555958" y="13686144"/>
                </a:lnTo>
                <a:lnTo>
                  <a:pt x="0" y="1368614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72BF187-8D1A-47D0-8FF0-646D171F86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34637" y="1566613"/>
            <a:ext cx="3722726" cy="3724774"/>
          </a:xfrm>
          <a:custGeom>
            <a:avLst/>
            <a:gdLst>
              <a:gd name="connsiteX0" fmla="*/ 3723211 w 7446422"/>
              <a:gd name="connsiteY0" fmla="*/ 0 h 7449548"/>
              <a:gd name="connsiteX1" fmla="*/ 5939522 w 7446422"/>
              <a:gd name="connsiteY1" fmla="*/ 917977 h 7449548"/>
              <a:gd name="connsiteX2" fmla="*/ 6528831 w 7446422"/>
              <a:gd name="connsiteY2" fmla="*/ 1507532 h 7449548"/>
              <a:gd name="connsiteX3" fmla="*/ 6528831 w 7446422"/>
              <a:gd name="connsiteY3" fmla="*/ 5942017 h 7449548"/>
              <a:gd name="connsiteX4" fmla="*/ 5939522 w 7446422"/>
              <a:gd name="connsiteY4" fmla="*/ 6531572 h 7449548"/>
              <a:gd name="connsiteX5" fmla="*/ 1506900 w 7446422"/>
              <a:gd name="connsiteY5" fmla="*/ 6531572 h 7449548"/>
              <a:gd name="connsiteX6" fmla="*/ 917591 w 7446422"/>
              <a:gd name="connsiteY6" fmla="*/ 5942017 h 7449548"/>
              <a:gd name="connsiteX7" fmla="*/ 917591 w 7446422"/>
              <a:gd name="connsiteY7" fmla="*/ 1507532 h 7449548"/>
              <a:gd name="connsiteX8" fmla="*/ 1506900 w 7446422"/>
              <a:gd name="connsiteY8" fmla="*/ 917977 h 7449548"/>
              <a:gd name="connsiteX9" fmla="*/ 3723211 w 7446422"/>
              <a:gd name="connsiteY9" fmla="*/ 0 h 7449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446422" h="7449548">
                <a:moveTo>
                  <a:pt x="3723211" y="0"/>
                </a:moveTo>
                <a:cubicBezTo>
                  <a:pt x="4525503" y="0"/>
                  <a:pt x="5327795" y="305992"/>
                  <a:pt x="5939522" y="917977"/>
                </a:cubicBezTo>
                <a:cubicBezTo>
                  <a:pt x="6528831" y="1507532"/>
                  <a:pt x="6528831" y="1507532"/>
                  <a:pt x="6528831" y="1507532"/>
                </a:cubicBezTo>
                <a:cubicBezTo>
                  <a:pt x="7752286" y="2731501"/>
                  <a:pt x="7752286" y="4718048"/>
                  <a:pt x="6528831" y="5942017"/>
                </a:cubicBezTo>
                <a:cubicBezTo>
                  <a:pt x="5939522" y="6531572"/>
                  <a:pt x="5939522" y="6531572"/>
                  <a:pt x="5939522" y="6531572"/>
                </a:cubicBezTo>
                <a:cubicBezTo>
                  <a:pt x="4716068" y="7755541"/>
                  <a:pt x="2730355" y="7755541"/>
                  <a:pt x="1506900" y="6531572"/>
                </a:cubicBezTo>
                <a:cubicBezTo>
                  <a:pt x="917591" y="5942017"/>
                  <a:pt x="917591" y="5942017"/>
                  <a:pt x="917591" y="5942017"/>
                </a:cubicBezTo>
                <a:cubicBezTo>
                  <a:pt x="-305864" y="4718048"/>
                  <a:pt x="-305864" y="2731501"/>
                  <a:pt x="917591" y="1507532"/>
                </a:cubicBezTo>
                <a:cubicBezTo>
                  <a:pt x="1506900" y="917977"/>
                  <a:pt x="1506900" y="917977"/>
                  <a:pt x="1506900" y="917977"/>
                </a:cubicBezTo>
                <a:cubicBezTo>
                  <a:pt x="2118628" y="305992"/>
                  <a:pt x="2920920" y="0"/>
                  <a:pt x="372321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31800" dist="88900" dir="2700000" algn="tl" rotWithShape="0">
              <a:schemeClr val="accent2">
                <a:lumMod val="75000"/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31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7649B2-2893-4336-9F6A-E261B8C7C7DB}"/>
              </a:ext>
            </a:extLst>
          </p:cNvPr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2F397F7-DD9C-4592-9C0D-0951AFFDEA2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81742" y="647700"/>
            <a:ext cx="10628516" cy="5524500"/>
          </a:xfrm>
          <a:custGeom>
            <a:avLst/>
            <a:gdLst>
              <a:gd name="connsiteX0" fmla="*/ 0 w 7555958"/>
              <a:gd name="connsiteY0" fmla="*/ 0 h 13686144"/>
              <a:gd name="connsiteX1" fmla="*/ 7555958 w 7555958"/>
              <a:gd name="connsiteY1" fmla="*/ 0 h 13686144"/>
              <a:gd name="connsiteX2" fmla="*/ 7555958 w 7555958"/>
              <a:gd name="connsiteY2" fmla="*/ 13686144 h 13686144"/>
              <a:gd name="connsiteX3" fmla="*/ 0 w 7555958"/>
              <a:gd name="connsiteY3" fmla="*/ 13686144 h 1368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5958" h="13686144">
                <a:moveTo>
                  <a:pt x="0" y="0"/>
                </a:moveTo>
                <a:lnTo>
                  <a:pt x="7555958" y="0"/>
                </a:lnTo>
                <a:lnTo>
                  <a:pt x="7555958" y="13686144"/>
                </a:lnTo>
                <a:lnTo>
                  <a:pt x="0" y="1368614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72BF187-8D1A-47D0-8FF0-646D171F86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34637" y="1566613"/>
            <a:ext cx="3722726" cy="3724774"/>
          </a:xfrm>
          <a:custGeom>
            <a:avLst/>
            <a:gdLst>
              <a:gd name="connsiteX0" fmla="*/ 3723211 w 7446422"/>
              <a:gd name="connsiteY0" fmla="*/ 0 h 7449548"/>
              <a:gd name="connsiteX1" fmla="*/ 5939522 w 7446422"/>
              <a:gd name="connsiteY1" fmla="*/ 917977 h 7449548"/>
              <a:gd name="connsiteX2" fmla="*/ 6528831 w 7446422"/>
              <a:gd name="connsiteY2" fmla="*/ 1507532 h 7449548"/>
              <a:gd name="connsiteX3" fmla="*/ 6528831 w 7446422"/>
              <a:gd name="connsiteY3" fmla="*/ 5942017 h 7449548"/>
              <a:gd name="connsiteX4" fmla="*/ 5939522 w 7446422"/>
              <a:gd name="connsiteY4" fmla="*/ 6531572 h 7449548"/>
              <a:gd name="connsiteX5" fmla="*/ 1506900 w 7446422"/>
              <a:gd name="connsiteY5" fmla="*/ 6531572 h 7449548"/>
              <a:gd name="connsiteX6" fmla="*/ 917591 w 7446422"/>
              <a:gd name="connsiteY6" fmla="*/ 5942017 h 7449548"/>
              <a:gd name="connsiteX7" fmla="*/ 917591 w 7446422"/>
              <a:gd name="connsiteY7" fmla="*/ 1507532 h 7449548"/>
              <a:gd name="connsiteX8" fmla="*/ 1506900 w 7446422"/>
              <a:gd name="connsiteY8" fmla="*/ 917977 h 7449548"/>
              <a:gd name="connsiteX9" fmla="*/ 3723211 w 7446422"/>
              <a:gd name="connsiteY9" fmla="*/ 0 h 7449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446422" h="7449548">
                <a:moveTo>
                  <a:pt x="3723211" y="0"/>
                </a:moveTo>
                <a:cubicBezTo>
                  <a:pt x="4525503" y="0"/>
                  <a:pt x="5327795" y="305992"/>
                  <a:pt x="5939522" y="917977"/>
                </a:cubicBezTo>
                <a:cubicBezTo>
                  <a:pt x="6528831" y="1507532"/>
                  <a:pt x="6528831" y="1507532"/>
                  <a:pt x="6528831" y="1507532"/>
                </a:cubicBezTo>
                <a:cubicBezTo>
                  <a:pt x="7752286" y="2731501"/>
                  <a:pt x="7752286" y="4718048"/>
                  <a:pt x="6528831" y="5942017"/>
                </a:cubicBezTo>
                <a:cubicBezTo>
                  <a:pt x="5939522" y="6531572"/>
                  <a:pt x="5939522" y="6531572"/>
                  <a:pt x="5939522" y="6531572"/>
                </a:cubicBezTo>
                <a:cubicBezTo>
                  <a:pt x="4716068" y="7755541"/>
                  <a:pt x="2730355" y="7755541"/>
                  <a:pt x="1506900" y="6531572"/>
                </a:cubicBezTo>
                <a:cubicBezTo>
                  <a:pt x="917591" y="5942017"/>
                  <a:pt x="917591" y="5942017"/>
                  <a:pt x="917591" y="5942017"/>
                </a:cubicBezTo>
                <a:cubicBezTo>
                  <a:pt x="-305864" y="4718048"/>
                  <a:pt x="-305864" y="2731501"/>
                  <a:pt x="917591" y="1507532"/>
                </a:cubicBezTo>
                <a:cubicBezTo>
                  <a:pt x="1506900" y="917977"/>
                  <a:pt x="1506900" y="917977"/>
                  <a:pt x="1506900" y="917977"/>
                </a:cubicBezTo>
                <a:cubicBezTo>
                  <a:pt x="2118628" y="305992"/>
                  <a:pt x="2920920" y="0"/>
                  <a:pt x="372321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31800" dist="88900" dir="2700000" algn="tl" rotWithShape="0">
              <a:schemeClr val="accent2">
                <a:lumMod val="75000"/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666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7649B2-2893-4336-9F6A-E261B8C7C7DB}"/>
              </a:ext>
            </a:extLst>
          </p:cNvPr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728625E-6B6D-4448-A9CE-A0E975CADDA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22705" y="1644735"/>
            <a:ext cx="2113814" cy="2114978"/>
          </a:xfrm>
          <a:custGeom>
            <a:avLst/>
            <a:gdLst>
              <a:gd name="connsiteX0" fmla="*/ 2114090 w 4228179"/>
              <a:gd name="connsiteY0" fmla="*/ 0 h 4229956"/>
              <a:gd name="connsiteX1" fmla="*/ 3372541 w 4228179"/>
              <a:gd name="connsiteY1" fmla="*/ 521240 h 4229956"/>
              <a:gd name="connsiteX2" fmla="*/ 3707159 w 4228179"/>
              <a:gd name="connsiteY2" fmla="*/ 855998 h 4229956"/>
              <a:gd name="connsiteX3" fmla="*/ 3707159 w 4228179"/>
              <a:gd name="connsiteY3" fmla="*/ 3373959 h 4229956"/>
              <a:gd name="connsiteX4" fmla="*/ 3372541 w 4228179"/>
              <a:gd name="connsiteY4" fmla="*/ 3708717 h 4229956"/>
              <a:gd name="connsiteX5" fmla="*/ 855638 w 4228179"/>
              <a:gd name="connsiteY5" fmla="*/ 3708717 h 4229956"/>
              <a:gd name="connsiteX6" fmla="*/ 521021 w 4228179"/>
              <a:gd name="connsiteY6" fmla="*/ 3373959 h 4229956"/>
              <a:gd name="connsiteX7" fmla="*/ 521021 w 4228179"/>
              <a:gd name="connsiteY7" fmla="*/ 855998 h 4229956"/>
              <a:gd name="connsiteX8" fmla="*/ 855638 w 4228179"/>
              <a:gd name="connsiteY8" fmla="*/ 521240 h 4229956"/>
              <a:gd name="connsiteX9" fmla="*/ 2114090 w 4228179"/>
              <a:gd name="connsiteY9" fmla="*/ 0 h 422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228179" h="4229956">
                <a:moveTo>
                  <a:pt x="2114090" y="0"/>
                </a:moveTo>
                <a:cubicBezTo>
                  <a:pt x="2569642" y="1"/>
                  <a:pt x="3025194" y="173747"/>
                  <a:pt x="3372541" y="521240"/>
                </a:cubicBezTo>
                <a:cubicBezTo>
                  <a:pt x="3707159" y="855998"/>
                  <a:pt x="3707159" y="855998"/>
                  <a:pt x="3707159" y="855998"/>
                </a:cubicBezTo>
                <a:cubicBezTo>
                  <a:pt x="4401853" y="1550985"/>
                  <a:pt x="4401853" y="2678973"/>
                  <a:pt x="3707159" y="3373959"/>
                </a:cubicBezTo>
                <a:cubicBezTo>
                  <a:pt x="3372541" y="3708717"/>
                  <a:pt x="3372541" y="3708717"/>
                  <a:pt x="3372541" y="3708717"/>
                </a:cubicBezTo>
                <a:cubicBezTo>
                  <a:pt x="2677847" y="4403703"/>
                  <a:pt x="1550332" y="4403703"/>
                  <a:pt x="855638" y="3708717"/>
                </a:cubicBezTo>
                <a:cubicBezTo>
                  <a:pt x="521021" y="3373959"/>
                  <a:pt x="521021" y="3373959"/>
                  <a:pt x="521021" y="3373959"/>
                </a:cubicBezTo>
                <a:cubicBezTo>
                  <a:pt x="-173674" y="2678973"/>
                  <a:pt x="-173674" y="1550985"/>
                  <a:pt x="521021" y="855998"/>
                </a:cubicBezTo>
                <a:cubicBezTo>
                  <a:pt x="855638" y="521240"/>
                  <a:pt x="855638" y="521240"/>
                  <a:pt x="855638" y="521240"/>
                </a:cubicBezTo>
                <a:cubicBezTo>
                  <a:pt x="1202985" y="173747"/>
                  <a:pt x="1658537" y="1"/>
                  <a:pt x="211409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31800" dist="88900" dir="2700000" algn="tl" rotWithShape="0">
              <a:schemeClr val="accent2">
                <a:lumMod val="75000"/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881A622-5ED1-414C-9662-B95DD44606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47424" y="1644735"/>
            <a:ext cx="2113814" cy="2114978"/>
          </a:xfrm>
          <a:custGeom>
            <a:avLst/>
            <a:gdLst>
              <a:gd name="connsiteX0" fmla="*/ 2114090 w 4228179"/>
              <a:gd name="connsiteY0" fmla="*/ 0 h 4229956"/>
              <a:gd name="connsiteX1" fmla="*/ 3372541 w 4228179"/>
              <a:gd name="connsiteY1" fmla="*/ 521240 h 4229956"/>
              <a:gd name="connsiteX2" fmla="*/ 3707159 w 4228179"/>
              <a:gd name="connsiteY2" fmla="*/ 855998 h 4229956"/>
              <a:gd name="connsiteX3" fmla="*/ 3707159 w 4228179"/>
              <a:gd name="connsiteY3" fmla="*/ 3373959 h 4229956"/>
              <a:gd name="connsiteX4" fmla="*/ 3372541 w 4228179"/>
              <a:gd name="connsiteY4" fmla="*/ 3708717 h 4229956"/>
              <a:gd name="connsiteX5" fmla="*/ 855638 w 4228179"/>
              <a:gd name="connsiteY5" fmla="*/ 3708717 h 4229956"/>
              <a:gd name="connsiteX6" fmla="*/ 521021 w 4228179"/>
              <a:gd name="connsiteY6" fmla="*/ 3373959 h 4229956"/>
              <a:gd name="connsiteX7" fmla="*/ 521021 w 4228179"/>
              <a:gd name="connsiteY7" fmla="*/ 855998 h 4229956"/>
              <a:gd name="connsiteX8" fmla="*/ 855638 w 4228179"/>
              <a:gd name="connsiteY8" fmla="*/ 521240 h 4229956"/>
              <a:gd name="connsiteX9" fmla="*/ 2114090 w 4228179"/>
              <a:gd name="connsiteY9" fmla="*/ 0 h 422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228179" h="4229956">
                <a:moveTo>
                  <a:pt x="2114090" y="0"/>
                </a:moveTo>
                <a:cubicBezTo>
                  <a:pt x="2569642" y="1"/>
                  <a:pt x="3025194" y="173747"/>
                  <a:pt x="3372541" y="521240"/>
                </a:cubicBezTo>
                <a:cubicBezTo>
                  <a:pt x="3707159" y="855998"/>
                  <a:pt x="3707159" y="855998"/>
                  <a:pt x="3707159" y="855998"/>
                </a:cubicBezTo>
                <a:cubicBezTo>
                  <a:pt x="4401853" y="1550985"/>
                  <a:pt x="4401853" y="2678973"/>
                  <a:pt x="3707159" y="3373959"/>
                </a:cubicBezTo>
                <a:cubicBezTo>
                  <a:pt x="3372541" y="3708717"/>
                  <a:pt x="3372541" y="3708717"/>
                  <a:pt x="3372541" y="3708717"/>
                </a:cubicBezTo>
                <a:cubicBezTo>
                  <a:pt x="2677847" y="4403703"/>
                  <a:pt x="1550332" y="4403703"/>
                  <a:pt x="855638" y="3708717"/>
                </a:cubicBezTo>
                <a:cubicBezTo>
                  <a:pt x="521021" y="3373959"/>
                  <a:pt x="521021" y="3373959"/>
                  <a:pt x="521021" y="3373959"/>
                </a:cubicBezTo>
                <a:cubicBezTo>
                  <a:pt x="-173674" y="2678973"/>
                  <a:pt x="-173674" y="1550985"/>
                  <a:pt x="521021" y="855998"/>
                </a:cubicBezTo>
                <a:cubicBezTo>
                  <a:pt x="855638" y="521240"/>
                  <a:pt x="855638" y="521240"/>
                  <a:pt x="855638" y="521240"/>
                </a:cubicBezTo>
                <a:cubicBezTo>
                  <a:pt x="1202985" y="173747"/>
                  <a:pt x="1658537" y="1"/>
                  <a:pt x="211409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31800" dist="88900" dir="2700000" algn="tl" rotWithShape="0">
              <a:schemeClr val="accent2">
                <a:lumMod val="75000"/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18B9413-65B0-4ACE-9084-2052012466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10396" y="1644735"/>
            <a:ext cx="2113815" cy="2114978"/>
          </a:xfrm>
          <a:custGeom>
            <a:avLst/>
            <a:gdLst>
              <a:gd name="connsiteX0" fmla="*/ 2114090 w 4228180"/>
              <a:gd name="connsiteY0" fmla="*/ 0 h 4229956"/>
              <a:gd name="connsiteX1" fmla="*/ 3372542 w 4228180"/>
              <a:gd name="connsiteY1" fmla="*/ 521240 h 4229956"/>
              <a:gd name="connsiteX2" fmla="*/ 3707158 w 4228180"/>
              <a:gd name="connsiteY2" fmla="*/ 855998 h 4229956"/>
              <a:gd name="connsiteX3" fmla="*/ 3707158 w 4228180"/>
              <a:gd name="connsiteY3" fmla="*/ 3373959 h 4229956"/>
              <a:gd name="connsiteX4" fmla="*/ 3372542 w 4228180"/>
              <a:gd name="connsiteY4" fmla="*/ 3708717 h 4229956"/>
              <a:gd name="connsiteX5" fmla="*/ 855638 w 4228180"/>
              <a:gd name="connsiteY5" fmla="*/ 3708717 h 4229956"/>
              <a:gd name="connsiteX6" fmla="*/ 521020 w 4228180"/>
              <a:gd name="connsiteY6" fmla="*/ 3373959 h 4229956"/>
              <a:gd name="connsiteX7" fmla="*/ 521020 w 4228180"/>
              <a:gd name="connsiteY7" fmla="*/ 855998 h 4229956"/>
              <a:gd name="connsiteX8" fmla="*/ 855638 w 4228180"/>
              <a:gd name="connsiteY8" fmla="*/ 521240 h 4229956"/>
              <a:gd name="connsiteX9" fmla="*/ 2114090 w 4228180"/>
              <a:gd name="connsiteY9" fmla="*/ 0 h 422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228180" h="4229956">
                <a:moveTo>
                  <a:pt x="2114090" y="0"/>
                </a:moveTo>
                <a:cubicBezTo>
                  <a:pt x="2569642" y="1"/>
                  <a:pt x="3025194" y="173747"/>
                  <a:pt x="3372542" y="521240"/>
                </a:cubicBezTo>
                <a:cubicBezTo>
                  <a:pt x="3707158" y="855998"/>
                  <a:pt x="3707158" y="855998"/>
                  <a:pt x="3707158" y="855998"/>
                </a:cubicBezTo>
                <a:cubicBezTo>
                  <a:pt x="4401854" y="1550985"/>
                  <a:pt x="4401854" y="2678973"/>
                  <a:pt x="3707158" y="3373959"/>
                </a:cubicBezTo>
                <a:cubicBezTo>
                  <a:pt x="3372542" y="3708717"/>
                  <a:pt x="3372542" y="3708717"/>
                  <a:pt x="3372542" y="3708717"/>
                </a:cubicBezTo>
                <a:cubicBezTo>
                  <a:pt x="2677846" y="4403703"/>
                  <a:pt x="1550332" y="4403703"/>
                  <a:pt x="855638" y="3708717"/>
                </a:cubicBezTo>
                <a:cubicBezTo>
                  <a:pt x="521020" y="3373959"/>
                  <a:pt x="521020" y="3373959"/>
                  <a:pt x="521020" y="3373959"/>
                </a:cubicBezTo>
                <a:cubicBezTo>
                  <a:pt x="-173674" y="2678973"/>
                  <a:pt x="-173674" y="1550985"/>
                  <a:pt x="521020" y="855998"/>
                </a:cubicBezTo>
                <a:cubicBezTo>
                  <a:pt x="855638" y="521240"/>
                  <a:pt x="855638" y="521240"/>
                  <a:pt x="855638" y="521240"/>
                </a:cubicBezTo>
                <a:cubicBezTo>
                  <a:pt x="1202986" y="173747"/>
                  <a:pt x="1658538" y="1"/>
                  <a:pt x="211409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31800" dist="88900" dir="2700000" algn="tl" rotWithShape="0">
              <a:schemeClr val="accent2">
                <a:lumMod val="75000"/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44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F699BD0-E3CD-4B7D-9308-5545CC5626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1" cy="6858000"/>
          </a:xfrm>
          <a:custGeom>
            <a:avLst/>
            <a:gdLst>
              <a:gd name="connsiteX0" fmla="*/ 0 w 4593771"/>
              <a:gd name="connsiteY0" fmla="*/ 0 h 4085303"/>
              <a:gd name="connsiteX1" fmla="*/ 4593771 w 4593771"/>
              <a:gd name="connsiteY1" fmla="*/ 0 h 4085303"/>
              <a:gd name="connsiteX2" fmla="*/ 4593771 w 4593771"/>
              <a:gd name="connsiteY2" fmla="*/ 4085303 h 4085303"/>
              <a:gd name="connsiteX3" fmla="*/ 0 w 4593771"/>
              <a:gd name="connsiteY3" fmla="*/ 4085303 h 40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3771" h="4085303">
                <a:moveTo>
                  <a:pt x="0" y="0"/>
                </a:moveTo>
                <a:lnTo>
                  <a:pt x="4593771" y="0"/>
                </a:lnTo>
                <a:lnTo>
                  <a:pt x="4593771" y="4085303"/>
                </a:lnTo>
                <a:lnTo>
                  <a:pt x="0" y="40853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70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200" fill="hold"/>
                                        <p:tgtEl>
                                          <p:spTgt spid="28"/>
                                        </p:tgtEl>
                                      </p:cBhvr>
                                      <p:by x="14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3F2F8012-EE85-4E61-B325-F04045D1F0A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0934" y="647700"/>
            <a:ext cx="7943610" cy="5505450"/>
          </a:xfrm>
          <a:custGeom>
            <a:avLst/>
            <a:gdLst>
              <a:gd name="connsiteX0" fmla="*/ 0 w 15889288"/>
              <a:gd name="connsiteY0" fmla="*/ 0 h 11010900"/>
              <a:gd name="connsiteX1" fmla="*/ 15889288 w 15889288"/>
              <a:gd name="connsiteY1" fmla="*/ 0 h 11010900"/>
              <a:gd name="connsiteX2" fmla="*/ 15889288 w 15889288"/>
              <a:gd name="connsiteY2" fmla="*/ 11010900 h 11010900"/>
              <a:gd name="connsiteX3" fmla="*/ 0 w 15889288"/>
              <a:gd name="connsiteY3" fmla="*/ 11010900 h 1101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89288" h="11010900">
                <a:moveTo>
                  <a:pt x="0" y="0"/>
                </a:moveTo>
                <a:lnTo>
                  <a:pt x="15889288" y="0"/>
                </a:lnTo>
                <a:lnTo>
                  <a:pt x="15889288" y="11010900"/>
                </a:lnTo>
                <a:lnTo>
                  <a:pt x="0" y="110109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FCCFAD53-D99C-4483-BBC4-1C6952C442A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0934" y="7012382"/>
            <a:ext cx="7943610" cy="5505450"/>
          </a:xfrm>
          <a:custGeom>
            <a:avLst/>
            <a:gdLst>
              <a:gd name="connsiteX0" fmla="*/ 0 w 15889288"/>
              <a:gd name="connsiteY0" fmla="*/ 0 h 11010900"/>
              <a:gd name="connsiteX1" fmla="*/ 15889288 w 15889288"/>
              <a:gd name="connsiteY1" fmla="*/ 0 h 11010900"/>
              <a:gd name="connsiteX2" fmla="*/ 15889288 w 15889288"/>
              <a:gd name="connsiteY2" fmla="*/ 11010900 h 11010900"/>
              <a:gd name="connsiteX3" fmla="*/ 0 w 15889288"/>
              <a:gd name="connsiteY3" fmla="*/ 11010900 h 1101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89288" h="11010900">
                <a:moveTo>
                  <a:pt x="0" y="0"/>
                </a:moveTo>
                <a:lnTo>
                  <a:pt x="15889288" y="0"/>
                </a:lnTo>
                <a:lnTo>
                  <a:pt x="15889288" y="11010900"/>
                </a:lnTo>
                <a:lnTo>
                  <a:pt x="0" y="110109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2B27640E-DC5B-4F3D-B3BD-3BD42A3AC63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80934" y="-5788152"/>
            <a:ext cx="7943610" cy="5505450"/>
          </a:xfrm>
          <a:custGeom>
            <a:avLst/>
            <a:gdLst>
              <a:gd name="connsiteX0" fmla="*/ 0 w 15889288"/>
              <a:gd name="connsiteY0" fmla="*/ 0 h 11010900"/>
              <a:gd name="connsiteX1" fmla="*/ 15889288 w 15889288"/>
              <a:gd name="connsiteY1" fmla="*/ 0 h 11010900"/>
              <a:gd name="connsiteX2" fmla="*/ 15889288 w 15889288"/>
              <a:gd name="connsiteY2" fmla="*/ 11010900 h 11010900"/>
              <a:gd name="connsiteX3" fmla="*/ 0 w 15889288"/>
              <a:gd name="connsiteY3" fmla="*/ 11010900 h 1101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89288" h="11010900">
                <a:moveTo>
                  <a:pt x="0" y="0"/>
                </a:moveTo>
                <a:lnTo>
                  <a:pt x="15889288" y="0"/>
                </a:lnTo>
                <a:lnTo>
                  <a:pt x="15889288" y="11010900"/>
                </a:lnTo>
                <a:lnTo>
                  <a:pt x="0" y="110109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309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5.92371E-7 -3.33333E-6 L -5.92371E-7 -0.92233 " pathEditMode="relative" rAng="0" ptsTypes="AA">
                                      <p:cBhvr>
                                        <p:cTn id="6" dur="2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612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92371E-7 -2.59259E-6 L -5.92371E-7 -0.92801 " pathEditMode="relative" rAng="0" ptsTypes="AA">
                                      <p:cBhvr>
                                        <p:cTn id="8" dur="2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6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accel="47619" decel="47619" fill="hold" grpId="1" nodeType="click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21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1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0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92371E-7 2.59259E-6 L -5.92371E-7 0.93819 " pathEditMode="relative" rAng="0" ptsTypes="AA">
                                      <p:cBhvr>
                                        <p:cTn id="16" dur="2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9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6" grpId="0" animBg="1"/>
      <p:bldP spid="36" grpId="1" animBg="1"/>
      <p:bldP spid="37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B984625-FC00-409A-89CA-74509D2E04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9732" y="3495977"/>
            <a:ext cx="2594922" cy="2595260"/>
          </a:xfrm>
          <a:custGeom>
            <a:avLst/>
            <a:gdLst>
              <a:gd name="connsiteX0" fmla="*/ 0 w 5190519"/>
              <a:gd name="connsiteY0" fmla="*/ 0 h 5190519"/>
              <a:gd name="connsiteX1" fmla="*/ 5190519 w 5190519"/>
              <a:gd name="connsiteY1" fmla="*/ 0 h 5190519"/>
              <a:gd name="connsiteX2" fmla="*/ 5190519 w 5190519"/>
              <a:gd name="connsiteY2" fmla="*/ 5190519 h 5190519"/>
              <a:gd name="connsiteX3" fmla="*/ 0 w 5190519"/>
              <a:gd name="connsiteY3" fmla="*/ 5190519 h 5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0519" h="5190519">
                <a:moveTo>
                  <a:pt x="0" y="0"/>
                </a:moveTo>
                <a:lnTo>
                  <a:pt x="5190519" y="0"/>
                </a:lnTo>
                <a:lnTo>
                  <a:pt x="5190519" y="5190519"/>
                </a:lnTo>
                <a:lnTo>
                  <a:pt x="0" y="519051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8A64EF6-6AAD-4A8E-A2BA-D31872C0F16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9732" y="776288"/>
            <a:ext cx="2594922" cy="2595260"/>
          </a:xfrm>
          <a:custGeom>
            <a:avLst/>
            <a:gdLst>
              <a:gd name="connsiteX0" fmla="*/ 0 w 5190519"/>
              <a:gd name="connsiteY0" fmla="*/ 0 h 5190519"/>
              <a:gd name="connsiteX1" fmla="*/ 5190519 w 5190519"/>
              <a:gd name="connsiteY1" fmla="*/ 0 h 5190519"/>
              <a:gd name="connsiteX2" fmla="*/ 5190519 w 5190519"/>
              <a:gd name="connsiteY2" fmla="*/ 5190519 h 5190519"/>
              <a:gd name="connsiteX3" fmla="*/ 0 w 5190519"/>
              <a:gd name="connsiteY3" fmla="*/ 5190519 h 5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0519" h="5190519">
                <a:moveTo>
                  <a:pt x="0" y="0"/>
                </a:moveTo>
                <a:lnTo>
                  <a:pt x="5190519" y="0"/>
                </a:lnTo>
                <a:lnTo>
                  <a:pt x="5190519" y="5190519"/>
                </a:lnTo>
                <a:lnTo>
                  <a:pt x="0" y="519051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B58EF59-6144-4377-881E-7F3DA3CB93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0412" y="776288"/>
            <a:ext cx="5171855" cy="5305426"/>
          </a:xfrm>
          <a:custGeom>
            <a:avLst/>
            <a:gdLst>
              <a:gd name="connsiteX0" fmla="*/ 0 w 10345056"/>
              <a:gd name="connsiteY0" fmla="*/ 0 h 10610851"/>
              <a:gd name="connsiteX1" fmla="*/ 10345056 w 10345056"/>
              <a:gd name="connsiteY1" fmla="*/ 0 h 10610851"/>
              <a:gd name="connsiteX2" fmla="*/ 10345056 w 10345056"/>
              <a:gd name="connsiteY2" fmla="*/ 10610851 h 10610851"/>
              <a:gd name="connsiteX3" fmla="*/ 0 w 10345056"/>
              <a:gd name="connsiteY3" fmla="*/ 10610851 h 10610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45056" h="10610851">
                <a:moveTo>
                  <a:pt x="0" y="0"/>
                </a:moveTo>
                <a:lnTo>
                  <a:pt x="10345056" y="0"/>
                </a:lnTo>
                <a:lnTo>
                  <a:pt x="10345056" y="10610851"/>
                </a:lnTo>
                <a:lnTo>
                  <a:pt x="0" y="1061085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358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8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8A1CA22-A2E7-46D9-8A5B-5A4B32A365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1742" y="647700"/>
            <a:ext cx="2657129" cy="5524500"/>
          </a:xfrm>
          <a:custGeom>
            <a:avLst/>
            <a:gdLst>
              <a:gd name="connsiteX0" fmla="*/ 0 w 5314950"/>
              <a:gd name="connsiteY0" fmla="*/ 0 h 11049000"/>
              <a:gd name="connsiteX1" fmla="*/ 5314950 w 5314950"/>
              <a:gd name="connsiteY1" fmla="*/ 0 h 11049000"/>
              <a:gd name="connsiteX2" fmla="*/ 5314950 w 5314950"/>
              <a:gd name="connsiteY2" fmla="*/ 11049000 h 11049000"/>
              <a:gd name="connsiteX3" fmla="*/ 0 w 53149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4950" h="11049000">
                <a:moveTo>
                  <a:pt x="0" y="0"/>
                </a:moveTo>
                <a:lnTo>
                  <a:pt x="5314950" y="0"/>
                </a:lnTo>
                <a:lnTo>
                  <a:pt x="53149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662144D-BFFA-4B4C-BD9A-DDB9AD2576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38871" y="647700"/>
            <a:ext cx="2657129" cy="5524500"/>
          </a:xfrm>
          <a:custGeom>
            <a:avLst/>
            <a:gdLst>
              <a:gd name="connsiteX0" fmla="*/ 0 w 5314950"/>
              <a:gd name="connsiteY0" fmla="*/ 0 h 11049000"/>
              <a:gd name="connsiteX1" fmla="*/ 5314950 w 5314950"/>
              <a:gd name="connsiteY1" fmla="*/ 0 h 11049000"/>
              <a:gd name="connsiteX2" fmla="*/ 5314950 w 5314950"/>
              <a:gd name="connsiteY2" fmla="*/ 11049000 h 11049000"/>
              <a:gd name="connsiteX3" fmla="*/ 0 w 53149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4950" h="11049000">
                <a:moveTo>
                  <a:pt x="0" y="0"/>
                </a:moveTo>
                <a:lnTo>
                  <a:pt x="5314950" y="0"/>
                </a:lnTo>
                <a:lnTo>
                  <a:pt x="53149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8DCF79-7C12-4EE4-B377-E5D1CE36316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647700"/>
            <a:ext cx="2657129" cy="5524500"/>
          </a:xfrm>
          <a:custGeom>
            <a:avLst/>
            <a:gdLst>
              <a:gd name="connsiteX0" fmla="*/ 0 w 5314950"/>
              <a:gd name="connsiteY0" fmla="*/ 0 h 11049000"/>
              <a:gd name="connsiteX1" fmla="*/ 5314950 w 5314950"/>
              <a:gd name="connsiteY1" fmla="*/ 0 h 11049000"/>
              <a:gd name="connsiteX2" fmla="*/ 5314950 w 5314950"/>
              <a:gd name="connsiteY2" fmla="*/ 11049000 h 11049000"/>
              <a:gd name="connsiteX3" fmla="*/ 0 w 53149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4950" h="11049000">
                <a:moveTo>
                  <a:pt x="0" y="0"/>
                </a:moveTo>
                <a:lnTo>
                  <a:pt x="5314950" y="0"/>
                </a:lnTo>
                <a:lnTo>
                  <a:pt x="53149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0BA5F7F-E14B-4487-8788-8F182B3309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53129" y="647700"/>
            <a:ext cx="2657129" cy="5524500"/>
          </a:xfrm>
          <a:custGeom>
            <a:avLst/>
            <a:gdLst>
              <a:gd name="connsiteX0" fmla="*/ 0 w 5314950"/>
              <a:gd name="connsiteY0" fmla="*/ 0 h 11049000"/>
              <a:gd name="connsiteX1" fmla="*/ 5314950 w 5314950"/>
              <a:gd name="connsiteY1" fmla="*/ 0 h 11049000"/>
              <a:gd name="connsiteX2" fmla="*/ 5314950 w 5314950"/>
              <a:gd name="connsiteY2" fmla="*/ 11049000 h 11049000"/>
              <a:gd name="connsiteX3" fmla="*/ 0 w 53149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4950" h="11049000">
                <a:moveTo>
                  <a:pt x="0" y="0"/>
                </a:moveTo>
                <a:lnTo>
                  <a:pt x="5314950" y="0"/>
                </a:lnTo>
                <a:lnTo>
                  <a:pt x="53149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27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84B905-8BF0-4A76-9E10-57BE3387F891}"/>
              </a:ext>
            </a:extLst>
          </p:cNvPr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90A452D-DFE3-48E8-956D-B964AE99D0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6501" y="1057275"/>
            <a:ext cx="4704737" cy="4705350"/>
          </a:xfrm>
          <a:custGeom>
            <a:avLst/>
            <a:gdLst>
              <a:gd name="connsiteX0" fmla="*/ 0 w 9410700"/>
              <a:gd name="connsiteY0" fmla="*/ 0 h 9410700"/>
              <a:gd name="connsiteX1" fmla="*/ 9410700 w 9410700"/>
              <a:gd name="connsiteY1" fmla="*/ 0 h 9410700"/>
              <a:gd name="connsiteX2" fmla="*/ 9410700 w 9410700"/>
              <a:gd name="connsiteY2" fmla="*/ 9410700 h 9410700"/>
              <a:gd name="connsiteX3" fmla="*/ 0 w 9410700"/>
              <a:gd name="connsiteY3" fmla="*/ 9410700 h 941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10700" h="9410700">
                <a:moveTo>
                  <a:pt x="0" y="0"/>
                </a:moveTo>
                <a:lnTo>
                  <a:pt x="9410700" y="0"/>
                </a:lnTo>
                <a:lnTo>
                  <a:pt x="9410700" y="9410700"/>
                </a:lnTo>
                <a:lnTo>
                  <a:pt x="0" y="94107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1D63369-5C3A-4822-ACB3-46071185D7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00759" y="1057275"/>
            <a:ext cx="4704737" cy="4705350"/>
          </a:xfrm>
          <a:custGeom>
            <a:avLst/>
            <a:gdLst>
              <a:gd name="connsiteX0" fmla="*/ 0 w 9410699"/>
              <a:gd name="connsiteY0" fmla="*/ 0 h 9410700"/>
              <a:gd name="connsiteX1" fmla="*/ 9410699 w 9410699"/>
              <a:gd name="connsiteY1" fmla="*/ 0 h 9410700"/>
              <a:gd name="connsiteX2" fmla="*/ 9410699 w 9410699"/>
              <a:gd name="connsiteY2" fmla="*/ 9410700 h 9410700"/>
              <a:gd name="connsiteX3" fmla="*/ 0 w 9410699"/>
              <a:gd name="connsiteY3" fmla="*/ 9410700 h 941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10699" h="9410700">
                <a:moveTo>
                  <a:pt x="0" y="0"/>
                </a:moveTo>
                <a:lnTo>
                  <a:pt x="9410699" y="0"/>
                </a:lnTo>
                <a:lnTo>
                  <a:pt x="9410699" y="9410700"/>
                </a:lnTo>
                <a:lnTo>
                  <a:pt x="0" y="94107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840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2C1527C-1238-4997-83A0-B93C0C1A11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01078" y="776288"/>
            <a:ext cx="2594922" cy="2595260"/>
          </a:xfrm>
          <a:custGeom>
            <a:avLst/>
            <a:gdLst>
              <a:gd name="connsiteX0" fmla="*/ 0 w 5190519"/>
              <a:gd name="connsiteY0" fmla="*/ 0 h 5190519"/>
              <a:gd name="connsiteX1" fmla="*/ 5190519 w 5190519"/>
              <a:gd name="connsiteY1" fmla="*/ 0 h 5190519"/>
              <a:gd name="connsiteX2" fmla="*/ 5190519 w 5190519"/>
              <a:gd name="connsiteY2" fmla="*/ 5190519 h 5190519"/>
              <a:gd name="connsiteX3" fmla="*/ 0 w 5190519"/>
              <a:gd name="connsiteY3" fmla="*/ 5190519 h 5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0519" h="5190519">
                <a:moveTo>
                  <a:pt x="0" y="0"/>
                </a:moveTo>
                <a:lnTo>
                  <a:pt x="5190519" y="0"/>
                </a:lnTo>
                <a:lnTo>
                  <a:pt x="5190519" y="5190519"/>
                </a:lnTo>
                <a:lnTo>
                  <a:pt x="0" y="519051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2C28264-6FA4-467B-BDE9-EC8733C2D74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20414" y="776287"/>
            <a:ext cx="5189844" cy="5314950"/>
          </a:xfrm>
          <a:custGeom>
            <a:avLst/>
            <a:gdLst>
              <a:gd name="connsiteX0" fmla="*/ 0 w 10381040"/>
              <a:gd name="connsiteY0" fmla="*/ 0 h 10629899"/>
              <a:gd name="connsiteX1" fmla="*/ 10381040 w 10381040"/>
              <a:gd name="connsiteY1" fmla="*/ 0 h 10629899"/>
              <a:gd name="connsiteX2" fmla="*/ 10381040 w 10381040"/>
              <a:gd name="connsiteY2" fmla="*/ 10629899 h 10629899"/>
              <a:gd name="connsiteX3" fmla="*/ 0 w 10381040"/>
              <a:gd name="connsiteY3" fmla="*/ 10629899 h 10629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1040" h="10629899">
                <a:moveTo>
                  <a:pt x="0" y="0"/>
                </a:moveTo>
                <a:lnTo>
                  <a:pt x="10381040" y="0"/>
                </a:lnTo>
                <a:lnTo>
                  <a:pt x="10381040" y="10629899"/>
                </a:lnTo>
                <a:lnTo>
                  <a:pt x="0" y="1062989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43876E8-A094-40A5-860F-FA8679BF44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01078" y="3495978"/>
            <a:ext cx="2594922" cy="2595260"/>
          </a:xfrm>
          <a:custGeom>
            <a:avLst/>
            <a:gdLst>
              <a:gd name="connsiteX0" fmla="*/ 0 w 5190519"/>
              <a:gd name="connsiteY0" fmla="*/ 0 h 5190519"/>
              <a:gd name="connsiteX1" fmla="*/ 5190519 w 5190519"/>
              <a:gd name="connsiteY1" fmla="*/ 0 h 5190519"/>
              <a:gd name="connsiteX2" fmla="*/ 5190519 w 5190519"/>
              <a:gd name="connsiteY2" fmla="*/ 5190519 h 5190519"/>
              <a:gd name="connsiteX3" fmla="*/ 0 w 5190519"/>
              <a:gd name="connsiteY3" fmla="*/ 5190519 h 5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0519" h="5190519">
                <a:moveTo>
                  <a:pt x="0" y="0"/>
                </a:moveTo>
                <a:lnTo>
                  <a:pt x="5190519" y="0"/>
                </a:lnTo>
                <a:lnTo>
                  <a:pt x="5190519" y="5190519"/>
                </a:lnTo>
                <a:lnTo>
                  <a:pt x="0" y="519051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87560AE-CEDB-48AC-B2BF-85B52DE0F1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1742" y="3495978"/>
            <a:ext cx="2594922" cy="2595260"/>
          </a:xfrm>
          <a:custGeom>
            <a:avLst/>
            <a:gdLst>
              <a:gd name="connsiteX0" fmla="*/ 0 w 5190519"/>
              <a:gd name="connsiteY0" fmla="*/ 0 h 5190519"/>
              <a:gd name="connsiteX1" fmla="*/ 5190519 w 5190519"/>
              <a:gd name="connsiteY1" fmla="*/ 0 h 5190519"/>
              <a:gd name="connsiteX2" fmla="*/ 5190519 w 5190519"/>
              <a:gd name="connsiteY2" fmla="*/ 5190519 h 5190519"/>
              <a:gd name="connsiteX3" fmla="*/ 0 w 5190519"/>
              <a:gd name="connsiteY3" fmla="*/ 5190519 h 5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0519" h="5190519">
                <a:moveTo>
                  <a:pt x="0" y="0"/>
                </a:moveTo>
                <a:lnTo>
                  <a:pt x="5190519" y="0"/>
                </a:lnTo>
                <a:lnTo>
                  <a:pt x="5190519" y="5190519"/>
                </a:lnTo>
                <a:lnTo>
                  <a:pt x="0" y="519051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2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4" grpId="0" animBg="1"/>
      <p:bldP spid="16" grpId="0" animBg="1"/>
      <p:bldP spid="17" grpId="0" animBg="1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399DF4-D239-4B46-A59E-3F2D266B8AC5}"/>
              </a:ext>
            </a:extLst>
          </p:cNvPr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194886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83F5516-0B38-4D10-8A01-707E02BE065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81742" y="-8443912"/>
            <a:ext cx="10628517" cy="14616112"/>
          </a:xfrm>
          <a:custGeom>
            <a:avLst/>
            <a:gdLst>
              <a:gd name="connsiteX0" fmla="*/ 0 w 21259801"/>
              <a:gd name="connsiteY0" fmla="*/ 0 h 29232224"/>
              <a:gd name="connsiteX1" fmla="*/ 21259801 w 21259801"/>
              <a:gd name="connsiteY1" fmla="*/ 0 h 29232224"/>
              <a:gd name="connsiteX2" fmla="*/ 21259801 w 21259801"/>
              <a:gd name="connsiteY2" fmla="*/ 2133600 h 29232224"/>
              <a:gd name="connsiteX3" fmla="*/ 21259801 w 21259801"/>
              <a:gd name="connsiteY3" fmla="*/ 10972800 h 29232224"/>
              <a:gd name="connsiteX4" fmla="*/ 21259801 w 21259801"/>
              <a:gd name="connsiteY4" fmla="*/ 29232224 h 29232224"/>
              <a:gd name="connsiteX5" fmla="*/ 0 w 21259801"/>
              <a:gd name="connsiteY5" fmla="*/ 29232224 h 29232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259801" h="29232224">
                <a:moveTo>
                  <a:pt x="0" y="0"/>
                </a:moveTo>
                <a:lnTo>
                  <a:pt x="21259801" y="0"/>
                </a:lnTo>
                <a:lnTo>
                  <a:pt x="21259801" y="2133600"/>
                </a:lnTo>
                <a:lnTo>
                  <a:pt x="21259801" y="10972800"/>
                </a:lnTo>
                <a:lnTo>
                  <a:pt x="21259801" y="29232224"/>
                </a:lnTo>
                <a:lnTo>
                  <a:pt x="0" y="2923222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ln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423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decel="10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5E-6 L 5.55112E-17 1.32119 " pathEditMode="relative" rAng="0" ptsTypes="AA">
                                      <p:cBhvr>
                                        <p:cTn id="6" dur="1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60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399DF4-D239-4B46-A59E-3F2D266B8AC5}"/>
              </a:ext>
            </a:extLst>
          </p:cNvPr>
          <p:cNvSpPr/>
          <p:nvPr userDrawn="1"/>
        </p:nvSpPr>
        <p:spPr>
          <a:xfrm>
            <a:off x="781742" y="666750"/>
            <a:ext cx="10628516" cy="5524500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2263DCA-1DEE-49D2-80CB-CF9032EF06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14278" y="933450"/>
            <a:ext cx="1438088" cy="1571625"/>
          </a:xfrm>
          <a:custGeom>
            <a:avLst/>
            <a:gdLst>
              <a:gd name="connsiteX0" fmla="*/ 0 w 2876550"/>
              <a:gd name="connsiteY0" fmla="*/ 0 h 3143250"/>
              <a:gd name="connsiteX1" fmla="*/ 2876550 w 2876550"/>
              <a:gd name="connsiteY1" fmla="*/ 0 h 3143250"/>
              <a:gd name="connsiteX2" fmla="*/ 2876550 w 2876550"/>
              <a:gd name="connsiteY2" fmla="*/ 3143250 h 3143250"/>
              <a:gd name="connsiteX3" fmla="*/ 0 w 2876550"/>
              <a:gd name="connsiteY3" fmla="*/ 3143250 h 314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6550" h="3143250">
                <a:moveTo>
                  <a:pt x="0" y="0"/>
                </a:moveTo>
                <a:lnTo>
                  <a:pt x="2876550" y="0"/>
                </a:lnTo>
                <a:lnTo>
                  <a:pt x="2876550" y="3143250"/>
                </a:lnTo>
                <a:lnTo>
                  <a:pt x="0" y="31432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43896C4-BC14-436C-ADB0-09DC41D72F1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89397" y="933450"/>
            <a:ext cx="1438088" cy="1571625"/>
          </a:xfrm>
          <a:custGeom>
            <a:avLst/>
            <a:gdLst>
              <a:gd name="connsiteX0" fmla="*/ 0 w 2876550"/>
              <a:gd name="connsiteY0" fmla="*/ 0 h 3143250"/>
              <a:gd name="connsiteX1" fmla="*/ 2876550 w 2876550"/>
              <a:gd name="connsiteY1" fmla="*/ 0 h 3143250"/>
              <a:gd name="connsiteX2" fmla="*/ 2876550 w 2876550"/>
              <a:gd name="connsiteY2" fmla="*/ 3143250 h 3143250"/>
              <a:gd name="connsiteX3" fmla="*/ 0 w 2876550"/>
              <a:gd name="connsiteY3" fmla="*/ 3143250 h 314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6550" h="3143250">
                <a:moveTo>
                  <a:pt x="0" y="0"/>
                </a:moveTo>
                <a:lnTo>
                  <a:pt x="2876550" y="0"/>
                </a:lnTo>
                <a:lnTo>
                  <a:pt x="2876550" y="3143250"/>
                </a:lnTo>
                <a:lnTo>
                  <a:pt x="0" y="31432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0A1AA56A-4341-4938-9A18-9B4699C88F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64516" y="933450"/>
            <a:ext cx="1438088" cy="1571625"/>
          </a:xfrm>
          <a:custGeom>
            <a:avLst/>
            <a:gdLst>
              <a:gd name="connsiteX0" fmla="*/ 0 w 2876550"/>
              <a:gd name="connsiteY0" fmla="*/ 0 h 3143250"/>
              <a:gd name="connsiteX1" fmla="*/ 2876550 w 2876550"/>
              <a:gd name="connsiteY1" fmla="*/ 0 h 3143250"/>
              <a:gd name="connsiteX2" fmla="*/ 2876550 w 2876550"/>
              <a:gd name="connsiteY2" fmla="*/ 3143250 h 3143250"/>
              <a:gd name="connsiteX3" fmla="*/ 0 w 2876550"/>
              <a:gd name="connsiteY3" fmla="*/ 3143250 h 314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6550" h="3143250">
                <a:moveTo>
                  <a:pt x="0" y="0"/>
                </a:moveTo>
                <a:lnTo>
                  <a:pt x="2876550" y="0"/>
                </a:lnTo>
                <a:lnTo>
                  <a:pt x="2876550" y="3143250"/>
                </a:lnTo>
                <a:lnTo>
                  <a:pt x="0" y="31432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AF6D4B1-9881-4261-92C1-B717CE6B5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39635" y="933450"/>
            <a:ext cx="1438088" cy="1571625"/>
          </a:xfrm>
          <a:custGeom>
            <a:avLst/>
            <a:gdLst>
              <a:gd name="connsiteX0" fmla="*/ 0 w 2876550"/>
              <a:gd name="connsiteY0" fmla="*/ 0 h 3143250"/>
              <a:gd name="connsiteX1" fmla="*/ 2876550 w 2876550"/>
              <a:gd name="connsiteY1" fmla="*/ 0 h 3143250"/>
              <a:gd name="connsiteX2" fmla="*/ 2876550 w 2876550"/>
              <a:gd name="connsiteY2" fmla="*/ 3143250 h 3143250"/>
              <a:gd name="connsiteX3" fmla="*/ 0 w 2876550"/>
              <a:gd name="connsiteY3" fmla="*/ 3143250 h 314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6550" h="3143250">
                <a:moveTo>
                  <a:pt x="0" y="0"/>
                </a:moveTo>
                <a:lnTo>
                  <a:pt x="2876550" y="0"/>
                </a:lnTo>
                <a:lnTo>
                  <a:pt x="2876550" y="3143250"/>
                </a:lnTo>
                <a:lnTo>
                  <a:pt x="0" y="31432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4E6DD8C9-03BB-49E3-A9B8-A0EFEABFBD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514278" y="3714750"/>
            <a:ext cx="1438088" cy="1571625"/>
          </a:xfrm>
          <a:custGeom>
            <a:avLst/>
            <a:gdLst>
              <a:gd name="connsiteX0" fmla="*/ 0 w 2876550"/>
              <a:gd name="connsiteY0" fmla="*/ 0 h 3143250"/>
              <a:gd name="connsiteX1" fmla="*/ 2876550 w 2876550"/>
              <a:gd name="connsiteY1" fmla="*/ 0 h 3143250"/>
              <a:gd name="connsiteX2" fmla="*/ 2876550 w 2876550"/>
              <a:gd name="connsiteY2" fmla="*/ 3143250 h 3143250"/>
              <a:gd name="connsiteX3" fmla="*/ 0 w 2876550"/>
              <a:gd name="connsiteY3" fmla="*/ 3143250 h 314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6550" h="3143250">
                <a:moveTo>
                  <a:pt x="0" y="0"/>
                </a:moveTo>
                <a:lnTo>
                  <a:pt x="2876550" y="0"/>
                </a:lnTo>
                <a:lnTo>
                  <a:pt x="2876550" y="3143250"/>
                </a:lnTo>
                <a:lnTo>
                  <a:pt x="0" y="31432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DFAB2594-68AE-46A3-9D9A-148C9A705C0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089397" y="3714750"/>
            <a:ext cx="1438088" cy="1571625"/>
          </a:xfrm>
          <a:custGeom>
            <a:avLst/>
            <a:gdLst>
              <a:gd name="connsiteX0" fmla="*/ 0 w 2876550"/>
              <a:gd name="connsiteY0" fmla="*/ 0 h 3143250"/>
              <a:gd name="connsiteX1" fmla="*/ 2876550 w 2876550"/>
              <a:gd name="connsiteY1" fmla="*/ 0 h 3143250"/>
              <a:gd name="connsiteX2" fmla="*/ 2876550 w 2876550"/>
              <a:gd name="connsiteY2" fmla="*/ 3143250 h 3143250"/>
              <a:gd name="connsiteX3" fmla="*/ 0 w 2876550"/>
              <a:gd name="connsiteY3" fmla="*/ 3143250 h 314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6550" h="3143250">
                <a:moveTo>
                  <a:pt x="0" y="0"/>
                </a:moveTo>
                <a:lnTo>
                  <a:pt x="2876550" y="0"/>
                </a:lnTo>
                <a:lnTo>
                  <a:pt x="2876550" y="3143250"/>
                </a:lnTo>
                <a:lnTo>
                  <a:pt x="0" y="31432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5DF9FA7A-DB60-4682-8CAB-2AC84C80FAD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664516" y="3714750"/>
            <a:ext cx="1438088" cy="1571625"/>
          </a:xfrm>
          <a:custGeom>
            <a:avLst/>
            <a:gdLst>
              <a:gd name="connsiteX0" fmla="*/ 0 w 2876550"/>
              <a:gd name="connsiteY0" fmla="*/ 0 h 3143250"/>
              <a:gd name="connsiteX1" fmla="*/ 2876550 w 2876550"/>
              <a:gd name="connsiteY1" fmla="*/ 0 h 3143250"/>
              <a:gd name="connsiteX2" fmla="*/ 2876550 w 2876550"/>
              <a:gd name="connsiteY2" fmla="*/ 3143250 h 3143250"/>
              <a:gd name="connsiteX3" fmla="*/ 0 w 2876550"/>
              <a:gd name="connsiteY3" fmla="*/ 3143250 h 314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6550" h="3143250">
                <a:moveTo>
                  <a:pt x="0" y="0"/>
                </a:moveTo>
                <a:lnTo>
                  <a:pt x="2876550" y="0"/>
                </a:lnTo>
                <a:lnTo>
                  <a:pt x="2876550" y="3143250"/>
                </a:lnTo>
                <a:lnTo>
                  <a:pt x="0" y="31432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16669351-C444-4EC3-976D-DAFD767ED96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239635" y="3714750"/>
            <a:ext cx="1438088" cy="1571625"/>
          </a:xfrm>
          <a:custGeom>
            <a:avLst/>
            <a:gdLst>
              <a:gd name="connsiteX0" fmla="*/ 0 w 2876550"/>
              <a:gd name="connsiteY0" fmla="*/ 0 h 3143250"/>
              <a:gd name="connsiteX1" fmla="*/ 2876550 w 2876550"/>
              <a:gd name="connsiteY1" fmla="*/ 0 h 3143250"/>
              <a:gd name="connsiteX2" fmla="*/ 2876550 w 2876550"/>
              <a:gd name="connsiteY2" fmla="*/ 3143250 h 3143250"/>
              <a:gd name="connsiteX3" fmla="*/ 0 w 2876550"/>
              <a:gd name="connsiteY3" fmla="*/ 3143250 h 314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6550" h="3143250">
                <a:moveTo>
                  <a:pt x="0" y="0"/>
                </a:moveTo>
                <a:lnTo>
                  <a:pt x="2876550" y="0"/>
                </a:lnTo>
                <a:lnTo>
                  <a:pt x="2876550" y="3143250"/>
                </a:lnTo>
                <a:lnTo>
                  <a:pt x="0" y="31432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106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399DF4-D239-4B46-A59E-3F2D266B8AC5}"/>
              </a:ext>
            </a:extLst>
          </p:cNvPr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BD3B56C-6673-4097-B43C-40AB7C20EE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57125" y="1193177"/>
            <a:ext cx="2474760" cy="2071688"/>
          </a:xfrm>
          <a:custGeom>
            <a:avLst/>
            <a:gdLst>
              <a:gd name="connsiteX0" fmla="*/ 0 w 4950165"/>
              <a:gd name="connsiteY0" fmla="*/ 0 h 4143375"/>
              <a:gd name="connsiteX1" fmla="*/ 4950165 w 4950165"/>
              <a:gd name="connsiteY1" fmla="*/ 0 h 4143375"/>
              <a:gd name="connsiteX2" fmla="*/ 4950165 w 4950165"/>
              <a:gd name="connsiteY2" fmla="*/ 4143375 h 4143375"/>
              <a:gd name="connsiteX3" fmla="*/ 0 w 4950165"/>
              <a:gd name="connsiteY3" fmla="*/ 4143375 h 414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50165" h="4143375">
                <a:moveTo>
                  <a:pt x="0" y="0"/>
                </a:moveTo>
                <a:lnTo>
                  <a:pt x="4950165" y="0"/>
                </a:lnTo>
                <a:lnTo>
                  <a:pt x="4950165" y="4143375"/>
                </a:lnTo>
                <a:lnTo>
                  <a:pt x="0" y="414337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4AD6E42-B8ED-45FE-80BA-270BE28BE3E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60114" y="1193177"/>
            <a:ext cx="2474760" cy="2071688"/>
          </a:xfrm>
          <a:custGeom>
            <a:avLst/>
            <a:gdLst>
              <a:gd name="connsiteX0" fmla="*/ 0 w 4950164"/>
              <a:gd name="connsiteY0" fmla="*/ 0 h 4143375"/>
              <a:gd name="connsiteX1" fmla="*/ 4950164 w 4950164"/>
              <a:gd name="connsiteY1" fmla="*/ 0 h 4143375"/>
              <a:gd name="connsiteX2" fmla="*/ 4950164 w 4950164"/>
              <a:gd name="connsiteY2" fmla="*/ 4143375 h 4143375"/>
              <a:gd name="connsiteX3" fmla="*/ 0 w 4950164"/>
              <a:gd name="connsiteY3" fmla="*/ 4143375 h 414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50164" h="4143375">
                <a:moveTo>
                  <a:pt x="0" y="0"/>
                </a:moveTo>
                <a:lnTo>
                  <a:pt x="4950164" y="0"/>
                </a:lnTo>
                <a:lnTo>
                  <a:pt x="4950164" y="4143375"/>
                </a:lnTo>
                <a:lnTo>
                  <a:pt x="0" y="414337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B2CF020-4972-4FDF-8E27-E1B874D0649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57125" y="3593137"/>
            <a:ext cx="2474760" cy="2071688"/>
          </a:xfrm>
          <a:custGeom>
            <a:avLst/>
            <a:gdLst>
              <a:gd name="connsiteX0" fmla="*/ 0 w 4950165"/>
              <a:gd name="connsiteY0" fmla="*/ 0 h 4143375"/>
              <a:gd name="connsiteX1" fmla="*/ 4950165 w 4950165"/>
              <a:gd name="connsiteY1" fmla="*/ 0 h 4143375"/>
              <a:gd name="connsiteX2" fmla="*/ 4950165 w 4950165"/>
              <a:gd name="connsiteY2" fmla="*/ 4143375 h 4143375"/>
              <a:gd name="connsiteX3" fmla="*/ 0 w 4950165"/>
              <a:gd name="connsiteY3" fmla="*/ 4143375 h 414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50165" h="4143375">
                <a:moveTo>
                  <a:pt x="0" y="0"/>
                </a:moveTo>
                <a:lnTo>
                  <a:pt x="4950165" y="0"/>
                </a:lnTo>
                <a:lnTo>
                  <a:pt x="4950165" y="4143375"/>
                </a:lnTo>
                <a:lnTo>
                  <a:pt x="0" y="414337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DEDE4E0-4295-4EC1-B674-5609175C4D6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60114" y="3593137"/>
            <a:ext cx="2474760" cy="2071688"/>
          </a:xfrm>
          <a:custGeom>
            <a:avLst/>
            <a:gdLst>
              <a:gd name="connsiteX0" fmla="*/ 0 w 4950164"/>
              <a:gd name="connsiteY0" fmla="*/ 0 h 4143375"/>
              <a:gd name="connsiteX1" fmla="*/ 4950164 w 4950164"/>
              <a:gd name="connsiteY1" fmla="*/ 0 h 4143375"/>
              <a:gd name="connsiteX2" fmla="*/ 4950164 w 4950164"/>
              <a:gd name="connsiteY2" fmla="*/ 4143375 h 4143375"/>
              <a:gd name="connsiteX3" fmla="*/ 0 w 4950164"/>
              <a:gd name="connsiteY3" fmla="*/ 4143375 h 414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50164" h="4143375">
                <a:moveTo>
                  <a:pt x="0" y="0"/>
                </a:moveTo>
                <a:lnTo>
                  <a:pt x="4950164" y="0"/>
                </a:lnTo>
                <a:lnTo>
                  <a:pt x="4950164" y="4143375"/>
                </a:lnTo>
                <a:lnTo>
                  <a:pt x="0" y="414337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517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CDD5BDAE-070D-466F-9878-EB1BC2848E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81742" y="647700"/>
            <a:ext cx="10628516" cy="5524500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462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CDD5BDAE-070D-466F-9878-EB1BC2848E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81742" y="647700"/>
            <a:ext cx="10628516" cy="5524500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79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EC47BBF-5081-44C2-A39B-5B7D55A2CA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81742" y="647700"/>
            <a:ext cx="5314258" cy="5524500"/>
          </a:xfrm>
          <a:custGeom>
            <a:avLst/>
            <a:gdLst>
              <a:gd name="connsiteX0" fmla="*/ 0 w 10629899"/>
              <a:gd name="connsiteY0" fmla="*/ 0 h 11049000"/>
              <a:gd name="connsiteX1" fmla="*/ 10629899 w 10629899"/>
              <a:gd name="connsiteY1" fmla="*/ 0 h 11049000"/>
              <a:gd name="connsiteX2" fmla="*/ 10629899 w 10629899"/>
              <a:gd name="connsiteY2" fmla="*/ 11049000 h 11049000"/>
              <a:gd name="connsiteX3" fmla="*/ 0 w 10629899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9899" h="11049000">
                <a:moveTo>
                  <a:pt x="0" y="0"/>
                </a:moveTo>
                <a:lnTo>
                  <a:pt x="10629899" y="0"/>
                </a:lnTo>
                <a:lnTo>
                  <a:pt x="10629899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59F983A-E9C3-445F-A7F1-45E2008FDC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3429000"/>
            <a:ext cx="2638804" cy="2743200"/>
          </a:xfrm>
          <a:custGeom>
            <a:avLst/>
            <a:gdLst>
              <a:gd name="connsiteX0" fmla="*/ 0 w 5278295"/>
              <a:gd name="connsiteY0" fmla="*/ 0 h 5486400"/>
              <a:gd name="connsiteX1" fmla="*/ 5278295 w 5278295"/>
              <a:gd name="connsiteY1" fmla="*/ 0 h 5486400"/>
              <a:gd name="connsiteX2" fmla="*/ 5278295 w 5278295"/>
              <a:gd name="connsiteY2" fmla="*/ 5486400 h 5486400"/>
              <a:gd name="connsiteX3" fmla="*/ 0 w 5278295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78295" h="5486400">
                <a:moveTo>
                  <a:pt x="0" y="0"/>
                </a:moveTo>
                <a:lnTo>
                  <a:pt x="5278295" y="0"/>
                </a:lnTo>
                <a:lnTo>
                  <a:pt x="5278295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DE4FB34-EA53-468B-BEDD-E3F16B8A78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4804" y="647700"/>
            <a:ext cx="2675454" cy="2781300"/>
          </a:xfrm>
          <a:custGeom>
            <a:avLst/>
            <a:gdLst>
              <a:gd name="connsiteX0" fmla="*/ 0 w 5351604"/>
              <a:gd name="connsiteY0" fmla="*/ 0 h 5562600"/>
              <a:gd name="connsiteX1" fmla="*/ 5351604 w 5351604"/>
              <a:gd name="connsiteY1" fmla="*/ 0 h 5562600"/>
              <a:gd name="connsiteX2" fmla="*/ 5351604 w 5351604"/>
              <a:gd name="connsiteY2" fmla="*/ 5562600 h 5562600"/>
              <a:gd name="connsiteX3" fmla="*/ 0 w 5351604"/>
              <a:gd name="connsiteY3" fmla="*/ 5562600 h 556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51604" h="5562600">
                <a:moveTo>
                  <a:pt x="0" y="0"/>
                </a:moveTo>
                <a:lnTo>
                  <a:pt x="5351604" y="0"/>
                </a:lnTo>
                <a:lnTo>
                  <a:pt x="5351604" y="5562600"/>
                </a:lnTo>
                <a:lnTo>
                  <a:pt x="0" y="55626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447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7649B2-2893-4336-9F6A-E261B8C7C7DB}"/>
              </a:ext>
            </a:extLst>
          </p:cNvPr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B65CD39-C441-4C4E-B863-AA8AF4602A4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39288" y="1416471"/>
            <a:ext cx="4022844" cy="4025057"/>
          </a:xfrm>
          <a:custGeom>
            <a:avLst/>
            <a:gdLst>
              <a:gd name="connsiteX0" fmla="*/ 4023368 w 8046736"/>
              <a:gd name="connsiteY0" fmla="*/ 0 h 8050114"/>
              <a:gd name="connsiteX1" fmla="*/ 6418354 w 8046736"/>
              <a:gd name="connsiteY1" fmla="*/ 991982 h 8050114"/>
              <a:gd name="connsiteX2" fmla="*/ 7055170 w 8046736"/>
              <a:gd name="connsiteY2" fmla="*/ 1629066 h 8050114"/>
              <a:gd name="connsiteX3" fmla="*/ 7055170 w 8046736"/>
              <a:gd name="connsiteY3" fmla="*/ 6421048 h 8050114"/>
              <a:gd name="connsiteX4" fmla="*/ 6418354 w 8046736"/>
              <a:gd name="connsiteY4" fmla="*/ 7058133 h 8050114"/>
              <a:gd name="connsiteX5" fmla="*/ 1628382 w 8046736"/>
              <a:gd name="connsiteY5" fmla="*/ 7058133 h 8050114"/>
              <a:gd name="connsiteX6" fmla="*/ 991565 w 8046736"/>
              <a:gd name="connsiteY6" fmla="*/ 6421048 h 8050114"/>
              <a:gd name="connsiteX7" fmla="*/ 991565 w 8046736"/>
              <a:gd name="connsiteY7" fmla="*/ 1629066 h 8050114"/>
              <a:gd name="connsiteX8" fmla="*/ 1628382 w 8046736"/>
              <a:gd name="connsiteY8" fmla="*/ 991982 h 8050114"/>
              <a:gd name="connsiteX9" fmla="*/ 4023368 w 8046736"/>
              <a:gd name="connsiteY9" fmla="*/ 0 h 805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46736" h="8050114">
                <a:moveTo>
                  <a:pt x="4023368" y="0"/>
                </a:moveTo>
                <a:cubicBezTo>
                  <a:pt x="4890340" y="0"/>
                  <a:pt x="5757310" y="330660"/>
                  <a:pt x="6418354" y="991982"/>
                </a:cubicBezTo>
                <a:cubicBezTo>
                  <a:pt x="7055170" y="1629066"/>
                  <a:pt x="7055170" y="1629066"/>
                  <a:pt x="7055170" y="1629066"/>
                </a:cubicBezTo>
                <a:cubicBezTo>
                  <a:pt x="8377258" y="2951708"/>
                  <a:pt x="8377258" y="5098406"/>
                  <a:pt x="7055170" y="6421048"/>
                </a:cubicBezTo>
                <a:cubicBezTo>
                  <a:pt x="6418354" y="7058133"/>
                  <a:pt x="6418354" y="7058133"/>
                  <a:pt x="6418354" y="7058133"/>
                </a:cubicBezTo>
                <a:cubicBezTo>
                  <a:pt x="5096266" y="8380775"/>
                  <a:pt x="2950470" y="8380775"/>
                  <a:pt x="1628382" y="7058133"/>
                </a:cubicBezTo>
                <a:cubicBezTo>
                  <a:pt x="991565" y="6421048"/>
                  <a:pt x="991565" y="6421048"/>
                  <a:pt x="991565" y="6421048"/>
                </a:cubicBezTo>
                <a:cubicBezTo>
                  <a:pt x="-330522" y="5098406"/>
                  <a:pt x="-330522" y="2951708"/>
                  <a:pt x="991565" y="1629066"/>
                </a:cubicBezTo>
                <a:cubicBezTo>
                  <a:pt x="1628382" y="991982"/>
                  <a:pt x="1628382" y="991982"/>
                  <a:pt x="1628382" y="991982"/>
                </a:cubicBezTo>
                <a:cubicBezTo>
                  <a:pt x="2289426" y="330660"/>
                  <a:pt x="3156397" y="0"/>
                  <a:pt x="4023368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451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7649B2-2893-4336-9F6A-E261B8C7C7DB}"/>
              </a:ext>
            </a:extLst>
          </p:cNvPr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B65CD39-C441-4C4E-B863-AA8AF4602A4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82384" y="1916958"/>
            <a:ext cx="3022422" cy="3024085"/>
          </a:xfrm>
          <a:custGeom>
            <a:avLst/>
            <a:gdLst>
              <a:gd name="connsiteX0" fmla="*/ 4023368 w 8046736"/>
              <a:gd name="connsiteY0" fmla="*/ 0 h 8050114"/>
              <a:gd name="connsiteX1" fmla="*/ 6418354 w 8046736"/>
              <a:gd name="connsiteY1" fmla="*/ 991982 h 8050114"/>
              <a:gd name="connsiteX2" fmla="*/ 7055170 w 8046736"/>
              <a:gd name="connsiteY2" fmla="*/ 1629066 h 8050114"/>
              <a:gd name="connsiteX3" fmla="*/ 7055170 w 8046736"/>
              <a:gd name="connsiteY3" fmla="*/ 6421048 h 8050114"/>
              <a:gd name="connsiteX4" fmla="*/ 6418354 w 8046736"/>
              <a:gd name="connsiteY4" fmla="*/ 7058133 h 8050114"/>
              <a:gd name="connsiteX5" fmla="*/ 1628382 w 8046736"/>
              <a:gd name="connsiteY5" fmla="*/ 7058133 h 8050114"/>
              <a:gd name="connsiteX6" fmla="*/ 991565 w 8046736"/>
              <a:gd name="connsiteY6" fmla="*/ 6421048 h 8050114"/>
              <a:gd name="connsiteX7" fmla="*/ 991565 w 8046736"/>
              <a:gd name="connsiteY7" fmla="*/ 1629066 h 8050114"/>
              <a:gd name="connsiteX8" fmla="*/ 1628382 w 8046736"/>
              <a:gd name="connsiteY8" fmla="*/ 991982 h 8050114"/>
              <a:gd name="connsiteX9" fmla="*/ 4023368 w 8046736"/>
              <a:gd name="connsiteY9" fmla="*/ 0 h 805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46736" h="8050114">
                <a:moveTo>
                  <a:pt x="4023368" y="0"/>
                </a:moveTo>
                <a:cubicBezTo>
                  <a:pt x="4890340" y="0"/>
                  <a:pt x="5757310" y="330660"/>
                  <a:pt x="6418354" y="991982"/>
                </a:cubicBezTo>
                <a:cubicBezTo>
                  <a:pt x="7055170" y="1629066"/>
                  <a:pt x="7055170" y="1629066"/>
                  <a:pt x="7055170" y="1629066"/>
                </a:cubicBezTo>
                <a:cubicBezTo>
                  <a:pt x="8377258" y="2951708"/>
                  <a:pt x="8377258" y="5098406"/>
                  <a:pt x="7055170" y="6421048"/>
                </a:cubicBezTo>
                <a:cubicBezTo>
                  <a:pt x="6418354" y="7058133"/>
                  <a:pt x="6418354" y="7058133"/>
                  <a:pt x="6418354" y="7058133"/>
                </a:cubicBezTo>
                <a:cubicBezTo>
                  <a:pt x="5096266" y="8380775"/>
                  <a:pt x="2950470" y="8380775"/>
                  <a:pt x="1628382" y="7058133"/>
                </a:cubicBezTo>
                <a:cubicBezTo>
                  <a:pt x="991565" y="6421048"/>
                  <a:pt x="991565" y="6421048"/>
                  <a:pt x="991565" y="6421048"/>
                </a:cubicBezTo>
                <a:cubicBezTo>
                  <a:pt x="-330522" y="5098406"/>
                  <a:pt x="-330522" y="2951708"/>
                  <a:pt x="991565" y="1629066"/>
                </a:cubicBezTo>
                <a:cubicBezTo>
                  <a:pt x="1628382" y="991982"/>
                  <a:pt x="1628382" y="991982"/>
                  <a:pt x="1628382" y="991982"/>
                </a:cubicBezTo>
                <a:cubicBezTo>
                  <a:pt x="2289426" y="330660"/>
                  <a:pt x="3156397" y="0"/>
                  <a:pt x="4023368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4A0D30C-ACF0-4BE4-AC21-104BED13B44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52950" y="5007997"/>
            <a:ext cx="658867" cy="659230"/>
          </a:xfrm>
          <a:custGeom>
            <a:avLst/>
            <a:gdLst>
              <a:gd name="connsiteX0" fmla="*/ 4023368 w 8046736"/>
              <a:gd name="connsiteY0" fmla="*/ 0 h 8050114"/>
              <a:gd name="connsiteX1" fmla="*/ 6418354 w 8046736"/>
              <a:gd name="connsiteY1" fmla="*/ 991982 h 8050114"/>
              <a:gd name="connsiteX2" fmla="*/ 7055170 w 8046736"/>
              <a:gd name="connsiteY2" fmla="*/ 1629066 h 8050114"/>
              <a:gd name="connsiteX3" fmla="*/ 7055170 w 8046736"/>
              <a:gd name="connsiteY3" fmla="*/ 6421048 h 8050114"/>
              <a:gd name="connsiteX4" fmla="*/ 6418354 w 8046736"/>
              <a:gd name="connsiteY4" fmla="*/ 7058133 h 8050114"/>
              <a:gd name="connsiteX5" fmla="*/ 1628382 w 8046736"/>
              <a:gd name="connsiteY5" fmla="*/ 7058133 h 8050114"/>
              <a:gd name="connsiteX6" fmla="*/ 991565 w 8046736"/>
              <a:gd name="connsiteY6" fmla="*/ 6421048 h 8050114"/>
              <a:gd name="connsiteX7" fmla="*/ 991565 w 8046736"/>
              <a:gd name="connsiteY7" fmla="*/ 1629066 h 8050114"/>
              <a:gd name="connsiteX8" fmla="*/ 1628382 w 8046736"/>
              <a:gd name="connsiteY8" fmla="*/ 991982 h 8050114"/>
              <a:gd name="connsiteX9" fmla="*/ 4023368 w 8046736"/>
              <a:gd name="connsiteY9" fmla="*/ 0 h 805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46736" h="8050114">
                <a:moveTo>
                  <a:pt x="4023368" y="0"/>
                </a:moveTo>
                <a:cubicBezTo>
                  <a:pt x="4890340" y="0"/>
                  <a:pt x="5757310" y="330660"/>
                  <a:pt x="6418354" y="991982"/>
                </a:cubicBezTo>
                <a:cubicBezTo>
                  <a:pt x="7055170" y="1629066"/>
                  <a:pt x="7055170" y="1629066"/>
                  <a:pt x="7055170" y="1629066"/>
                </a:cubicBezTo>
                <a:cubicBezTo>
                  <a:pt x="8377258" y="2951708"/>
                  <a:pt x="8377258" y="5098406"/>
                  <a:pt x="7055170" y="6421048"/>
                </a:cubicBezTo>
                <a:cubicBezTo>
                  <a:pt x="6418354" y="7058133"/>
                  <a:pt x="6418354" y="7058133"/>
                  <a:pt x="6418354" y="7058133"/>
                </a:cubicBezTo>
                <a:cubicBezTo>
                  <a:pt x="5096266" y="8380775"/>
                  <a:pt x="2950470" y="8380775"/>
                  <a:pt x="1628382" y="7058133"/>
                </a:cubicBezTo>
                <a:cubicBezTo>
                  <a:pt x="991565" y="6421048"/>
                  <a:pt x="991565" y="6421048"/>
                  <a:pt x="991565" y="6421048"/>
                </a:cubicBezTo>
                <a:cubicBezTo>
                  <a:pt x="-330522" y="5098406"/>
                  <a:pt x="-330522" y="2951708"/>
                  <a:pt x="991565" y="1629066"/>
                </a:cubicBezTo>
                <a:cubicBezTo>
                  <a:pt x="1628382" y="991982"/>
                  <a:pt x="1628382" y="991982"/>
                  <a:pt x="1628382" y="991982"/>
                </a:cubicBezTo>
                <a:cubicBezTo>
                  <a:pt x="2289426" y="330660"/>
                  <a:pt x="3156397" y="0"/>
                  <a:pt x="4023368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34A3B7E-1B59-4F43-AA45-6E749DBEF8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9968" y="3094492"/>
            <a:ext cx="793621" cy="794057"/>
          </a:xfrm>
          <a:custGeom>
            <a:avLst/>
            <a:gdLst>
              <a:gd name="connsiteX0" fmla="*/ 4023368 w 8046736"/>
              <a:gd name="connsiteY0" fmla="*/ 0 h 8050114"/>
              <a:gd name="connsiteX1" fmla="*/ 6418354 w 8046736"/>
              <a:gd name="connsiteY1" fmla="*/ 991982 h 8050114"/>
              <a:gd name="connsiteX2" fmla="*/ 7055170 w 8046736"/>
              <a:gd name="connsiteY2" fmla="*/ 1629066 h 8050114"/>
              <a:gd name="connsiteX3" fmla="*/ 7055170 w 8046736"/>
              <a:gd name="connsiteY3" fmla="*/ 6421048 h 8050114"/>
              <a:gd name="connsiteX4" fmla="*/ 6418354 w 8046736"/>
              <a:gd name="connsiteY4" fmla="*/ 7058133 h 8050114"/>
              <a:gd name="connsiteX5" fmla="*/ 1628382 w 8046736"/>
              <a:gd name="connsiteY5" fmla="*/ 7058133 h 8050114"/>
              <a:gd name="connsiteX6" fmla="*/ 991565 w 8046736"/>
              <a:gd name="connsiteY6" fmla="*/ 6421048 h 8050114"/>
              <a:gd name="connsiteX7" fmla="*/ 991565 w 8046736"/>
              <a:gd name="connsiteY7" fmla="*/ 1629066 h 8050114"/>
              <a:gd name="connsiteX8" fmla="*/ 1628382 w 8046736"/>
              <a:gd name="connsiteY8" fmla="*/ 991982 h 8050114"/>
              <a:gd name="connsiteX9" fmla="*/ 4023368 w 8046736"/>
              <a:gd name="connsiteY9" fmla="*/ 0 h 805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46736" h="8050114">
                <a:moveTo>
                  <a:pt x="4023368" y="0"/>
                </a:moveTo>
                <a:cubicBezTo>
                  <a:pt x="4890340" y="0"/>
                  <a:pt x="5757310" y="330660"/>
                  <a:pt x="6418354" y="991982"/>
                </a:cubicBezTo>
                <a:cubicBezTo>
                  <a:pt x="7055170" y="1629066"/>
                  <a:pt x="7055170" y="1629066"/>
                  <a:pt x="7055170" y="1629066"/>
                </a:cubicBezTo>
                <a:cubicBezTo>
                  <a:pt x="8377258" y="2951708"/>
                  <a:pt x="8377258" y="5098406"/>
                  <a:pt x="7055170" y="6421048"/>
                </a:cubicBezTo>
                <a:cubicBezTo>
                  <a:pt x="6418354" y="7058133"/>
                  <a:pt x="6418354" y="7058133"/>
                  <a:pt x="6418354" y="7058133"/>
                </a:cubicBezTo>
                <a:cubicBezTo>
                  <a:pt x="5096266" y="8380775"/>
                  <a:pt x="2950470" y="8380775"/>
                  <a:pt x="1628382" y="7058133"/>
                </a:cubicBezTo>
                <a:cubicBezTo>
                  <a:pt x="991565" y="6421048"/>
                  <a:pt x="991565" y="6421048"/>
                  <a:pt x="991565" y="6421048"/>
                </a:cubicBezTo>
                <a:cubicBezTo>
                  <a:pt x="-330522" y="5098406"/>
                  <a:pt x="-330522" y="2951708"/>
                  <a:pt x="991565" y="1629066"/>
                </a:cubicBezTo>
                <a:cubicBezTo>
                  <a:pt x="1628382" y="991982"/>
                  <a:pt x="1628382" y="991982"/>
                  <a:pt x="1628382" y="991982"/>
                </a:cubicBezTo>
                <a:cubicBezTo>
                  <a:pt x="2289426" y="330660"/>
                  <a:pt x="3156397" y="0"/>
                  <a:pt x="4023368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E7420DC-E46C-44BE-A2FC-745D474ABE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52317" y="1286962"/>
            <a:ext cx="629650" cy="629996"/>
          </a:xfrm>
          <a:custGeom>
            <a:avLst/>
            <a:gdLst>
              <a:gd name="connsiteX0" fmla="*/ 4023368 w 8046736"/>
              <a:gd name="connsiteY0" fmla="*/ 0 h 8050114"/>
              <a:gd name="connsiteX1" fmla="*/ 6418354 w 8046736"/>
              <a:gd name="connsiteY1" fmla="*/ 991982 h 8050114"/>
              <a:gd name="connsiteX2" fmla="*/ 7055170 w 8046736"/>
              <a:gd name="connsiteY2" fmla="*/ 1629066 h 8050114"/>
              <a:gd name="connsiteX3" fmla="*/ 7055170 w 8046736"/>
              <a:gd name="connsiteY3" fmla="*/ 6421048 h 8050114"/>
              <a:gd name="connsiteX4" fmla="*/ 6418354 w 8046736"/>
              <a:gd name="connsiteY4" fmla="*/ 7058133 h 8050114"/>
              <a:gd name="connsiteX5" fmla="*/ 1628382 w 8046736"/>
              <a:gd name="connsiteY5" fmla="*/ 7058133 h 8050114"/>
              <a:gd name="connsiteX6" fmla="*/ 991565 w 8046736"/>
              <a:gd name="connsiteY6" fmla="*/ 6421048 h 8050114"/>
              <a:gd name="connsiteX7" fmla="*/ 991565 w 8046736"/>
              <a:gd name="connsiteY7" fmla="*/ 1629066 h 8050114"/>
              <a:gd name="connsiteX8" fmla="*/ 1628382 w 8046736"/>
              <a:gd name="connsiteY8" fmla="*/ 991982 h 8050114"/>
              <a:gd name="connsiteX9" fmla="*/ 4023368 w 8046736"/>
              <a:gd name="connsiteY9" fmla="*/ 0 h 805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46736" h="8050114">
                <a:moveTo>
                  <a:pt x="4023368" y="0"/>
                </a:moveTo>
                <a:cubicBezTo>
                  <a:pt x="4890340" y="0"/>
                  <a:pt x="5757310" y="330660"/>
                  <a:pt x="6418354" y="991982"/>
                </a:cubicBezTo>
                <a:cubicBezTo>
                  <a:pt x="7055170" y="1629066"/>
                  <a:pt x="7055170" y="1629066"/>
                  <a:pt x="7055170" y="1629066"/>
                </a:cubicBezTo>
                <a:cubicBezTo>
                  <a:pt x="8377258" y="2951708"/>
                  <a:pt x="8377258" y="5098406"/>
                  <a:pt x="7055170" y="6421048"/>
                </a:cubicBezTo>
                <a:cubicBezTo>
                  <a:pt x="6418354" y="7058133"/>
                  <a:pt x="6418354" y="7058133"/>
                  <a:pt x="6418354" y="7058133"/>
                </a:cubicBezTo>
                <a:cubicBezTo>
                  <a:pt x="5096266" y="8380775"/>
                  <a:pt x="2950470" y="8380775"/>
                  <a:pt x="1628382" y="7058133"/>
                </a:cubicBezTo>
                <a:cubicBezTo>
                  <a:pt x="991565" y="6421048"/>
                  <a:pt x="991565" y="6421048"/>
                  <a:pt x="991565" y="6421048"/>
                </a:cubicBezTo>
                <a:cubicBezTo>
                  <a:pt x="-330522" y="5098406"/>
                  <a:pt x="-330522" y="2951708"/>
                  <a:pt x="991565" y="1629066"/>
                </a:cubicBezTo>
                <a:cubicBezTo>
                  <a:pt x="1628382" y="991982"/>
                  <a:pt x="1628382" y="991982"/>
                  <a:pt x="1628382" y="991982"/>
                </a:cubicBezTo>
                <a:cubicBezTo>
                  <a:pt x="2289426" y="330660"/>
                  <a:pt x="3156397" y="0"/>
                  <a:pt x="4023368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939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6" grpId="0" animBg="1"/>
      <p:bldP spid="7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9AC5CB4-5FF9-4E18-9D94-94478F1FC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28821" y="87924"/>
            <a:ext cx="6934359" cy="6682152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9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45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9AC5CB4-5FF9-4E18-9D94-94478F1FC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1501" y="667781"/>
            <a:ext cx="5730875" cy="5522440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25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45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9AC5CB4-5FF9-4E18-9D94-94478F1FC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30924" y="-246184"/>
            <a:ext cx="7627794" cy="7350367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61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15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9AC5CB4-5FF9-4E18-9D94-94478F1FC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35716" y="-246184"/>
            <a:ext cx="7627794" cy="7350367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788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15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9AC5CB4-5FF9-4E18-9D94-94478F1FC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29597" y="-246184"/>
            <a:ext cx="8732806" cy="7350367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68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15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9AC5CB4-5FF9-4E18-9D94-94478F1FC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79722" y="667781"/>
            <a:ext cx="5730875" cy="5522440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62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45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9AC5CB4-5FF9-4E18-9D94-94478F1FC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30562" y="667781"/>
            <a:ext cx="5730875" cy="5522440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8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45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76F69F73-D8F6-4011-B18F-94501EB735F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81743" y="1953493"/>
            <a:ext cx="10628516" cy="4904509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13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76F69F73-D8F6-4011-B18F-94501EB735F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81743" y="0"/>
            <a:ext cx="10628516" cy="4904509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471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theme" Target="../theme/theme3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9A9AFC40-C19C-466C-9791-7DEB2FEE23C0}"/>
              </a:ext>
            </a:extLst>
          </p:cNvPr>
          <p:cNvSpPr txBox="1">
            <a:spLocks/>
          </p:cNvSpPr>
          <p:nvPr userDrawn="1"/>
        </p:nvSpPr>
        <p:spPr>
          <a:xfrm>
            <a:off x="11713226" y="6367063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700" b="1" dirty="0">
              <a:solidFill>
                <a:schemeClr val="tx1">
                  <a:lumMod val="90000"/>
                  <a:lumOff val="10000"/>
                </a:schemeClr>
              </a:solidFill>
              <a:latin typeface="+mj-lt"/>
            </a:endParaRPr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3377304C-9DD4-4699-B378-674485569779}"/>
              </a:ext>
            </a:extLst>
          </p:cNvPr>
          <p:cNvGrpSpPr/>
          <p:nvPr userDrawn="1"/>
        </p:nvGrpSpPr>
        <p:grpSpPr>
          <a:xfrm rot="5400000">
            <a:off x="382719" y="168047"/>
            <a:ext cx="51412" cy="349023"/>
            <a:chOff x="729638" y="739163"/>
            <a:chExt cx="102824" cy="698136"/>
          </a:xfrm>
        </p:grpSpPr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49B4F256-E5E5-4514-8124-346326987216}"/>
                </a:ext>
              </a:extLst>
            </p:cNvPr>
            <p:cNvSpPr/>
            <p:nvPr userDrawn="1"/>
          </p:nvSpPr>
          <p:spPr>
            <a:xfrm>
              <a:off x="729638" y="739163"/>
              <a:ext cx="102824" cy="102824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A30C5FF0-DC40-4A68-B3DD-90F08B400541}"/>
                </a:ext>
              </a:extLst>
            </p:cNvPr>
            <p:cNvSpPr/>
            <p:nvPr userDrawn="1"/>
          </p:nvSpPr>
          <p:spPr>
            <a:xfrm>
              <a:off x="729638" y="1036819"/>
              <a:ext cx="102824" cy="102824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B42FAED1-C994-470E-BF49-B9FD43CAE860}"/>
                </a:ext>
              </a:extLst>
            </p:cNvPr>
            <p:cNvSpPr/>
            <p:nvPr userDrawn="1"/>
          </p:nvSpPr>
          <p:spPr>
            <a:xfrm>
              <a:off x="729638" y="1334475"/>
              <a:ext cx="102824" cy="102824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3211548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1">
          <p15:clr>
            <a:srgbClr val="F26B43"/>
          </p15:clr>
        </p15:guide>
        <p15:guide id="3" orient="horz" pos="816">
          <p15:clr>
            <a:srgbClr val="F26B43"/>
          </p15:clr>
        </p15:guide>
        <p15:guide id="4" orient="horz" pos="7776">
          <p15:clr>
            <a:srgbClr val="F26B43"/>
          </p15:clr>
        </p15:guide>
        <p15:guide id="5" pos="14377">
          <p15:clr>
            <a:srgbClr val="F26B43"/>
          </p15:clr>
        </p15:guide>
        <p15:guide id="6" pos="98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DC360901-01AD-4430-8498-AB1A082771C1}"/>
              </a:ext>
            </a:extLst>
          </p:cNvPr>
          <p:cNvSpPr/>
          <p:nvPr userDrawn="1"/>
        </p:nvSpPr>
        <p:spPr>
          <a:xfrm>
            <a:off x="364772" y="369582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1BF17D6-2B7C-4C41-8849-23DB4B7E1C12}"/>
              </a:ext>
            </a:extLst>
          </p:cNvPr>
          <p:cNvSpPr/>
          <p:nvPr userDrawn="1"/>
        </p:nvSpPr>
        <p:spPr>
          <a:xfrm>
            <a:off x="364772" y="518410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9D41FB-1A1C-4F29-8C1E-719377825060}"/>
              </a:ext>
            </a:extLst>
          </p:cNvPr>
          <p:cNvSpPr/>
          <p:nvPr userDrawn="1"/>
        </p:nvSpPr>
        <p:spPr>
          <a:xfrm>
            <a:off x="364772" y="667238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9A9AFC40-C19C-466C-9791-7DEB2FEE23C0}"/>
              </a:ext>
            </a:extLst>
          </p:cNvPr>
          <p:cNvSpPr txBox="1">
            <a:spLocks/>
          </p:cNvSpPr>
          <p:nvPr userDrawn="1"/>
        </p:nvSpPr>
        <p:spPr>
          <a:xfrm>
            <a:off x="11702935" y="4438872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700" b="1" dirty="0">
              <a:solidFill>
                <a:schemeClr val="tx1">
                  <a:lumMod val="90000"/>
                  <a:lumOff val="1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04274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1">
          <p15:clr>
            <a:srgbClr val="F26B43"/>
          </p15:clr>
        </p15:guide>
        <p15:guide id="3" orient="horz" pos="816">
          <p15:clr>
            <a:srgbClr val="F26B43"/>
          </p15:clr>
        </p15:guide>
        <p15:guide id="4" orient="horz" pos="7776">
          <p15:clr>
            <a:srgbClr val="F26B43"/>
          </p15:clr>
        </p15:guide>
        <p15:guide id="5" pos="14377">
          <p15:clr>
            <a:srgbClr val="F26B43"/>
          </p15:clr>
        </p15:guide>
        <p15:guide id="6" pos="985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DC360901-01AD-4430-8498-AB1A082771C1}"/>
              </a:ext>
            </a:extLst>
          </p:cNvPr>
          <p:cNvSpPr/>
          <p:nvPr userDrawn="1"/>
        </p:nvSpPr>
        <p:spPr>
          <a:xfrm>
            <a:off x="364772" y="369582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1BF17D6-2B7C-4C41-8849-23DB4B7E1C12}"/>
              </a:ext>
            </a:extLst>
          </p:cNvPr>
          <p:cNvSpPr/>
          <p:nvPr userDrawn="1"/>
        </p:nvSpPr>
        <p:spPr>
          <a:xfrm>
            <a:off x="364772" y="518410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9D41FB-1A1C-4F29-8C1E-719377825060}"/>
              </a:ext>
            </a:extLst>
          </p:cNvPr>
          <p:cNvSpPr/>
          <p:nvPr userDrawn="1"/>
        </p:nvSpPr>
        <p:spPr>
          <a:xfrm>
            <a:off x="364772" y="667238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9A9AFC40-C19C-466C-9791-7DEB2FEE23C0}"/>
              </a:ext>
            </a:extLst>
          </p:cNvPr>
          <p:cNvSpPr txBox="1">
            <a:spLocks/>
          </p:cNvSpPr>
          <p:nvPr userDrawn="1"/>
        </p:nvSpPr>
        <p:spPr>
          <a:xfrm>
            <a:off x="11702935" y="4438872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700" b="1" dirty="0">
              <a:solidFill>
                <a:schemeClr val="tx1">
                  <a:lumMod val="90000"/>
                  <a:lumOff val="1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39771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2" r:id="rId24"/>
    <p:sldLayoutId id="2147483703" r:id="rId25"/>
    <p:sldLayoutId id="2147483704" r:id="rId26"/>
    <p:sldLayoutId id="2147483705" r:id="rId27"/>
    <p:sldLayoutId id="2147483706" r:id="rId28"/>
    <p:sldLayoutId id="2147483707" r:id="rId29"/>
    <p:sldLayoutId id="2147483708" r:id="rId30"/>
    <p:sldLayoutId id="2147483709" r:id="rId31"/>
    <p:sldLayoutId id="2147483710" r:id="rId32"/>
    <p:sldLayoutId id="2147483711" r:id="rId33"/>
    <p:sldLayoutId id="2147483712" r:id="rId34"/>
    <p:sldLayoutId id="2147483713" r:id="rId35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1">
          <p15:clr>
            <a:srgbClr val="F26B43"/>
          </p15:clr>
        </p15:guide>
        <p15:guide id="3" orient="horz" pos="816">
          <p15:clr>
            <a:srgbClr val="F26B43"/>
          </p15:clr>
        </p15:guide>
        <p15:guide id="4" orient="horz" pos="7776">
          <p15:clr>
            <a:srgbClr val="F26B43"/>
          </p15:clr>
        </p15:guide>
        <p15:guide id="5" pos="14377">
          <p15:clr>
            <a:srgbClr val="F26B43"/>
          </p15:clr>
        </p15:guide>
        <p15:guide id="6" pos="98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7.svg"/><Relationship Id="rId5" Type="http://schemas.openxmlformats.org/officeDocument/2006/relationships/image" Target="../media/image10.sv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C3D7B1F8-D3A6-4809-A550-0633CD45FABE}"/>
              </a:ext>
            </a:extLst>
          </p:cNvPr>
          <p:cNvSpPr>
            <a:spLocks noEditPoints="1"/>
          </p:cNvSpPr>
          <p:nvPr/>
        </p:nvSpPr>
        <p:spPr bwMode="auto">
          <a:xfrm>
            <a:off x="4446802" y="1779009"/>
            <a:ext cx="3298396" cy="3299983"/>
          </a:xfrm>
          <a:custGeom>
            <a:avLst/>
            <a:gdLst>
              <a:gd name="T0" fmla="*/ 1101 w 2076"/>
              <a:gd name="T1" fmla="*/ 2066 h 2076"/>
              <a:gd name="T2" fmla="*/ 1121 w 2076"/>
              <a:gd name="T3" fmla="*/ 2073 h 2076"/>
              <a:gd name="T4" fmla="*/ 1351 w 2076"/>
              <a:gd name="T5" fmla="*/ 2010 h 2076"/>
              <a:gd name="T6" fmla="*/ 856 w 2076"/>
              <a:gd name="T7" fmla="*/ 2060 h 2076"/>
              <a:gd name="T8" fmla="*/ 733 w 2076"/>
              <a:gd name="T9" fmla="*/ 2030 h 2076"/>
              <a:gd name="T10" fmla="*/ 738 w 2076"/>
              <a:gd name="T11" fmla="*/ 2014 h 2076"/>
              <a:gd name="T12" fmla="*/ 1377 w 2076"/>
              <a:gd name="T13" fmla="*/ 2001 h 2076"/>
              <a:gd name="T14" fmla="*/ 1505 w 2076"/>
              <a:gd name="T15" fmla="*/ 1946 h 2076"/>
              <a:gd name="T16" fmla="*/ 1513 w 2076"/>
              <a:gd name="T17" fmla="*/ 1961 h 2076"/>
              <a:gd name="T18" fmla="*/ 611 w 2076"/>
              <a:gd name="T19" fmla="*/ 1975 h 2076"/>
              <a:gd name="T20" fmla="*/ 406 w 2076"/>
              <a:gd name="T21" fmla="*/ 1841 h 2076"/>
              <a:gd name="T22" fmla="*/ 1624 w 2076"/>
              <a:gd name="T23" fmla="*/ 1885 h 2076"/>
              <a:gd name="T24" fmla="*/ 1802 w 2076"/>
              <a:gd name="T25" fmla="*/ 1728 h 2076"/>
              <a:gd name="T26" fmla="*/ 374 w 2076"/>
              <a:gd name="T27" fmla="*/ 1837 h 2076"/>
              <a:gd name="T28" fmla="*/ 358 w 2076"/>
              <a:gd name="T29" fmla="*/ 1820 h 2076"/>
              <a:gd name="T30" fmla="*/ 295 w 2076"/>
              <a:gd name="T31" fmla="*/ 1739 h 2076"/>
              <a:gd name="T32" fmla="*/ 1807 w 2076"/>
              <a:gd name="T33" fmla="*/ 1714 h 2076"/>
              <a:gd name="T34" fmla="*/ 1825 w 2076"/>
              <a:gd name="T35" fmla="*/ 1693 h 2076"/>
              <a:gd name="T36" fmla="*/ 1833 w 2076"/>
              <a:gd name="T37" fmla="*/ 1700 h 2076"/>
              <a:gd name="T38" fmla="*/ 183 w 2076"/>
              <a:gd name="T39" fmla="*/ 1621 h 2076"/>
              <a:gd name="T40" fmla="*/ 183 w 2076"/>
              <a:gd name="T41" fmla="*/ 1621 h 2076"/>
              <a:gd name="T42" fmla="*/ 1969 w 2076"/>
              <a:gd name="T43" fmla="*/ 1496 h 2076"/>
              <a:gd name="T44" fmla="*/ 2033 w 2076"/>
              <a:gd name="T45" fmla="*/ 1267 h 2076"/>
              <a:gd name="T46" fmla="*/ 1981 w 2076"/>
              <a:gd name="T47" fmla="*/ 1471 h 2076"/>
              <a:gd name="T48" fmla="*/ 52 w 2076"/>
              <a:gd name="T49" fmla="*/ 1336 h 2076"/>
              <a:gd name="T50" fmla="*/ 39 w 2076"/>
              <a:gd name="T51" fmla="*/ 1313 h 2076"/>
              <a:gd name="T52" fmla="*/ 12 w 2076"/>
              <a:gd name="T53" fmla="*/ 1197 h 2076"/>
              <a:gd name="T54" fmla="*/ 41 w 2076"/>
              <a:gd name="T55" fmla="*/ 1298 h 2076"/>
              <a:gd name="T56" fmla="*/ 2047 w 2076"/>
              <a:gd name="T57" fmla="*/ 1250 h 2076"/>
              <a:gd name="T58" fmla="*/ 2067 w 2076"/>
              <a:gd name="T59" fmla="*/ 997 h 2076"/>
              <a:gd name="T60" fmla="*/ 8 w 2076"/>
              <a:gd name="T61" fmla="*/ 1064 h 2076"/>
              <a:gd name="T62" fmla="*/ 8 w 2076"/>
              <a:gd name="T63" fmla="*/ 1035 h 2076"/>
              <a:gd name="T64" fmla="*/ 40 w 2076"/>
              <a:gd name="T65" fmla="*/ 821 h 2076"/>
              <a:gd name="T66" fmla="*/ 2074 w 2076"/>
              <a:gd name="T67" fmla="*/ 976 h 2076"/>
              <a:gd name="T68" fmla="*/ 2017 w 2076"/>
              <a:gd name="T69" fmla="*/ 740 h 2076"/>
              <a:gd name="T70" fmla="*/ 36 w 2076"/>
              <a:gd name="T71" fmla="*/ 800 h 2076"/>
              <a:gd name="T72" fmla="*/ 45 w 2076"/>
              <a:gd name="T73" fmla="*/ 773 h 2076"/>
              <a:gd name="T74" fmla="*/ 69 w 2076"/>
              <a:gd name="T75" fmla="*/ 666 h 2076"/>
              <a:gd name="T76" fmla="*/ 45 w 2076"/>
              <a:gd name="T77" fmla="*/ 773 h 2076"/>
              <a:gd name="T78" fmla="*/ 2007 w 2076"/>
              <a:gd name="T79" fmla="*/ 698 h 2076"/>
              <a:gd name="T80" fmla="*/ 1970 w 2076"/>
              <a:gd name="T81" fmla="*/ 582 h 2076"/>
              <a:gd name="T82" fmla="*/ 134 w 2076"/>
              <a:gd name="T83" fmla="*/ 553 h 2076"/>
              <a:gd name="T84" fmla="*/ 144 w 2076"/>
              <a:gd name="T85" fmla="*/ 527 h 2076"/>
              <a:gd name="T86" fmla="*/ 148 w 2076"/>
              <a:gd name="T87" fmla="*/ 528 h 2076"/>
              <a:gd name="T88" fmla="*/ 1901 w 2076"/>
              <a:gd name="T89" fmla="*/ 486 h 2076"/>
              <a:gd name="T90" fmla="*/ 1823 w 2076"/>
              <a:gd name="T91" fmla="*/ 359 h 2076"/>
              <a:gd name="T92" fmla="*/ 299 w 2076"/>
              <a:gd name="T93" fmla="*/ 330 h 2076"/>
              <a:gd name="T94" fmla="*/ 468 w 2076"/>
              <a:gd name="T95" fmla="*/ 171 h 2076"/>
              <a:gd name="T96" fmla="*/ 1724 w 2076"/>
              <a:gd name="T97" fmla="*/ 282 h 2076"/>
              <a:gd name="T98" fmla="*/ 1703 w 2076"/>
              <a:gd name="T99" fmla="*/ 263 h 2076"/>
              <a:gd name="T100" fmla="*/ 1714 w 2076"/>
              <a:gd name="T101" fmla="*/ 250 h 2076"/>
              <a:gd name="T102" fmla="*/ 503 w 2076"/>
              <a:gd name="T103" fmla="*/ 158 h 2076"/>
              <a:gd name="T104" fmla="*/ 602 w 2076"/>
              <a:gd name="T105" fmla="*/ 96 h 2076"/>
              <a:gd name="T106" fmla="*/ 609 w 2076"/>
              <a:gd name="T107" fmla="*/ 112 h 2076"/>
              <a:gd name="T108" fmla="*/ 1504 w 2076"/>
              <a:gd name="T109" fmla="*/ 120 h 2076"/>
              <a:gd name="T110" fmla="*/ 1288 w 2076"/>
              <a:gd name="T111" fmla="*/ 48 h 2076"/>
              <a:gd name="T112" fmla="*/ 1494 w 2076"/>
              <a:gd name="T113" fmla="*/ 115 h 2076"/>
              <a:gd name="T114" fmla="*/ 764 w 2076"/>
              <a:gd name="T115" fmla="*/ 54 h 2076"/>
              <a:gd name="T116" fmla="*/ 767 w 2076"/>
              <a:gd name="T117" fmla="*/ 54 h 2076"/>
              <a:gd name="T118" fmla="*/ 1263 w 2076"/>
              <a:gd name="T119" fmla="*/ 42 h 2076"/>
              <a:gd name="T120" fmla="*/ 1019 w 2076"/>
              <a:gd name="T121" fmla="*/ 9 h 2076"/>
              <a:gd name="T122" fmla="*/ 990 w 2076"/>
              <a:gd name="T123" fmla="*/ 10 h 20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076" h="2076">
                <a:moveTo>
                  <a:pt x="1038" y="2076"/>
                </a:moveTo>
                <a:cubicBezTo>
                  <a:pt x="1024" y="2076"/>
                  <a:pt x="1010" y="2076"/>
                  <a:pt x="996" y="2076"/>
                </a:cubicBezTo>
                <a:cubicBezTo>
                  <a:pt x="958" y="2074"/>
                  <a:pt x="920" y="2070"/>
                  <a:pt x="883" y="2065"/>
                </a:cubicBezTo>
                <a:cubicBezTo>
                  <a:pt x="878" y="2064"/>
                  <a:pt x="875" y="2060"/>
                  <a:pt x="876" y="2055"/>
                </a:cubicBezTo>
                <a:cubicBezTo>
                  <a:pt x="876" y="2051"/>
                  <a:pt x="881" y="2047"/>
                  <a:pt x="885" y="2048"/>
                </a:cubicBezTo>
                <a:cubicBezTo>
                  <a:pt x="922" y="2054"/>
                  <a:pt x="960" y="2057"/>
                  <a:pt x="997" y="2059"/>
                </a:cubicBezTo>
                <a:cubicBezTo>
                  <a:pt x="1028" y="2060"/>
                  <a:pt x="1060" y="2060"/>
                  <a:pt x="1092" y="2058"/>
                </a:cubicBezTo>
                <a:cubicBezTo>
                  <a:pt x="1097" y="2058"/>
                  <a:pt x="1101" y="2061"/>
                  <a:pt x="1101" y="2066"/>
                </a:cubicBezTo>
                <a:cubicBezTo>
                  <a:pt x="1101" y="2071"/>
                  <a:pt x="1098" y="2075"/>
                  <a:pt x="1093" y="2075"/>
                </a:cubicBezTo>
                <a:cubicBezTo>
                  <a:pt x="1075" y="2076"/>
                  <a:pt x="1057" y="2076"/>
                  <a:pt x="1038" y="2076"/>
                </a:cubicBezTo>
                <a:close/>
                <a:moveTo>
                  <a:pt x="1121" y="2073"/>
                </a:moveTo>
                <a:cubicBezTo>
                  <a:pt x="1116" y="2073"/>
                  <a:pt x="1113" y="2070"/>
                  <a:pt x="1112" y="2065"/>
                </a:cubicBezTo>
                <a:cubicBezTo>
                  <a:pt x="1112" y="2061"/>
                  <a:pt x="1116" y="2057"/>
                  <a:pt x="1120" y="2056"/>
                </a:cubicBezTo>
                <a:cubicBezTo>
                  <a:pt x="1125" y="2056"/>
                  <a:pt x="1129" y="2059"/>
                  <a:pt x="1129" y="2064"/>
                </a:cubicBezTo>
                <a:cubicBezTo>
                  <a:pt x="1130" y="2069"/>
                  <a:pt x="1126" y="2073"/>
                  <a:pt x="1122" y="2073"/>
                </a:cubicBezTo>
                <a:cubicBezTo>
                  <a:pt x="1121" y="2073"/>
                  <a:pt x="1121" y="2073"/>
                  <a:pt x="1121" y="2073"/>
                </a:cubicBezTo>
                <a:close/>
                <a:moveTo>
                  <a:pt x="1149" y="2070"/>
                </a:moveTo>
                <a:cubicBezTo>
                  <a:pt x="1145" y="2070"/>
                  <a:pt x="1141" y="2067"/>
                  <a:pt x="1141" y="2063"/>
                </a:cubicBezTo>
                <a:cubicBezTo>
                  <a:pt x="1140" y="2061"/>
                  <a:pt x="1141" y="2058"/>
                  <a:pt x="1142" y="2057"/>
                </a:cubicBezTo>
                <a:cubicBezTo>
                  <a:pt x="1144" y="2055"/>
                  <a:pt x="1146" y="2054"/>
                  <a:pt x="1148" y="2054"/>
                </a:cubicBezTo>
                <a:cubicBezTo>
                  <a:pt x="1185" y="2050"/>
                  <a:pt x="1222" y="2043"/>
                  <a:pt x="1259" y="2035"/>
                </a:cubicBezTo>
                <a:cubicBezTo>
                  <a:pt x="1259" y="2035"/>
                  <a:pt x="1259" y="2035"/>
                  <a:pt x="1259" y="2035"/>
                </a:cubicBezTo>
                <a:cubicBezTo>
                  <a:pt x="1259" y="2035"/>
                  <a:pt x="1259" y="2035"/>
                  <a:pt x="1259" y="2035"/>
                </a:cubicBezTo>
                <a:cubicBezTo>
                  <a:pt x="1290" y="2028"/>
                  <a:pt x="1321" y="2020"/>
                  <a:pt x="1351" y="2010"/>
                </a:cubicBezTo>
                <a:cubicBezTo>
                  <a:pt x="1355" y="2009"/>
                  <a:pt x="1360" y="2011"/>
                  <a:pt x="1361" y="2016"/>
                </a:cubicBezTo>
                <a:cubicBezTo>
                  <a:pt x="1362" y="2018"/>
                  <a:pt x="1362" y="2020"/>
                  <a:pt x="1361" y="2022"/>
                </a:cubicBezTo>
                <a:cubicBezTo>
                  <a:pt x="1360" y="2024"/>
                  <a:pt x="1358" y="2026"/>
                  <a:pt x="1356" y="2026"/>
                </a:cubicBezTo>
                <a:cubicBezTo>
                  <a:pt x="1325" y="2036"/>
                  <a:pt x="1294" y="2045"/>
                  <a:pt x="1262" y="2052"/>
                </a:cubicBezTo>
                <a:cubicBezTo>
                  <a:pt x="1225" y="2060"/>
                  <a:pt x="1187" y="2066"/>
                  <a:pt x="1150" y="2070"/>
                </a:cubicBezTo>
                <a:cubicBezTo>
                  <a:pt x="1150" y="2070"/>
                  <a:pt x="1149" y="2070"/>
                  <a:pt x="1149" y="2070"/>
                </a:cubicBezTo>
                <a:close/>
                <a:moveTo>
                  <a:pt x="856" y="2060"/>
                </a:moveTo>
                <a:cubicBezTo>
                  <a:pt x="856" y="2060"/>
                  <a:pt x="856" y="2060"/>
                  <a:pt x="856" y="2060"/>
                </a:cubicBezTo>
                <a:cubicBezTo>
                  <a:pt x="856" y="2060"/>
                  <a:pt x="855" y="2060"/>
                  <a:pt x="855" y="2060"/>
                </a:cubicBezTo>
                <a:cubicBezTo>
                  <a:pt x="850" y="2059"/>
                  <a:pt x="847" y="2055"/>
                  <a:pt x="848" y="2050"/>
                </a:cubicBezTo>
                <a:cubicBezTo>
                  <a:pt x="849" y="2046"/>
                  <a:pt x="853" y="2043"/>
                  <a:pt x="858" y="2043"/>
                </a:cubicBezTo>
                <a:cubicBezTo>
                  <a:pt x="862" y="2044"/>
                  <a:pt x="865" y="2049"/>
                  <a:pt x="864" y="2053"/>
                </a:cubicBezTo>
                <a:cubicBezTo>
                  <a:pt x="864" y="2057"/>
                  <a:pt x="860" y="2060"/>
                  <a:pt x="856" y="2060"/>
                </a:cubicBezTo>
                <a:close/>
                <a:moveTo>
                  <a:pt x="828" y="2055"/>
                </a:moveTo>
                <a:cubicBezTo>
                  <a:pt x="828" y="2055"/>
                  <a:pt x="827" y="2055"/>
                  <a:pt x="827" y="2055"/>
                </a:cubicBezTo>
                <a:cubicBezTo>
                  <a:pt x="795" y="2048"/>
                  <a:pt x="763" y="2040"/>
                  <a:pt x="733" y="2030"/>
                </a:cubicBezTo>
                <a:cubicBezTo>
                  <a:pt x="732" y="2030"/>
                  <a:pt x="732" y="2030"/>
                  <a:pt x="732" y="2030"/>
                </a:cubicBezTo>
                <a:cubicBezTo>
                  <a:pt x="732" y="2030"/>
                  <a:pt x="732" y="2030"/>
                  <a:pt x="732" y="2030"/>
                </a:cubicBezTo>
                <a:cubicBezTo>
                  <a:pt x="696" y="2019"/>
                  <a:pt x="660" y="2006"/>
                  <a:pt x="626" y="1991"/>
                </a:cubicBezTo>
                <a:cubicBezTo>
                  <a:pt x="624" y="1990"/>
                  <a:pt x="622" y="1988"/>
                  <a:pt x="621" y="1986"/>
                </a:cubicBezTo>
                <a:cubicBezTo>
                  <a:pt x="620" y="1984"/>
                  <a:pt x="620" y="1982"/>
                  <a:pt x="621" y="1980"/>
                </a:cubicBezTo>
                <a:cubicBezTo>
                  <a:pt x="623" y="1976"/>
                  <a:pt x="628" y="1974"/>
                  <a:pt x="632" y="1975"/>
                </a:cubicBezTo>
                <a:cubicBezTo>
                  <a:pt x="667" y="1990"/>
                  <a:pt x="702" y="2003"/>
                  <a:pt x="737" y="2014"/>
                </a:cubicBezTo>
                <a:cubicBezTo>
                  <a:pt x="738" y="2014"/>
                  <a:pt x="738" y="2014"/>
                  <a:pt x="738" y="2014"/>
                </a:cubicBezTo>
                <a:cubicBezTo>
                  <a:pt x="738" y="2014"/>
                  <a:pt x="738" y="2014"/>
                  <a:pt x="738" y="2014"/>
                </a:cubicBezTo>
                <a:cubicBezTo>
                  <a:pt x="768" y="2024"/>
                  <a:pt x="799" y="2032"/>
                  <a:pt x="830" y="2038"/>
                </a:cubicBezTo>
                <a:cubicBezTo>
                  <a:pt x="835" y="2039"/>
                  <a:pt x="838" y="2043"/>
                  <a:pt x="837" y="2048"/>
                </a:cubicBezTo>
                <a:cubicBezTo>
                  <a:pt x="836" y="2052"/>
                  <a:pt x="832" y="2055"/>
                  <a:pt x="828" y="2055"/>
                </a:cubicBezTo>
                <a:close/>
                <a:moveTo>
                  <a:pt x="1380" y="2018"/>
                </a:moveTo>
                <a:cubicBezTo>
                  <a:pt x="1377" y="2018"/>
                  <a:pt x="1373" y="2015"/>
                  <a:pt x="1372" y="2012"/>
                </a:cubicBezTo>
                <a:cubicBezTo>
                  <a:pt x="1371" y="2008"/>
                  <a:pt x="1373" y="2003"/>
                  <a:pt x="1377" y="2001"/>
                </a:cubicBezTo>
                <a:cubicBezTo>
                  <a:pt x="1377" y="2001"/>
                  <a:pt x="1377" y="2001"/>
                  <a:pt x="1377" y="2001"/>
                </a:cubicBezTo>
                <a:cubicBezTo>
                  <a:pt x="1382" y="2000"/>
                  <a:pt x="1387" y="2002"/>
                  <a:pt x="1388" y="2006"/>
                </a:cubicBezTo>
                <a:cubicBezTo>
                  <a:pt x="1390" y="2011"/>
                  <a:pt x="1387" y="2016"/>
                  <a:pt x="1383" y="2017"/>
                </a:cubicBezTo>
                <a:cubicBezTo>
                  <a:pt x="1382" y="2017"/>
                  <a:pt x="1381" y="2018"/>
                  <a:pt x="1380" y="2018"/>
                </a:cubicBezTo>
                <a:close/>
                <a:moveTo>
                  <a:pt x="1407" y="2008"/>
                </a:moveTo>
                <a:cubicBezTo>
                  <a:pt x="1403" y="2008"/>
                  <a:pt x="1400" y="2006"/>
                  <a:pt x="1399" y="2002"/>
                </a:cubicBezTo>
                <a:cubicBezTo>
                  <a:pt x="1398" y="2000"/>
                  <a:pt x="1398" y="1998"/>
                  <a:pt x="1399" y="1996"/>
                </a:cubicBezTo>
                <a:cubicBezTo>
                  <a:pt x="1400" y="1994"/>
                  <a:pt x="1401" y="1992"/>
                  <a:pt x="1404" y="1991"/>
                </a:cubicBezTo>
                <a:cubicBezTo>
                  <a:pt x="1438" y="1978"/>
                  <a:pt x="1472" y="1963"/>
                  <a:pt x="1505" y="1946"/>
                </a:cubicBezTo>
                <a:cubicBezTo>
                  <a:pt x="1505" y="1946"/>
                  <a:pt x="1505" y="1946"/>
                  <a:pt x="1505" y="1946"/>
                </a:cubicBezTo>
                <a:cubicBezTo>
                  <a:pt x="1506" y="1946"/>
                  <a:pt x="1506" y="1946"/>
                  <a:pt x="1506" y="1946"/>
                </a:cubicBezTo>
                <a:cubicBezTo>
                  <a:pt x="1534" y="1931"/>
                  <a:pt x="1562" y="1915"/>
                  <a:pt x="1589" y="1898"/>
                </a:cubicBezTo>
                <a:cubicBezTo>
                  <a:pt x="1592" y="1896"/>
                  <a:pt x="1598" y="1897"/>
                  <a:pt x="1600" y="1901"/>
                </a:cubicBezTo>
                <a:cubicBezTo>
                  <a:pt x="1603" y="1905"/>
                  <a:pt x="1602" y="1910"/>
                  <a:pt x="1598" y="1912"/>
                </a:cubicBezTo>
                <a:cubicBezTo>
                  <a:pt x="1571" y="1930"/>
                  <a:pt x="1542" y="1946"/>
                  <a:pt x="1514" y="1961"/>
                </a:cubicBezTo>
                <a:cubicBezTo>
                  <a:pt x="1513" y="1961"/>
                  <a:pt x="1513" y="1961"/>
                  <a:pt x="1513" y="1961"/>
                </a:cubicBezTo>
                <a:cubicBezTo>
                  <a:pt x="1513" y="1961"/>
                  <a:pt x="1513" y="1961"/>
                  <a:pt x="1513" y="1961"/>
                </a:cubicBezTo>
                <a:cubicBezTo>
                  <a:pt x="1479" y="1978"/>
                  <a:pt x="1445" y="1994"/>
                  <a:pt x="1410" y="2007"/>
                </a:cubicBezTo>
                <a:cubicBezTo>
                  <a:pt x="1409" y="2008"/>
                  <a:pt x="1408" y="2008"/>
                  <a:pt x="1407" y="2008"/>
                </a:cubicBezTo>
                <a:close/>
                <a:moveTo>
                  <a:pt x="603" y="1980"/>
                </a:moveTo>
                <a:cubicBezTo>
                  <a:pt x="602" y="1980"/>
                  <a:pt x="601" y="1980"/>
                  <a:pt x="600" y="1979"/>
                </a:cubicBezTo>
                <a:cubicBezTo>
                  <a:pt x="595" y="1977"/>
                  <a:pt x="594" y="1972"/>
                  <a:pt x="596" y="1968"/>
                </a:cubicBezTo>
                <a:cubicBezTo>
                  <a:pt x="597" y="1964"/>
                  <a:pt x="603" y="1962"/>
                  <a:pt x="607" y="1964"/>
                </a:cubicBezTo>
                <a:cubicBezTo>
                  <a:pt x="607" y="1964"/>
                  <a:pt x="607" y="1964"/>
                  <a:pt x="607" y="1964"/>
                </a:cubicBezTo>
                <a:cubicBezTo>
                  <a:pt x="611" y="1966"/>
                  <a:pt x="613" y="1971"/>
                  <a:pt x="611" y="1975"/>
                </a:cubicBezTo>
                <a:cubicBezTo>
                  <a:pt x="610" y="1978"/>
                  <a:pt x="607" y="1980"/>
                  <a:pt x="603" y="1980"/>
                </a:cubicBezTo>
                <a:close/>
                <a:moveTo>
                  <a:pt x="578" y="1968"/>
                </a:moveTo>
                <a:cubicBezTo>
                  <a:pt x="576" y="1968"/>
                  <a:pt x="575" y="1968"/>
                  <a:pt x="574" y="1967"/>
                </a:cubicBezTo>
                <a:cubicBezTo>
                  <a:pt x="545" y="1953"/>
                  <a:pt x="517" y="1937"/>
                  <a:pt x="489" y="1920"/>
                </a:cubicBezTo>
                <a:cubicBezTo>
                  <a:pt x="457" y="1900"/>
                  <a:pt x="426" y="1878"/>
                  <a:pt x="396" y="1854"/>
                </a:cubicBezTo>
                <a:cubicBezTo>
                  <a:pt x="394" y="1853"/>
                  <a:pt x="393" y="1851"/>
                  <a:pt x="393" y="1849"/>
                </a:cubicBezTo>
                <a:cubicBezTo>
                  <a:pt x="393" y="1846"/>
                  <a:pt x="393" y="1844"/>
                  <a:pt x="395" y="1842"/>
                </a:cubicBezTo>
                <a:cubicBezTo>
                  <a:pt x="397" y="1839"/>
                  <a:pt x="403" y="1838"/>
                  <a:pt x="406" y="1841"/>
                </a:cubicBezTo>
                <a:cubicBezTo>
                  <a:pt x="436" y="1864"/>
                  <a:pt x="467" y="1886"/>
                  <a:pt x="498" y="1905"/>
                </a:cubicBezTo>
                <a:cubicBezTo>
                  <a:pt x="525" y="1922"/>
                  <a:pt x="553" y="1938"/>
                  <a:pt x="582" y="1952"/>
                </a:cubicBezTo>
                <a:cubicBezTo>
                  <a:pt x="586" y="1954"/>
                  <a:pt x="587" y="1959"/>
                  <a:pt x="585" y="1963"/>
                </a:cubicBezTo>
                <a:cubicBezTo>
                  <a:pt x="584" y="1966"/>
                  <a:pt x="581" y="1968"/>
                  <a:pt x="578" y="1968"/>
                </a:cubicBezTo>
                <a:close/>
                <a:moveTo>
                  <a:pt x="1617" y="1898"/>
                </a:moveTo>
                <a:cubicBezTo>
                  <a:pt x="1614" y="1898"/>
                  <a:pt x="1611" y="1897"/>
                  <a:pt x="1610" y="1894"/>
                </a:cubicBezTo>
                <a:cubicBezTo>
                  <a:pt x="1607" y="1890"/>
                  <a:pt x="1608" y="1885"/>
                  <a:pt x="1612" y="1883"/>
                </a:cubicBezTo>
                <a:cubicBezTo>
                  <a:pt x="1616" y="1880"/>
                  <a:pt x="1621" y="1881"/>
                  <a:pt x="1624" y="1885"/>
                </a:cubicBezTo>
                <a:cubicBezTo>
                  <a:pt x="1626" y="1889"/>
                  <a:pt x="1625" y="1894"/>
                  <a:pt x="1622" y="1897"/>
                </a:cubicBezTo>
                <a:cubicBezTo>
                  <a:pt x="1620" y="1898"/>
                  <a:pt x="1618" y="1898"/>
                  <a:pt x="1617" y="1898"/>
                </a:cubicBezTo>
                <a:close/>
                <a:moveTo>
                  <a:pt x="1640" y="1882"/>
                </a:moveTo>
                <a:cubicBezTo>
                  <a:pt x="1637" y="1882"/>
                  <a:pt x="1635" y="1881"/>
                  <a:pt x="1633" y="1878"/>
                </a:cubicBezTo>
                <a:cubicBezTo>
                  <a:pt x="1630" y="1875"/>
                  <a:pt x="1631" y="1869"/>
                  <a:pt x="1635" y="1866"/>
                </a:cubicBezTo>
                <a:cubicBezTo>
                  <a:pt x="1665" y="1845"/>
                  <a:pt x="1695" y="1821"/>
                  <a:pt x="1722" y="1796"/>
                </a:cubicBezTo>
                <a:cubicBezTo>
                  <a:pt x="1746" y="1775"/>
                  <a:pt x="1769" y="1752"/>
                  <a:pt x="1790" y="1729"/>
                </a:cubicBezTo>
                <a:cubicBezTo>
                  <a:pt x="1793" y="1726"/>
                  <a:pt x="1799" y="1725"/>
                  <a:pt x="1802" y="1728"/>
                </a:cubicBezTo>
                <a:cubicBezTo>
                  <a:pt x="1805" y="1732"/>
                  <a:pt x="1806" y="1737"/>
                  <a:pt x="1803" y="1740"/>
                </a:cubicBezTo>
                <a:cubicBezTo>
                  <a:pt x="1781" y="1764"/>
                  <a:pt x="1758" y="1787"/>
                  <a:pt x="1734" y="1808"/>
                </a:cubicBezTo>
                <a:cubicBezTo>
                  <a:pt x="1734" y="1809"/>
                  <a:pt x="1734" y="1809"/>
                  <a:pt x="1734" y="1809"/>
                </a:cubicBezTo>
                <a:cubicBezTo>
                  <a:pt x="1734" y="1809"/>
                  <a:pt x="1733" y="1809"/>
                  <a:pt x="1733" y="1809"/>
                </a:cubicBezTo>
                <a:cubicBezTo>
                  <a:pt x="1705" y="1834"/>
                  <a:pt x="1676" y="1858"/>
                  <a:pt x="1645" y="1880"/>
                </a:cubicBezTo>
                <a:cubicBezTo>
                  <a:pt x="1643" y="1881"/>
                  <a:pt x="1642" y="1882"/>
                  <a:pt x="1640" y="1882"/>
                </a:cubicBezTo>
                <a:close/>
                <a:moveTo>
                  <a:pt x="379" y="1838"/>
                </a:moveTo>
                <a:cubicBezTo>
                  <a:pt x="377" y="1838"/>
                  <a:pt x="376" y="1838"/>
                  <a:pt x="374" y="1837"/>
                </a:cubicBezTo>
                <a:cubicBezTo>
                  <a:pt x="374" y="1837"/>
                  <a:pt x="374" y="1837"/>
                  <a:pt x="374" y="1837"/>
                </a:cubicBezTo>
                <a:cubicBezTo>
                  <a:pt x="374" y="1836"/>
                  <a:pt x="374" y="1836"/>
                  <a:pt x="374" y="1836"/>
                </a:cubicBezTo>
                <a:cubicBezTo>
                  <a:pt x="372" y="1835"/>
                  <a:pt x="371" y="1833"/>
                  <a:pt x="371" y="1831"/>
                </a:cubicBezTo>
                <a:cubicBezTo>
                  <a:pt x="371" y="1828"/>
                  <a:pt x="371" y="1826"/>
                  <a:pt x="373" y="1825"/>
                </a:cubicBezTo>
                <a:cubicBezTo>
                  <a:pt x="376" y="1821"/>
                  <a:pt x="381" y="1821"/>
                  <a:pt x="385" y="1823"/>
                </a:cubicBezTo>
                <a:cubicBezTo>
                  <a:pt x="388" y="1826"/>
                  <a:pt x="389" y="1832"/>
                  <a:pt x="386" y="1835"/>
                </a:cubicBezTo>
                <a:cubicBezTo>
                  <a:pt x="384" y="1837"/>
                  <a:pt x="382" y="1838"/>
                  <a:pt x="379" y="1838"/>
                </a:cubicBezTo>
                <a:close/>
                <a:moveTo>
                  <a:pt x="358" y="1820"/>
                </a:moveTo>
                <a:cubicBezTo>
                  <a:pt x="356" y="1820"/>
                  <a:pt x="354" y="1819"/>
                  <a:pt x="352" y="1818"/>
                </a:cubicBezTo>
                <a:cubicBezTo>
                  <a:pt x="328" y="1797"/>
                  <a:pt x="304" y="1774"/>
                  <a:pt x="282" y="1751"/>
                </a:cubicBezTo>
                <a:cubicBezTo>
                  <a:pt x="256" y="1723"/>
                  <a:pt x="232" y="1694"/>
                  <a:pt x="209" y="1663"/>
                </a:cubicBezTo>
                <a:cubicBezTo>
                  <a:pt x="207" y="1662"/>
                  <a:pt x="207" y="1659"/>
                  <a:pt x="207" y="1657"/>
                </a:cubicBezTo>
                <a:cubicBezTo>
                  <a:pt x="208" y="1655"/>
                  <a:pt x="209" y="1653"/>
                  <a:pt x="211" y="1652"/>
                </a:cubicBezTo>
                <a:cubicBezTo>
                  <a:pt x="214" y="1649"/>
                  <a:pt x="220" y="1650"/>
                  <a:pt x="222" y="1653"/>
                </a:cubicBezTo>
                <a:cubicBezTo>
                  <a:pt x="245" y="1683"/>
                  <a:pt x="269" y="1712"/>
                  <a:pt x="294" y="1739"/>
                </a:cubicBezTo>
                <a:cubicBezTo>
                  <a:pt x="295" y="1739"/>
                  <a:pt x="295" y="1739"/>
                  <a:pt x="295" y="1739"/>
                </a:cubicBezTo>
                <a:cubicBezTo>
                  <a:pt x="295" y="1739"/>
                  <a:pt x="295" y="1739"/>
                  <a:pt x="295" y="1739"/>
                </a:cubicBezTo>
                <a:cubicBezTo>
                  <a:pt x="316" y="1762"/>
                  <a:pt x="339" y="1784"/>
                  <a:pt x="363" y="1805"/>
                </a:cubicBezTo>
                <a:cubicBezTo>
                  <a:pt x="365" y="1807"/>
                  <a:pt x="366" y="1809"/>
                  <a:pt x="366" y="1811"/>
                </a:cubicBezTo>
                <a:cubicBezTo>
                  <a:pt x="366" y="1813"/>
                  <a:pt x="366" y="1815"/>
                  <a:pt x="364" y="1817"/>
                </a:cubicBezTo>
                <a:cubicBezTo>
                  <a:pt x="362" y="1819"/>
                  <a:pt x="360" y="1820"/>
                  <a:pt x="358" y="1820"/>
                </a:cubicBezTo>
                <a:close/>
                <a:moveTo>
                  <a:pt x="1815" y="1722"/>
                </a:moveTo>
                <a:cubicBezTo>
                  <a:pt x="1813" y="1722"/>
                  <a:pt x="1811" y="1721"/>
                  <a:pt x="1810" y="1720"/>
                </a:cubicBezTo>
                <a:cubicBezTo>
                  <a:pt x="1808" y="1719"/>
                  <a:pt x="1807" y="1716"/>
                  <a:pt x="1807" y="1714"/>
                </a:cubicBezTo>
                <a:cubicBezTo>
                  <a:pt x="1806" y="1712"/>
                  <a:pt x="1807" y="1710"/>
                  <a:pt x="1809" y="1708"/>
                </a:cubicBezTo>
                <a:cubicBezTo>
                  <a:pt x="1812" y="1705"/>
                  <a:pt x="1817" y="1704"/>
                  <a:pt x="1821" y="1707"/>
                </a:cubicBezTo>
                <a:cubicBezTo>
                  <a:pt x="1822" y="1709"/>
                  <a:pt x="1823" y="1711"/>
                  <a:pt x="1824" y="1713"/>
                </a:cubicBezTo>
                <a:cubicBezTo>
                  <a:pt x="1824" y="1715"/>
                  <a:pt x="1823" y="1717"/>
                  <a:pt x="1821" y="1719"/>
                </a:cubicBezTo>
                <a:cubicBezTo>
                  <a:pt x="1820" y="1721"/>
                  <a:pt x="1818" y="1722"/>
                  <a:pt x="1815" y="1722"/>
                </a:cubicBezTo>
                <a:close/>
                <a:moveTo>
                  <a:pt x="1833" y="1700"/>
                </a:moveTo>
                <a:cubicBezTo>
                  <a:pt x="1831" y="1700"/>
                  <a:pt x="1829" y="1700"/>
                  <a:pt x="1828" y="1699"/>
                </a:cubicBezTo>
                <a:cubicBezTo>
                  <a:pt x="1826" y="1697"/>
                  <a:pt x="1825" y="1695"/>
                  <a:pt x="1825" y="1693"/>
                </a:cubicBezTo>
                <a:cubicBezTo>
                  <a:pt x="1825" y="1691"/>
                  <a:pt x="1825" y="1688"/>
                  <a:pt x="1827" y="1687"/>
                </a:cubicBezTo>
                <a:cubicBezTo>
                  <a:pt x="1850" y="1658"/>
                  <a:pt x="1873" y="1627"/>
                  <a:pt x="1893" y="1596"/>
                </a:cubicBezTo>
                <a:cubicBezTo>
                  <a:pt x="1910" y="1570"/>
                  <a:pt x="1926" y="1542"/>
                  <a:pt x="1941" y="1514"/>
                </a:cubicBezTo>
                <a:cubicBezTo>
                  <a:pt x="1943" y="1510"/>
                  <a:pt x="1949" y="1508"/>
                  <a:pt x="1953" y="1510"/>
                </a:cubicBezTo>
                <a:cubicBezTo>
                  <a:pt x="1957" y="1513"/>
                  <a:pt x="1958" y="1518"/>
                  <a:pt x="1956" y="1522"/>
                </a:cubicBezTo>
                <a:cubicBezTo>
                  <a:pt x="1941" y="1550"/>
                  <a:pt x="1925" y="1578"/>
                  <a:pt x="1907" y="1605"/>
                </a:cubicBezTo>
                <a:cubicBezTo>
                  <a:pt x="1887" y="1637"/>
                  <a:pt x="1864" y="1668"/>
                  <a:pt x="1840" y="1697"/>
                </a:cubicBezTo>
                <a:cubicBezTo>
                  <a:pt x="1838" y="1699"/>
                  <a:pt x="1836" y="1700"/>
                  <a:pt x="1833" y="1700"/>
                </a:cubicBezTo>
                <a:close/>
                <a:moveTo>
                  <a:pt x="199" y="1644"/>
                </a:moveTo>
                <a:cubicBezTo>
                  <a:pt x="196" y="1644"/>
                  <a:pt x="194" y="1643"/>
                  <a:pt x="192" y="1640"/>
                </a:cubicBezTo>
                <a:cubicBezTo>
                  <a:pt x="191" y="1639"/>
                  <a:pt x="190" y="1636"/>
                  <a:pt x="191" y="1634"/>
                </a:cubicBezTo>
                <a:cubicBezTo>
                  <a:pt x="191" y="1632"/>
                  <a:pt x="192" y="1630"/>
                  <a:pt x="194" y="1629"/>
                </a:cubicBezTo>
                <a:cubicBezTo>
                  <a:pt x="198" y="1626"/>
                  <a:pt x="203" y="1627"/>
                  <a:pt x="206" y="1631"/>
                </a:cubicBezTo>
                <a:cubicBezTo>
                  <a:pt x="209" y="1634"/>
                  <a:pt x="208" y="1640"/>
                  <a:pt x="204" y="1642"/>
                </a:cubicBezTo>
                <a:cubicBezTo>
                  <a:pt x="202" y="1643"/>
                  <a:pt x="201" y="1644"/>
                  <a:pt x="199" y="1644"/>
                </a:cubicBezTo>
                <a:close/>
                <a:moveTo>
                  <a:pt x="183" y="1621"/>
                </a:moveTo>
                <a:cubicBezTo>
                  <a:pt x="180" y="1621"/>
                  <a:pt x="177" y="1619"/>
                  <a:pt x="176" y="1617"/>
                </a:cubicBezTo>
                <a:cubicBezTo>
                  <a:pt x="158" y="1590"/>
                  <a:pt x="141" y="1562"/>
                  <a:pt x="126" y="1534"/>
                </a:cubicBezTo>
                <a:cubicBezTo>
                  <a:pt x="125" y="1532"/>
                  <a:pt x="124" y="1530"/>
                  <a:pt x="125" y="1528"/>
                </a:cubicBezTo>
                <a:cubicBezTo>
                  <a:pt x="126" y="1525"/>
                  <a:pt x="127" y="1524"/>
                  <a:pt x="129" y="1523"/>
                </a:cubicBezTo>
                <a:cubicBezTo>
                  <a:pt x="133" y="1520"/>
                  <a:pt x="138" y="1522"/>
                  <a:pt x="141" y="1526"/>
                </a:cubicBezTo>
                <a:cubicBezTo>
                  <a:pt x="156" y="1554"/>
                  <a:pt x="172" y="1581"/>
                  <a:pt x="190" y="1608"/>
                </a:cubicBezTo>
                <a:cubicBezTo>
                  <a:pt x="192" y="1611"/>
                  <a:pt x="191" y="1617"/>
                  <a:pt x="188" y="1619"/>
                </a:cubicBezTo>
                <a:cubicBezTo>
                  <a:pt x="186" y="1620"/>
                  <a:pt x="185" y="1621"/>
                  <a:pt x="183" y="1621"/>
                </a:cubicBezTo>
                <a:close/>
                <a:moveTo>
                  <a:pt x="1962" y="1501"/>
                </a:moveTo>
                <a:cubicBezTo>
                  <a:pt x="1962" y="1501"/>
                  <a:pt x="1962" y="1501"/>
                  <a:pt x="1962" y="1501"/>
                </a:cubicBezTo>
                <a:cubicBezTo>
                  <a:pt x="1960" y="1501"/>
                  <a:pt x="1959" y="1501"/>
                  <a:pt x="1958" y="1500"/>
                </a:cubicBezTo>
                <a:cubicBezTo>
                  <a:pt x="1956" y="1499"/>
                  <a:pt x="1954" y="1498"/>
                  <a:pt x="1954" y="1495"/>
                </a:cubicBezTo>
                <a:cubicBezTo>
                  <a:pt x="1953" y="1493"/>
                  <a:pt x="1953" y="1491"/>
                  <a:pt x="1954" y="1489"/>
                </a:cubicBezTo>
                <a:cubicBezTo>
                  <a:pt x="1956" y="1485"/>
                  <a:pt x="1961" y="1483"/>
                  <a:pt x="1965" y="1485"/>
                </a:cubicBezTo>
                <a:cubicBezTo>
                  <a:pt x="1967" y="1486"/>
                  <a:pt x="1969" y="1488"/>
                  <a:pt x="1970" y="1490"/>
                </a:cubicBezTo>
                <a:cubicBezTo>
                  <a:pt x="1970" y="1492"/>
                  <a:pt x="1970" y="1494"/>
                  <a:pt x="1969" y="1496"/>
                </a:cubicBezTo>
                <a:cubicBezTo>
                  <a:pt x="1968" y="1499"/>
                  <a:pt x="1965" y="1501"/>
                  <a:pt x="1962" y="1501"/>
                </a:cubicBezTo>
                <a:close/>
                <a:moveTo>
                  <a:pt x="1974" y="1476"/>
                </a:moveTo>
                <a:cubicBezTo>
                  <a:pt x="1972" y="1476"/>
                  <a:pt x="1971" y="1475"/>
                  <a:pt x="1970" y="1475"/>
                </a:cubicBezTo>
                <a:cubicBezTo>
                  <a:pt x="1966" y="1473"/>
                  <a:pt x="1964" y="1468"/>
                  <a:pt x="1966" y="1464"/>
                </a:cubicBezTo>
                <a:cubicBezTo>
                  <a:pt x="1981" y="1430"/>
                  <a:pt x="1995" y="1396"/>
                  <a:pt x="2006" y="1361"/>
                </a:cubicBezTo>
                <a:cubicBezTo>
                  <a:pt x="2007" y="1360"/>
                  <a:pt x="2007" y="1360"/>
                  <a:pt x="2007" y="1360"/>
                </a:cubicBezTo>
                <a:cubicBezTo>
                  <a:pt x="2007" y="1360"/>
                  <a:pt x="2007" y="1360"/>
                  <a:pt x="2007" y="1359"/>
                </a:cubicBezTo>
                <a:cubicBezTo>
                  <a:pt x="2017" y="1329"/>
                  <a:pt x="2026" y="1298"/>
                  <a:pt x="2033" y="1267"/>
                </a:cubicBezTo>
                <a:cubicBezTo>
                  <a:pt x="2034" y="1263"/>
                  <a:pt x="2038" y="1260"/>
                  <a:pt x="2043" y="1261"/>
                </a:cubicBezTo>
                <a:cubicBezTo>
                  <a:pt x="2047" y="1262"/>
                  <a:pt x="2050" y="1267"/>
                  <a:pt x="2049" y="1271"/>
                </a:cubicBezTo>
                <a:cubicBezTo>
                  <a:pt x="2042" y="1303"/>
                  <a:pt x="2033" y="1334"/>
                  <a:pt x="2023" y="1365"/>
                </a:cubicBezTo>
                <a:cubicBezTo>
                  <a:pt x="2023" y="1365"/>
                  <a:pt x="2023" y="1365"/>
                  <a:pt x="2023" y="1365"/>
                </a:cubicBezTo>
                <a:cubicBezTo>
                  <a:pt x="2023" y="1366"/>
                  <a:pt x="2023" y="1366"/>
                  <a:pt x="2022" y="1366"/>
                </a:cubicBezTo>
                <a:cubicBezTo>
                  <a:pt x="2011" y="1402"/>
                  <a:pt x="1997" y="1437"/>
                  <a:pt x="1981" y="1471"/>
                </a:cubicBezTo>
                <a:cubicBezTo>
                  <a:pt x="1981" y="1471"/>
                  <a:pt x="1981" y="1471"/>
                  <a:pt x="1981" y="1471"/>
                </a:cubicBezTo>
                <a:cubicBezTo>
                  <a:pt x="1981" y="1471"/>
                  <a:pt x="1981" y="1471"/>
                  <a:pt x="1981" y="1471"/>
                </a:cubicBezTo>
                <a:cubicBezTo>
                  <a:pt x="1980" y="1474"/>
                  <a:pt x="1977" y="1476"/>
                  <a:pt x="1974" y="1476"/>
                </a:cubicBezTo>
                <a:close/>
                <a:moveTo>
                  <a:pt x="92" y="1454"/>
                </a:moveTo>
                <a:cubicBezTo>
                  <a:pt x="89" y="1454"/>
                  <a:pt x="86" y="1452"/>
                  <a:pt x="84" y="1449"/>
                </a:cubicBezTo>
                <a:cubicBezTo>
                  <a:pt x="70" y="1416"/>
                  <a:pt x="58" y="1382"/>
                  <a:pt x="47" y="1348"/>
                </a:cubicBezTo>
                <a:cubicBezTo>
                  <a:pt x="47" y="1348"/>
                  <a:pt x="47" y="1348"/>
                  <a:pt x="47" y="1348"/>
                </a:cubicBezTo>
                <a:cubicBezTo>
                  <a:pt x="46" y="1347"/>
                  <a:pt x="46" y="1347"/>
                  <a:pt x="46" y="1347"/>
                </a:cubicBezTo>
                <a:cubicBezTo>
                  <a:pt x="46" y="1345"/>
                  <a:pt x="46" y="1343"/>
                  <a:pt x="47" y="1341"/>
                </a:cubicBezTo>
                <a:cubicBezTo>
                  <a:pt x="48" y="1339"/>
                  <a:pt x="50" y="1337"/>
                  <a:pt x="52" y="1336"/>
                </a:cubicBezTo>
                <a:cubicBezTo>
                  <a:pt x="56" y="1335"/>
                  <a:pt x="61" y="1338"/>
                  <a:pt x="63" y="1342"/>
                </a:cubicBezTo>
                <a:cubicBezTo>
                  <a:pt x="73" y="1376"/>
                  <a:pt x="86" y="1410"/>
                  <a:pt x="100" y="1442"/>
                </a:cubicBezTo>
                <a:cubicBezTo>
                  <a:pt x="102" y="1447"/>
                  <a:pt x="100" y="1452"/>
                  <a:pt x="95" y="1454"/>
                </a:cubicBezTo>
                <a:cubicBezTo>
                  <a:pt x="94" y="1454"/>
                  <a:pt x="93" y="1454"/>
                  <a:pt x="92" y="1454"/>
                </a:cubicBezTo>
                <a:close/>
                <a:moveTo>
                  <a:pt x="47" y="1326"/>
                </a:moveTo>
                <a:cubicBezTo>
                  <a:pt x="43" y="1326"/>
                  <a:pt x="39" y="1323"/>
                  <a:pt x="38" y="1320"/>
                </a:cubicBezTo>
                <a:cubicBezTo>
                  <a:pt x="38" y="1320"/>
                  <a:pt x="38" y="1320"/>
                  <a:pt x="38" y="1320"/>
                </a:cubicBezTo>
                <a:cubicBezTo>
                  <a:pt x="38" y="1318"/>
                  <a:pt x="38" y="1315"/>
                  <a:pt x="39" y="1313"/>
                </a:cubicBezTo>
                <a:cubicBezTo>
                  <a:pt x="40" y="1311"/>
                  <a:pt x="42" y="1310"/>
                  <a:pt x="44" y="1309"/>
                </a:cubicBezTo>
                <a:cubicBezTo>
                  <a:pt x="49" y="1308"/>
                  <a:pt x="53" y="1311"/>
                  <a:pt x="55" y="1315"/>
                </a:cubicBezTo>
                <a:cubicBezTo>
                  <a:pt x="55" y="1317"/>
                  <a:pt x="55" y="1320"/>
                  <a:pt x="54" y="1322"/>
                </a:cubicBezTo>
                <a:cubicBezTo>
                  <a:pt x="53" y="1324"/>
                  <a:pt x="51" y="1325"/>
                  <a:pt x="49" y="1326"/>
                </a:cubicBezTo>
                <a:cubicBezTo>
                  <a:pt x="48" y="1326"/>
                  <a:pt x="47" y="1326"/>
                  <a:pt x="47" y="1326"/>
                </a:cubicBezTo>
                <a:close/>
                <a:moveTo>
                  <a:pt x="39" y="1299"/>
                </a:moveTo>
                <a:cubicBezTo>
                  <a:pt x="35" y="1299"/>
                  <a:pt x="32" y="1296"/>
                  <a:pt x="31" y="1292"/>
                </a:cubicBezTo>
                <a:cubicBezTo>
                  <a:pt x="23" y="1261"/>
                  <a:pt x="17" y="1229"/>
                  <a:pt x="12" y="1197"/>
                </a:cubicBezTo>
                <a:cubicBezTo>
                  <a:pt x="6" y="1160"/>
                  <a:pt x="2" y="1121"/>
                  <a:pt x="0" y="1084"/>
                </a:cubicBezTo>
                <a:cubicBezTo>
                  <a:pt x="0" y="1081"/>
                  <a:pt x="1" y="1079"/>
                  <a:pt x="3" y="1078"/>
                </a:cubicBezTo>
                <a:cubicBezTo>
                  <a:pt x="4" y="1076"/>
                  <a:pt x="6" y="1075"/>
                  <a:pt x="9" y="1075"/>
                </a:cubicBezTo>
                <a:cubicBezTo>
                  <a:pt x="13" y="1075"/>
                  <a:pt x="17" y="1078"/>
                  <a:pt x="17" y="1083"/>
                </a:cubicBezTo>
                <a:cubicBezTo>
                  <a:pt x="19" y="1120"/>
                  <a:pt x="23" y="1158"/>
                  <a:pt x="28" y="1195"/>
                </a:cubicBezTo>
                <a:cubicBezTo>
                  <a:pt x="28" y="1195"/>
                  <a:pt x="28" y="1195"/>
                  <a:pt x="28" y="1195"/>
                </a:cubicBezTo>
                <a:cubicBezTo>
                  <a:pt x="33" y="1226"/>
                  <a:pt x="40" y="1257"/>
                  <a:pt x="47" y="1288"/>
                </a:cubicBezTo>
                <a:cubicBezTo>
                  <a:pt x="49" y="1293"/>
                  <a:pt x="46" y="1297"/>
                  <a:pt x="41" y="1298"/>
                </a:cubicBezTo>
                <a:cubicBezTo>
                  <a:pt x="41" y="1298"/>
                  <a:pt x="40" y="1299"/>
                  <a:pt x="39" y="1299"/>
                </a:cubicBezTo>
                <a:close/>
                <a:moveTo>
                  <a:pt x="2047" y="1250"/>
                </a:moveTo>
                <a:cubicBezTo>
                  <a:pt x="2046" y="1250"/>
                  <a:pt x="2046" y="1250"/>
                  <a:pt x="2045" y="1250"/>
                </a:cubicBezTo>
                <a:cubicBezTo>
                  <a:pt x="2041" y="1249"/>
                  <a:pt x="2038" y="1245"/>
                  <a:pt x="2039" y="1240"/>
                </a:cubicBezTo>
                <a:cubicBezTo>
                  <a:pt x="2039" y="1240"/>
                  <a:pt x="2039" y="1240"/>
                  <a:pt x="2039" y="1240"/>
                </a:cubicBezTo>
                <a:cubicBezTo>
                  <a:pt x="2040" y="1235"/>
                  <a:pt x="2044" y="1232"/>
                  <a:pt x="2049" y="1233"/>
                </a:cubicBezTo>
                <a:cubicBezTo>
                  <a:pt x="2053" y="1234"/>
                  <a:pt x="2056" y="1239"/>
                  <a:pt x="2055" y="1243"/>
                </a:cubicBezTo>
                <a:cubicBezTo>
                  <a:pt x="2054" y="1247"/>
                  <a:pt x="2051" y="1250"/>
                  <a:pt x="2047" y="1250"/>
                </a:cubicBezTo>
                <a:close/>
                <a:moveTo>
                  <a:pt x="2052" y="1222"/>
                </a:moveTo>
                <a:cubicBezTo>
                  <a:pt x="2052" y="1222"/>
                  <a:pt x="2051" y="1222"/>
                  <a:pt x="2051" y="1222"/>
                </a:cubicBezTo>
                <a:cubicBezTo>
                  <a:pt x="2049" y="1222"/>
                  <a:pt x="2047" y="1221"/>
                  <a:pt x="2045" y="1219"/>
                </a:cubicBezTo>
                <a:cubicBezTo>
                  <a:pt x="2044" y="1217"/>
                  <a:pt x="2043" y="1215"/>
                  <a:pt x="2044" y="1212"/>
                </a:cubicBezTo>
                <a:cubicBezTo>
                  <a:pt x="2050" y="1176"/>
                  <a:pt x="2055" y="1138"/>
                  <a:pt x="2057" y="1101"/>
                </a:cubicBezTo>
                <a:cubicBezTo>
                  <a:pt x="2058" y="1080"/>
                  <a:pt x="2059" y="1059"/>
                  <a:pt x="2059" y="1038"/>
                </a:cubicBezTo>
                <a:cubicBezTo>
                  <a:pt x="2059" y="1027"/>
                  <a:pt x="2059" y="1016"/>
                  <a:pt x="2058" y="1006"/>
                </a:cubicBezTo>
                <a:cubicBezTo>
                  <a:pt x="2058" y="1001"/>
                  <a:pt x="2062" y="997"/>
                  <a:pt x="2067" y="997"/>
                </a:cubicBezTo>
                <a:cubicBezTo>
                  <a:pt x="2071" y="997"/>
                  <a:pt x="2075" y="1000"/>
                  <a:pt x="2075" y="1005"/>
                </a:cubicBezTo>
                <a:cubicBezTo>
                  <a:pt x="2076" y="1016"/>
                  <a:pt x="2076" y="1027"/>
                  <a:pt x="2076" y="1038"/>
                </a:cubicBezTo>
                <a:cubicBezTo>
                  <a:pt x="2076" y="1059"/>
                  <a:pt x="2075" y="1081"/>
                  <a:pt x="2074" y="1102"/>
                </a:cubicBezTo>
                <a:cubicBezTo>
                  <a:pt x="2072" y="1140"/>
                  <a:pt x="2067" y="1178"/>
                  <a:pt x="2061" y="1215"/>
                </a:cubicBezTo>
                <a:cubicBezTo>
                  <a:pt x="2061" y="1215"/>
                  <a:pt x="2061" y="1215"/>
                  <a:pt x="2061" y="1215"/>
                </a:cubicBezTo>
                <a:cubicBezTo>
                  <a:pt x="2060" y="1219"/>
                  <a:pt x="2056" y="1222"/>
                  <a:pt x="2052" y="1222"/>
                </a:cubicBezTo>
                <a:close/>
                <a:moveTo>
                  <a:pt x="8" y="1064"/>
                </a:moveTo>
                <a:cubicBezTo>
                  <a:pt x="8" y="1064"/>
                  <a:pt x="8" y="1064"/>
                  <a:pt x="8" y="1064"/>
                </a:cubicBezTo>
                <a:cubicBezTo>
                  <a:pt x="3" y="1064"/>
                  <a:pt x="0" y="1060"/>
                  <a:pt x="0" y="1055"/>
                </a:cubicBezTo>
                <a:cubicBezTo>
                  <a:pt x="0" y="1053"/>
                  <a:pt x="0" y="1051"/>
                  <a:pt x="2" y="1049"/>
                </a:cubicBezTo>
                <a:cubicBezTo>
                  <a:pt x="4" y="1048"/>
                  <a:pt x="6" y="1047"/>
                  <a:pt x="8" y="1047"/>
                </a:cubicBezTo>
                <a:cubicBezTo>
                  <a:pt x="8" y="1047"/>
                  <a:pt x="8" y="1047"/>
                  <a:pt x="8" y="1047"/>
                </a:cubicBezTo>
                <a:cubicBezTo>
                  <a:pt x="13" y="1047"/>
                  <a:pt x="16" y="1050"/>
                  <a:pt x="17" y="1055"/>
                </a:cubicBezTo>
                <a:cubicBezTo>
                  <a:pt x="17" y="1060"/>
                  <a:pt x="13" y="1063"/>
                  <a:pt x="8" y="1064"/>
                </a:cubicBezTo>
                <a:close/>
                <a:moveTo>
                  <a:pt x="8" y="1035"/>
                </a:moveTo>
                <a:cubicBezTo>
                  <a:pt x="8" y="1035"/>
                  <a:pt x="8" y="1035"/>
                  <a:pt x="8" y="1035"/>
                </a:cubicBezTo>
                <a:cubicBezTo>
                  <a:pt x="6" y="1035"/>
                  <a:pt x="4" y="1034"/>
                  <a:pt x="2" y="1033"/>
                </a:cubicBezTo>
                <a:cubicBezTo>
                  <a:pt x="0" y="1031"/>
                  <a:pt x="0" y="1029"/>
                  <a:pt x="0" y="1027"/>
                </a:cubicBezTo>
                <a:cubicBezTo>
                  <a:pt x="0" y="995"/>
                  <a:pt x="2" y="962"/>
                  <a:pt x="5" y="930"/>
                </a:cubicBezTo>
                <a:cubicBezTo>
                  <a:pt x="9" y="892"/>
                  <a:pt x="15" y="855"/>
                  <a:pt x="23" y="818"/>
                </a:cubicBezTo>
                <a:cubicBezTo>
                  <a:pt x="23" y="817"/>
                  <a:pt x="23" y="817"/>
                  <a:pt x="23" y="817"/>
                </a:cubicBezTo>
                <a:cubicBezTo>
                  <a:pt x="24" y="813"/>
                  <a:pt x="29" y="810"/>
                  <a:pt x="34" y="811"/>
                </a:cubicBezTo>
                <a:cubicBezTo>
                  <a:pt x="36" y="811"/>
                  <a:pt x="38" y="813"/>
                  <a:pt x="39" y="815"/>
                </a:cubicBezTo>
                <a:cubicBezTo>
                  <a:pt x="40" y="817"/>
                  <a:pt x="40" y="819"/>
                  <a:pt x="40" y="821"/>
                </a:cubicBezTo>
                <a:cubicBezTo>
                  <a:pt x="32" y="857"/>
                  <a:pt x="26" y="895"/>
                  <a:pt x="22" y="932"/>
                </a:cubicBezTo>
                <a:cubicBezTo>
                  <a:pt x="19" y="963"/>
                  <a:pt x="17" y="995"/>
                  <a:pt x="17" y="1027"/>
                </a:cubicBezTo>
                <a:cubicBezTo>
                  <a:pt x="16" y="1032"/>
                  <a:pt x="13" y="1035"/>
                  <a:pt x="8" y="1035"/>
                </a:cubicBezTo>
                <a:close/>
                <a:moveTo>
                  <a:pt x="2066" y="986"/>
                </a:moveTo>
                <a:cubicBezTo>
                  <a:pt x="2061" y="986"/>
                  <a:pt x="2057" y="982"/>
                  <a:pt x="2057" y="978"/>
                </a:cubicBezTo>
                <a:cubicBezTo>
                  <a:pt x="2057" y="975"/>
                  <a:pt x="2058" y="973"/>
                  <a:pt x="2059" y="972"/>
                </a:cubicBezTo>
                <a:cubicBezTo>
                  <a:pt x="2061" y="970"/>
                  <a:pt x="2063" y="969"/>
                  <a:pt x="2065" y="969"/>
                </a:cubicBezTo>
                <a:cubicBezTo>
                  <a:pt x="2070" y="968"/>
                  <a:pt x="2074" y="972"/>
                  <a:pt x="2074" y="976"/>
                </a:cubicBezTo>
                <a:cubicBezTo>
                  <a:pt x="2074" y="977"/>
                  <a:pt x="2074" y="977"/>
                  <a:pt x="2074" y="977"/>
                </a:cubicBezTo>
                <a:cubicBezTo>
                  <a:pt x="2074" y="981"/>
                  <a:pt x="2071" y="985"/>
                  <a:pt x="2066" y="986"/>
                </a:cubicBezTo>
                <a:cubicBezTo>
                  <a:pt x="2066" y="986"/>
                  <a:pt x="2066" y="986"/>
                  <a:pt x="2066" y="986"/>
                </a:cubicBezTo>
                <a:close/>
                <a:moveTo>
                  <a:pt x="2064" y="957"/>
                </a:moveTo>
                <a:cubicBezTo>
                  <a:pt x="2059" y="957"/>
                  <a:pt x="2055" y="954"/>
                  <a:pt x="2055" y="950"/>
                </a:cubicBezTo>
                <a:cubicBezTo>
                  <a:pt x="2052" y="913"/>
                  <a:pt x="2047" y="875"/>
                  <a:pt x="2039" y="839"/>
                </a:cubicBezTo>
                <a:cubicBezTo>
                  <a:pt x="2033" y="808"/>
                  <a:pt x="2025" y="777"/>
                  <a:pt x="2016" y="746"/>
                </a:cubicBezTo>
                <a:cubicBezTo>
                  <a:pt x="2016" y="744"/>
                  <a:pt x="2016" y="742"/>
                  <a:pt x="2017" y="740"/>
                </a:cubicBezTo>
                <a:cubicBezTo>
                  <a:pt x="2018" y="738"/>
                  <a:pt x="2020" y="736"/>
                  <a:pt x="2022" y="736"/>
                </a:cubicBezTo>
                <a:cubicBezTo>
                  <a:pt x="2026" y="734"/>
                  <a:pt x="2031" y="737"/>
                  <a:pt x="2032" y="741"/>
                </a:cubicBezTo>
                <a:cubicBezTo>
                  <a:pt x="2042" y="772"/>
                  <a:pt x="2050" y="804"/>
                  <a:pt x="2056" y="835"/>
                </a:cubicBezTo>
                <a:cubicBezTo>
                  <a:pt x="2063" y="873"/>
                  <a:pt x="2069" y="911"/>
                  <a:pt x="2072" y="948"/>
                </a:cubicBezTo>
                <a:cubicBezTo>
                  <a:pt x="2072" y="953"/>
                  <a:pt x="2069" y="957"/>
                  <a:pt x="2064" y="957"/>
                </a:cubicBezTo>
                <a:cubicBezTo>
                  <a:pt x="2064" y="957"/>
                  <a:pt x="2064" y="957"/>
                  <a:pt x="2064" y="957"/>
                </a:cubicBezTo>
                <a:close/>
                <a:moveTo>
                  <a:pt x="38" y="800"/>
                </a:moveTo>
                <a:cubicBezTo>
                  <a:pt x="37" y="800"/>
                  <a:pt x="37" y="800"/>
                  <a:pt x="36" y="800"/>
                </a:cubicBezTo>
                <a:cubicBezTo>
                  <a:pt x="32" y="799"/>
                  <a:pt x="29" y="794"/>
                  <a:pt x="30" y="790"/>
                </a:cubicBezTo>
                <a:cubicBezTo>
                  <a:pt x="30" y="788"/>
                  <a:pt x="30" y="788"/>
                  <a:pt x="30" y="788"/>
                </a:cubicBezTo>
                <a:cubicBezTo>
                  <a:pt x="30" y="788"/>
                  <a:pt x="30" y="788"/>
                  <a:pt x="30" y="788"/>
                </a:cubicBezTo>
                <a:cubicBezTo>
                  <a:pt x="32" y="785"/>
                  <a:pt x="36" y="782"/>
                  <a:pt x="40" y="783"/>
                </a:cubicBezTo>
                <a:cubicBezTo>
                  <a:pt x="42" y="784"/>
                  <a:pt x="44" y="785"/>
                  <a:pt x="45" y="787"/>
                </a:cubicBezTo>
                <a:cubicBezTo>
                  <a:pt x="47" y="789"/>
                  <a:pt x="47" y="791"/>
                  <a:pt x="46" y="794"/>
                </a:cubicBezTo>
                <a:cubicBezTo>
                  <a:pt x="45" y="797"/>
                  <a:pt x="42" y="800"/>
                  <a:pt x="38" y="800"/>
                </a:cubicBezTo>
                <a:close/>
                <a:moveTo>
                  <a:pt x="45" y="773"/>
                </a:moveTo>
                <a:cubicBezTo>
                  <a:pt x="45" y="773"/>
                  <a:pt x="44" y="773"/>
                  <a:pt x="43" y="772"/>
                </a:cubicBezTo>
                <a:cubicBezTo>
                  <a:pt x="41" y="772"/>
                  <a:pt x="39" y="770"/>
                  <a:pt x="38" y="768"/>
                </a:cubicBezTo>
                <a:cubicBezTo>
                  <a:pt x="37" y="766"/>
                  <a:pt x="36" y="764"/>
                  <a:pt x="37" y="762"/>
                </a:cubicBezTo>
                <a:cubicBezTo>
                  <a:pt x="46" y="731"/>
                  <a:pt x="56" y="700"/>
                  <a:pt x="67" y="670"/>
                </a:cubicBezTo>
                <a:cubicBezTo>
                  <a:pt x="67" y="670"/>
                  <a:pt x="67" y="670"/>
                  <a:pt x="67" y="670"/>
                </a:cubicBezTo>
                <a:cubicBezTo>
                  <a:pt x="67" y="670"/>
                  <a:pt x="67" y="670"/>
                  <a:pt x="67" y="670"/>
                </a:cubicBezTo>
                <a:cubicBezTo>
                  <a:pt x="68" y="669"/>
                  <a:pt x="68" y="669"/>
                  <a:pt x="68" y="669"/>
                </a:cubicBezTo>
                <a:cubicBezTo>
                  <a:pt x="68" y="668"/>
                  <a:pt x="68" y="667"/>
                  <a:pt x="69" y="666"/>
                </a:cubicBezTo>
                <a:cubicBezTo>
                  <a:pt x="82" y="632"/>
                  <a:pt x="97" y="598"/>
                  <a:pt x="113" y="566"/>
                </a:cubicBezTo>
                <a:cubicBezTo>
                  <a:pt x="115" y="562"/>
                  <a:pt x="121" y="560"/>
                  <a:pt x="125" y="562"/>
                </a:cubicBezTo>
                <a:cubicBezTo>
                  <a:pt x="129" y="564"/>
                  <a:pt x="131" y="569"/>
                  <a:pt x="129" y="573"/>
                </a:cubicBezTo>
                <a:cubicBezTo>
                  <a:pt x="112" y="605"/>
                  <a:pt x="97" y="638"/>
                  <a:pt x="85" y="672"/>
                </a:cubicBezTo>
                <a:cubicBezTo>
                  <a:pt x="84" y="672"/>
                  <a:pt x="84" y="673"/>
                  <a:pt x="84" y="674"/>
                </a:cubicBezTo>
                <a:cubicBezTo>
                  <a:pt x="84" y="675"/>
                  <a:pt x="83" y="675"/>
                  <a:pt x="83" y="676"/>
                </a:cubicBezTo>
                <a:cubicBezTo>
                  <a:pt x="72" y="706"/>
                  <a:pt x="62" y="736"/>
                  <a:pt x="53" y="767"/>
                </a:cubicBezTo>
                <a:cubicBezTo>
                  <a:pt x="52" y="770"/>
                  <a:pt x="49" y="773"/>
                  <a:pt x="45" y="773"/>
                </a:cubicBezTo>
                <a:close/>
                <a:moveTo>
                  <a:pt x="2016" y="725"/>
                </a:moveTo>
                <a:cubicBezTo>
                  <a:pt x="2012" y="725"/>
                  <a:pt x="2009" y="723"/>
                  <a:pt x="2008" y="719"/>
                </a:cubicBezTo>
                <a:cubicBezTo>
                  <a:pt x="2007" y="717"/>
                  <a:pt x="2007" y="715"/>
                  <a:pt x="2008" y="713"/>
                </a:cubicBezTo>
                <a:cubicBezTo>
                  <a:pt x="2009" y="711"/>
                  <a:pt x="2011" y="709"/>
                  <a:pt x="2013" y="709"/>
                </a:cubicBezTo>
                <a:cubicBezTo>
                  <a:pt x="2018" y="707"/>
                  <a:pt x="2023" y="710"/>
                  <a:pt x="2024" y="714"/>
                </a:cubicBezTo>
                <a:cubicBezTo>
                  <a:pt x="2025" y="719"/>
                  <a:pt x="2023" y="723"/>
                  <a:pt x="2019" y="725"/>
                </a:cubicBezTo>
                <a:cubicBezTo>
                  <a:pt x="2018" y="725"/>
                  <a:pt x="2017" y="725"/>
                  <a:pt x="2016" y="725"/>
                </a:cubicBezTo>
                <a:close/>
                <a:moveTo>
                  <a:pt x="2007" y="698"/>
                </a:moveTo>
                <a:cubicBezTo>
                  <a:pt x="2003" y="698"/>
                  <a:pt x="2000" y="696"/>
                  <a:pt x="1999" y="693"/>
                </a:cubicBezTo>
                <a:cubicBezTo>
                  <a:pt x="1986" y="659"/>
                  <a:pt x="1972" y="625"/>
                  <a:pt x="1956" y="592"/>
                </a:cubicBezTo>
                <a:cubicBezTo>
                  <a:pt x="1956" y="591"/>
                  <a:pt x="1956" y="591"/>
                  <a:pt x="1956" y="591"/>
                </a:cubicBezTo>
                <a:cubicBezTo>
                  <a:pt x="1956" y="591"/>
                  <a:pt x="1955" y="590"/>
                  <a:pt x="1955" y="590"/>
                </a:cubicBezTo>
                <a:cubicBezTo>
                  <a:pt x="1941" y="561"/>
                  <a:pt x="1926" y="533"/>
                  <a:pt x="1909" y="506"/>
                </a:cubicBezTo>
                <a:cubicBezTo>
                  <a:pt x="1907" y="502"/>
                  <a:pt x="1908" y="497"/>
                  <a:pt x="1912" y="494"/>
                </a:cubicBezTo>
                <a:cubicBezTo>
                  <a:pt x="1916" y="492"/>
                  <a:pt x="1921" y="493"/>
                  <a:pt x="1924" y="497"/>
                </a:cubicBezTo>
                <a:cubicBezTo>
                  <a:pt x="1940" y="525"/>
                  <a:pt x="1956" y="553"/>
                  <a:pt x="1970" y="582"/>
                </a:cubicBezTo>
                <a:cubicBezTo>
                  <a:pt x="1970" y="582"/>
                  <a:pt x="1971" y="583"/>
                  <a:pt x="1971" y="583"/>
                </a:cubicBezTo>
                <a:cubicBezTo>
                  <a:pt x="1971" y="584"/>
                  <a:pt x="1971" y="584"/>
                  <a:pt x="1971" y="584"/>
                </a:cubicBezTo>
                <a:cubicBezTo>
                  <a:pt x="1988" y="618"/>
                  <a:pt x="2002" y="652"/>
                  <a:pt x="2015" y="687"/>
                </a:cubicBezTo>
                <a:cubicBezTo>
                  <a:pt x="2015" y="687"/>
                  <a:pt x="2015" y="687"/>
                  <a:pt x="2015" y="687"/>
                </a:cubicBezTo>
                <a:cubicBezTo>
                  <a:pt x="2015" y="689"/>
                  <a:pt x="2015" y="692"/>
                  <a:pt x="2014" y="694"/>
                </a:cubicBezTo>
                <a:cubicBezTo>
                  <a:pt x="2013" y="696"/>
                  <a:pt x="2012" y="697"/>
                  <a:pt x="2010" y="698"/>
                </a:cubicBezTo>
                <a:cubicBezTo>
                  <a:pt x="2009" y="698"/>
                  <a:pt x="2008" y="698"/>
                  <a:pt x="2007" y="698"/>
                </a:cubicBezTo>
                <a:close/>
                <a:moveTo>
                  <a:pt x="134" y="553"/>
                </a:moveTo>
                <a:cubicBezTo>
                  <a:pt x="133" y="553"/>
                  <a:pt x="131" y="553"/>
                  <a:pt x="130" y="552"/>
                </a:cubicBezTo>
                <a:cubicBezTo>
                  <a:pt x="128" y="551"/>
                  <a:pt x="127" y="549"/>
                  <a:pt x="126" y="547"/>
                </a:cubicBezTo>
                <a:cubicBezTo>
                  <a:pt x="125" y="545"/>
                  <a:pt x="126" y="542"/>
                  <a:pt x="127" y="540"/>
                </a:cubicBezTo>
                <a:cubicBezTo>
                  <a:pt x="129" y="536"/>
                  <a:pt x="134" y="535"/>
                  <a:pt x="138" y="537"/>
                </a:cubicBezTo>
                <a:cubicBezTo>
                  <a:pt x="142" y="539"/>
                  <a:pt x="144" y="544"/>
                  <a:pt x="142" y="549"/>
                </a:cubicBezTo>
                <a:cubicBezTo>
                  <a:pt x="140" y="551"/>
                  <a:pt x="137" y="553"/>
                  <a:pt x="134" y="553"/>
                </a:cubicBezTo>
                <a:close/>
                <a:moveTo>
                  <a:pt x="148" y="528"/>
                </a:moveTo>
                <a:cubicBezTo>
                  <a:pt x="147" y="528"/>
                  <a:pt x="145" y="528"/>
                  <a:pt x="144" y="527"/>
                </a:cubicBezTo>
                <a:cubicBezTo>
                  <a:pt x="140" y="525"/>
                  <a:pt x="138" y="520"/>
                  <a:pt x="141" y="516"/>
                </a:cubicBezTo>
                <a:cubicBezTo>
                  <a:pt x="157" y="488"/>
                  <a:pt x="175" y="460"/>
                  <a:pt x="193" y="434"/>
                </a:cubicBezTo>
                <a:cubicBezTo>
                  <a:pt x="215" y="403"/>
                  <a:pt x="239" y="373"/>
                  <a:pt x="265" y="345"/>
                </a:cubicBezTo>
                <a:cubicBezTo>
                  <a:pt x="268" y="342"/>
                  <a:pt x="273" y="342"/>
                  <a:pt x="277" y="345"/>
                </a:cubicBezTo>
                <a:cubicBezTo>
                  <a:pt x="280" y="348"/>
                  <a:pt x="280" y="353"/>
                  <a:pt x="277" y="357"/>
                </a:cubicBezTo>
                <a:cubicBezTo>
                  <a:pt x="252" y="384"/>
                  <a:pt x="229" y="414"/>
                  <a:pt x="207" y="444"/>
                </a:cubicBezTo>
                <a:cubicBezTo>
                  <a:pt x="189" y="470"/>
                  <a:pt x="171" y="497"/>
                  <a:pt x="155" y="524"/>
                </a:cubicBezTo>
                <a:cubicBezTo>
                  <a:pt x="154" y="527"/>
                  <a:pt x="151" y="528"/>
                  <a:pt x="148" y="528"/>
                </a:cubicBezTo>
                <a:close/>
                <a:moveTo>
                  <a:pt x="1901" y="486"/>
                </a:moveTo>
                <a:cubicBezTo>
                  <a:pt x="1899" y="486"/>
                  <a:pt x="1896" y="485"/>
                  <a:pt x="1895" y="483"/>
                </a:cubicBezTo>
                <a:cubicBezTo>
                  <a:pt x="1895" y="483"/>
                  <a:pt x="1895" y="483"/>
                  <a:pt x="1895" y="483"/>
                </a:cubicBezTo>
                <a:cubicBezTo>
                  <a:pt x="1894" y="482"/>
                  <a:pt x="1894" y="482"/>
                  <a:pt x="1894" y="482"/>
                </a:cubicBezTo>
                <a:cubicBezTo>
                  <a:pt x="1892" y="478"/>
                  <a:pt x="1893" y="473"/>
                  <a:pt x="1897" y="470"/>
                </a:cubicBezTo>
                <a:cubicBezTo>
                  <a:pt x="1901" y="468"/>
                  <a:pt x="1906" y="469"/>
                  <a:pt x="1908" y="473"/>
                </a:cubicBezTo>
                <a:cubicBezTo>
                  <a:pt x="1911" y="477"/>
                  <a:pt x="1910" y="482"/>
                  <a:pt x="1906" y="485"/>
                </a:cubicBezTo>
                <a:cubicBezTo>
                  <a:pt x="1905" y="486"/>
                  <a:pt x="1903" y="486"/>
                  <a:pt x="1901" y="486"/>
                </a:cubicBezTo>
                <a:close/>
                <a:moveTo>
                  <a:pt x="1886" y="463"/>
                </a:moveTo>
                <a:cubicBezTo>
                  <a:pt x="1883" y="463"/>
                  <a:pt x="1880" y="461"/>
                  <a:pt x="1879" y="459"/>
                </a:cubicBezTo>
                <a:cubicBezTo>
                  <a:pt x="1857" y="428"/>
                  <a:pt x="1834" y="398"/>
                  <a:pt x="1810" y="370"/>
                </a:cubicBezTo>
                <a:cubicBezTo>
                  <a:pt x="1789" y="346"/>
                  <a:pt x="1767" y="323"/>
                  <a:pt x="1744" y="301"/>
                </a:cubicBezTo>
                <a:cubicBezTo>
                  <a:pt x="1743" y="299"/>
                  <a:pt x="1742" y="297"/>
                  <a:pt x="1742" y="295"/>
                </a:cubicBezTo>
                <a:cubicBezTo>
                  <a:pt x="1742" y="293"/>
                  <a:pt x="1743" y="291"/>
                  <a:pt x="1744" y="289"/>
                </a:cubicBezTo>
                <a:cubicBezTo>
                  <a:pt x="1747" y="286"/>
                  <a:pt x="1753" y="286"/>
                  <a:pt x="1756" y="289"/>
                </a:cubicBezTo>
                <a:cubicBezTo>
                  <a:pt x="1779" y="311"/>
                  <a:pt x="1802" y="335"/>
                  <a:pt x="1823" y="359"/>
                </a:cubicBezTo>
                <a:cubicBezTo>
                  <a:pt x="1848" y="388"/>
                  <a:pt x="1871" y="418"/>
                  <a:pt x="1893" y="449"/>
                </a:cubicBezTo>
                <a:cubicBezTo>
                  <a:pt x="1895" y="453"/>
                  <a:pt x="1894" y="458"/>
                  <a:pt x="1890" y="461"/>
                </a:cubicBezTo>
                <a:cubicBezTo>
                  <a:pt x="1889" y="462"/>
                  <a:pt x="1887" y="463"/>
                  <a:pt x="1886" y="463"/>
                </a:cubicBezTo>
                <a:close/>
                <a:moveTo>
                  <a:pt x="290" y="339"/>
                </a:moveTo>
                <a:cubicBezTo>
                  <a:pt x="288" y="339"/>
                  <a:pt x="286" y="338"/>
                  <a:pt x="284" y="336"/>
                </a:cubicBezTo>
                <a:cubicBezTo>
                  <a:pt x="281" y="333"/>
                  <a:pt x="281" y="328"/>
                  <a:pt x="284" y="324"/>
                </a:cubicBezTo>
                <a:cubicBezTo>
                  <a:pt x="287" y="321"/>
                  <a:pt x="293" y="321"/>
                  <a:pt x="296" y="324"/>
                </a:cubicBezTo>
                <a:cubicBezTo>
                  <a:pt x="298" y="325"/>
                  <a:pt x="298" y="328"/>
                  <a:pt x="299" y="330"/>
                </a:cubicBezTo>
                <a:cubicBezTo>
                  <a:pt x="299" y="332"/>
                  <a:pt x="298" y="334"/>
                  <a:pt x="296" y="336"/>
                </a:cubicBezTo>
                <a:cubicBezTo>
                  <a:pt x="295" y="338"/>
                  <a:pt x="292" y="339"/>
                  <a:pt x="290" y="339"/>
                </a:cubicBezTo>
                <a:close/>
                <a:moveTo>
                  <a:pt x="310" y="318"/>
                </a:moveTo>
                <a:cubicBezTo>
                  <a:pt x="308" y="318"/>
                  <a:pt x="305" y="317"/>
                  <a:pt x="304" y="316"/>
                </a:cubicBezTo>
                <a:cubicBezTo>
                  <a:pt x="300" y="312"/>
                  <a:pt x="300" y="307"/>
                  <a:pt x="304" y="304"/>
                </a:cubicBezTo>
                <a:cubicBezTo>
                  <a:pt x="327" y="281"/>
                  <a:pt x="351" y="259"/>
                  <a:pt x="376" y="239"/>
                </a:cubicBezTo>
                <a:cubicBezTo>
                  <a:pt x="405" y="215"/>
                  <a:pt x="436" y="192"/>
                  <a:pt x="467" y="171"/>
                </a:cubicBezTo>
                <a:cubicBezTo>
                  <a:pt x="468" y="171"/>
                  <a:pt x="468" y="171"/>
                  <a:pt x="468" y="171"/>
                </a:cubicBezTo>
                <a:cubicBezTo>
                  <a:pt x="468" y="171"/>
                  <a:pt x="468" y="171"/>
                  <a:pt x="468" y="171"/>
                </a:cubicBezTo>
                <a:cubicBezTo>
                  <a:pt x="471" y="168"/>
                  <a:pt x="477" y="170"/>
                  <a:pt x="479" y="173"/>
                </a:cubicBezTo>
                <a:cubicBezTo>
                  <a:pt x="482" y="177"/>
                  <a:pt x="481" y="183"/>
                  <a:pt x="477" y="185"/>
                </a:cubicBezTo>
                <a:cubicBezTo>
                  <a:pt x="445" y="206"/>
                  <a:pt x="415" y="228"/>
                  <a:pt x="386" y="252"/>
                </a:cubicBezTo>
                <a:cubicBezTo>
                  <a:pt x="362" y="272"/>
                  <a:pt x="338" y="293"/>
                  <a:pt x="316" y="316"/>
                </a:cubicBezTo>
                <a:cubicBezTo>
                  <a:pt x="314" y="317"/>
                  <a:pt x="312" y="318"/>
                  <a:pt x="310" y="318"/>
                </a:cubicBezTo>
                <a:close/>
                <a:moveTo>
                  <a:pt x="1730" y="284"/>
                </a:moveTo>
                <a:cubicBezTo>
                  <a:pt x="1728" y="284"/>
                  <a:pt x="1725" y="283"/>
                  <a:pt x="1724" y="282"/>
                </a:cubicBezTo>
                <a:cubicBezTo>
                  <a:pt x="1722" y="280"/>
                  <a:pt x="1721" y="278"/>
                  <a:pt x="1721" y="276"/>
                </a:cubicBezTo>
                <a:cubicBezTo>
                  <a:pt x="1721" y="274"/>
                  <a:pt x="1722" y="272"/>
                  <a:pt x="1723" y="270"/>
                </a:cubicBezTo>
                <a:cubicBezTo>
                  <a:pt x="1726" y="267"/>
                  <a:pt x="1732" y="266"/>
                  <a:pt x="1735" y="269"/>
                </a:cubicBezTo>
                <a:cubicBezTo>
                  <a:pt x="1737" y="271"/>
                  <a:pt x="1738" y="273"/>
                  <a:pt x="1738" y="275"/>
                </a:cubicBezTo>
                <a:cubicBezTo>
                  <a:pt x="1738" y="277"/>
                  <a:pt x="1737" y="280"/>
                  <a:pt x="1736" y="281"/>
                </a:cubicBezTo>
                <a:cubicBezTo>
                  <a:pt x="1734" y="283"/>
                  <a:pt x="1732" y="284"/>
                  <a:pt x="1730" y="284"/>
                </a:cubicBezTo>
                <a:close/>
                <a:moveTo>
                  <a:pt x="1708" y="265"/>
                </a:moveTo>
                <a:cubicBezTo>
                  <a:pt x="1706" y="265"/>
                  <a:pt x="1704" y="265"/>
                  <a:pt x="1703" y="263"/>
                </a:cubicBezTo>
                <a:cubicBezTo>
                  <a:pt x="1675" y="239"/>
                  <a:pt x="1645" y="216"/>
                  <a:pt x="1614" y="195"/>
                </a:cubicBezTo>
                <a:cubicBezTo>
                  <a:pt x="1614" y="195"/>
                  <a:pt x="1614" y="195"/>
                  <a:pt x="1614" y="195"/>
                </a:cubicBezTo>
                <a:cubicBezTo>
                  <a:pt x="1614" y="195"/>
                  <a:pt x="1614" y="195"/>
                  <a:pt x="1614" y="195"/>
                </a:cubicBezTo>
                <a:cubicBezTo>
                  <a:pt x="1588" y="177"/>
                  <a:pt x="1560" y="160"/>
                  <a:pt x="1533" y="145"/>
                </a:cubicBezTo>
                <a:cubicBezTo>
                  <a:pt x="1529" y="143"/>
                  <a:pt x="1527" y="138"/>
                  <a:pt x="1529" y="134"/>
                </a:cubicBezTo>
                <a:cubicBezTo>
                  <a:pt x="1532" y="130"/>
                  <a:pt x="1537" y="128"/>
                  <a:pt x="1541" y="130"/>
                </a:cubicBezTo>
                <a:cubicBezTo>
                  <a:pt x="1569" y="146"/>
                  <a:pt x="1597" y="163"/>
                  <a:pt x="1623" y="181"/>
                </a:cubicBezTo>
                <a:cubicBezTo>
                  <a:pt x="1655" y="202"/>
                  <a:pt x="1685" y="226"/>
                  <a:pt x="1714" y="250"/>
                </a:cubicBezTo>
                <a:cubicBezTo>
                  <a:pt x="1716" y="252"/>
                  <a:pt x="1717" y="254"/>
                  <a:pt x="1717" y="256"/>
                </a:cubicBezTo>
                <a:cubicBezTo>
                  <a:pt x="1717" y="259"/>
                  <a:pt x="1716" y="261"/>
                  <a:pt x="1715" y="262"/>
                </a:cubicBezTo>
                <a:cubicBezTo>
                  <a:pt x="1713" y="264"/>
                  <a:pt x="1711" y="265"/>
                  <a:pt x="1708" y="265"/>
                </a:cubicBezTo>
                <a:close/>
                <a:moveTo>
                  <a:pt x="496" y="171"/>
                </a:moveTo>
                <a:cubicBezTo>
                  <a:pt x="493" y="171"/>
                  <a:pt x="490" y="170"/>
                  <a:pt x="489" y="167"/>
                </a:cubicBezTo>
                <a:cubicBezTo>
                  <a:pt x="487" y="165"/>
                  <a:pt x="487" y="163"/>
                  <a:pt x="488" y="161"/>
                </a:cubicBezTo>
                <a:cubicBezTo>
                  <a:pt x="488" y="159"/>
                  <a:pt x="489" y="157"/>
                  <a:pt x="491" y="156"/>
                </a:cubicBezTo>
                <a:cubicBezTo>
                  <a:pt x="495" y="153"/>
                  <a:pt x="501" y="155"/>
                  <a:pt x="503" y="158"/>
                </a:cubicBezTo>
                <a:cubicBezTo>
                  <a:pt x="504" y="160"/>
                  <a:pt x="505" y="163"/>
                  <a:pt x="504" y="165"/>
                </a:cubicBezTo>
                <a:cubicBezTo>
                  <a:pt x="504" y="167"/>
                  <a:pt x="502" y="169"/>
                  <a:pt x="500" y="170"/>
                </a:cubicBezTo>
                <a:cubicBezTo>
                  <a:pt x="499" y="171"/>
                  <a:pt x="497" y="171"/>
                  <a:pt x="496" y="171"/>
                </a:cubicBezTo>
                <a:close/>
                <a:moveTo>
                  <a:pt x="520" y="157"/>
                </a:moveTo>
                <a:cubicBezTo>
                  <a:pt x="517" y="157"/>
                  <a:pt x="514" y="155"/>
                  <a:pt x="513" y="153"/>
                </a:cubicBezTo>
                <a:cubicBezTo>
                  <a:pt x="512" y="151"/>
                  <a:pt x="511" y="148"/>
                  <a:pt x="512" y="146"/>
                </a:cubicBezTo>
                <a:cubicBezTo>
                  <a:pt x="512" y="144"/>
                  <a:pt x="514" y="142"/>
                  <a:pt x="516" y="141"/>
                </a:cubicBezTo>
                <a:cubicBezTo>
                  <a:pt x="544" y="125"/>
                  <a:pt x="573" y="110"/>
                  <a:pt x="602" y="96"/>
                </a:cubicBezTo>
                <a:cubicBezTo>
                  <a:pt x="602" y="96"/>
                  <a:pt x="603" y="96"/>
                  <a:pt x="604" y="95"/>
                </a:cubicBezTo>
                <a:cubicBezTo>
                  <a:pt x="605" y="95"/>
                  <a:pt x="605" y="95"/>
                  <a:pt x="605" y="95"/>
                </a:cubicBezTo>
                <a:cubicBezTo>
                  <a:pt x="638" y="79"/>
                  <a:pt x="673" y="66"/>
                  <a:pt x="708" y="54"/>
                </a:cubicBezTo>
                <a:cubicBezTo>
                  <a:pt x="712" y="53"/>
                  <a:pt x="717" y="55"/>
                  <a:pt x="718" y="59"/>
                </a:cubicBezTo>
                <a:cubicBezTo>
                  <a:pt x="720" y="64"/>
                  <a:pt x="718" y="69"/>
                  <a:pt x="713" y="70"/>
                </a:cubicBezTo>
                <a:cubicBezTo>
                  <a:pt x="679" y="82"/>
                  <a:pt x="645" y="95"/>
                  <a:pt x="612" y="110"/>
                </a:cubicBezTo>
                <a:cubicBezTo>
                  <a:pt x="611" y="110"/>
                  <a:pt x="611" y="111"/>
                  <a:pt x="610" y="111"/>
                </a:cubicBezTo>
                <a:cubicBezTo>
                  <a:pt x="609" y="112"/>
                  <a:pt x="609" y="112"/>
                  <a:pt x="609" y="112"/>
                </a:cubicBezTo>
                <a:cubicBezTo>
                  <a:pt x="609" y="112"/>
                  <a:pt x="609" y="112"/>
                  <a:pt x="609" y="112"/>
                </a:cubicBezTo>
                <a:cubicBezTo>
                  <a:pt x="609" y="112"/>
                  <a:pt x="609" y="112"/>
                  <a:pt x="609" y="112"/>
                </a:cubicBezTo>
                <a:cubicBezTo>
                  <a:pt x="580" y="125"/>
                  <a:pt x="552" y="140"/>
                  <a:pt x="524" y="156"/>
                </a:cubicBezTo>
                <a:cubicBezTo>
                  <a:pt x="523" y="156"/>
                  <a:pt x="522" y="157"/>
                  <a:pt x="520" y="157"/>
                </a:cubicBezTo>
                <a:close/>
                <a:moveTo>
                  <a:pt x="1512" y="133"/>
                </a:moveTo>
                <a:cubicBezTo>
                  <a:pt x="1511" y="133"/>
                  <a:pt x="1509" y="133"/>
                  <a:pt x="1508" y="132"/>
                </a:cubicBezTo>
                <a:cubicBezTo>
                  <a:pt x="1506" y="131"/>
                  <a:pt x="1504" y="129"/>
                  <a:pt x="1504" y="127"/>
                </a:cubicBezTo>
                <a:cubicBezTo>
                  <a:pt x="1503" y="125"/>
                  <a:pt x="1503" y="122"/>
                  <a:pt x="1504" y="120"/>
                </a:cubicBezTo>
                <a:cubicBezTo>
                  <a:pt x="1506" y="116"/>
                  <a:pt x="1512" y="115"/>
                  <a:pt x="1516" y="117"/>
                </a:cubicBezTo>
                <a:cubicBezTo>
                  <a:pt x="1520" y="119"/>
                  <a:pt x="1522" y="124"/>
                  <a:pt x="1519" y="128"/>
                </a:cubicBezTo>
                <a:cubicBezTo>
                  <a:pt x="1518" y="131"/>
                  <a:pt x="1515" y="133"/>
                  <a:pt x="1512" y="133"/>
                </a:cubicBezTo>
                <a:close/>
                <a:moveTo>
                  <a:pt x="1487" y="120"/>
                </a:moveTo>
                <a:cubicBezTo>
                  <a:pt x="1485" y="120"/>
                  <a:pt x="1484" y="120"/>
                  <a:pt x="1483" y="119"/>
                </a:cubicBezTo>
                <a:cubicBezTo>
                  <a:pt x="1450" y="104"/>
                  <a:pt x="1416" y="89"/>
                  <a:pt x="1382" y="77"/>
                </a:cubicBezTo>
                <a:cubicBezTo>
                  <a:pt x="1381" y="77"/>
                  <a:pt x="1380" y="76"/>
                  <a:pt x="1379" y="76"/>
                </a:cubicBezTo>
                <a:cubicBezTo>
                  <a:pt x="1350" y="65"/>
                  <a:pt x="1319" y="56"/>
                  <a:pt x="1288" y="48"/>
                </a:cubicBezTo>
                <a:cubicBezTo>
                  <a:pt x="1284" y="47"/>
                  <a:pt x="1281" y="43"/>
                  <a:pt x="1282" y="38"/>
                </a:cubicBezTo>
                <a:cubicBezTo>
                  <a:pt x="1283" y="34"/>
                  <a:pt x="1288" y="31"/>
                  <a:pt x="1292" y="32"/>
                </a:cubicBezTo>
                <a:cubicBezTo>
                  <a:pt x="1324" y="40"/>
                  <a:pt x="1355" y="49"/>
                  <a:pt x="1385" y="60"/>
                </a:cubicBezTo>
                <a:cubicBezTo>
                  <a:pt x="1386" y="60"/>
                  <a:pt x="1386" y="61"/>
                  <a:pt x="1387" y="61"/>
                </a:cubicBezTo>
                <a:cubicBezTo>
                  <a:pt x="1388" y="61"/>
                  <a:pt x="1388" y="61"/>
                  <a:pt x="1388" y="61"/>
                </a:cubicBezTo>
                <a:cubicBezTo>
                  <a:pt x="1423" y="74"/>
                  <a:pt x="1457" y="88"/>
                  <a:pt x="1490" y="104"/>
                </a:cubicBezTo>
                <a:cubicBezTo>
                  <a:pt x="1492" y="105"/>
                  <a:pt x="1494" y="107"/>
                  <a:pt x="1495" y="109"/>
                </a:cubicBezTo>
                <a:cubicBezTo>
                  <a:pt x="1495" y="111"/>
                  <a:pt x="1495" y="113"/>
                  <a:pt x="1494" y="115"/>
                </a:cubicBezTo>
                <a:cubicBezTo>
                  <a:pt x="1493" y="118"/>
                  <a:pt x="1490" y="120"/>
                  <a:pt x="1487" y="120"/>
                </a:cubicBezTo>
                <a:close/>
                <a:moveTo>
                  <a:pt x="737" y="62"/>
                </a:moveTo>
                <a:cubicBezTo>
                  <a:pt x="734" y="62"/>
                  <a:pt x="730" y="59"/>
                  <a:pt x="729" y="56"/>
                </a:cubicBezTo>
                <a:cubicBezTo>
                  <a:pt x="728" y="51"/>
                  <a:pt x="730" y="47"/>
                  <a:pt x="735" y="45"/>
                </a:cubicBezTo>
                <a:cubicBezTo>
                  <a:pt x="739" y="44"/>
                  <a:pt x="744" y="47"/>
                  <a:pt x="745" y="51"/>
                </a:cubicBezTo>
                <a:cubicBezTo>
                  <a:pt x="747" y="55"/>
                  <a:pt x="744" y="60"/>
                  <a:pt x="740" y="62"/>
                </a:cubicBezTo>
                <a:cubicBezTo>
                  <a:pt x="739" y="62"/>
                  <a:pt x="738" y="62"/>
                  <a:pt x="737" y="62"/>
                </a:cubicBezTo>
                <a:close/>
                <a:moveTo>
                  <a:pt x="764" y="54"/>
                </a:moveTo>
                <a:cubicBezTo>
                  <a:pt x="761" y="54"/>
                  <a:pt x="757" y="51"/>
                  <a:pt x="756" y="48"/>
                </a:cubicBezTo>
                <a:cubicBezTo>
                  <a:pt x="755" y="43"/>
                  <a:pt x="758" y="39"/>
                  <a:pt x="762" y="37"/>
                </a:cubicBezTo>
                <a:cubicBezTo>
                  <a:pt x="793" y="29"/>
                  <a:pt x="825" y="22"/>
                  <a:pt x="857" y="16"/>
                </a:cubicBezTo>
                <a:cubicBezTo>
                  <a:pt x="894" y="9"/>
                  <a:pt x="932" y="5"/>
                  <a:pt x="970" y="2"/>
                </a:cubicBezTo>
                <a:cubicBezTo>
                  <a:pt x="975" y="2"/>
                  <a:pt x="979" y="5"/>
                  <a:pt x="979" y="10"/>
                </a:cubicBezTo>
                <a:cubicBezTo>
                  <a:pt x="979" y="15"/>
                  <a:pt x="976" y="19"/>
                  <a:pt x="971" y="19"/>
                </a:cubicBezTo>
                <a:cubicBezTo>
                  <a:pt x="934" y="22"/>
                  <a:pt x="897" y="26"/>
                  <a:pt x="860" y="33"/>
                </a:cubicBezTo>
                <a:cubicBezTo>
                  <a:pt x="828" y="38"/>
                  <a:pt x="797" y="45"/>
                  <a:pt x="767" y="54"/>
                </a:cubicBezTo>
                <a:cubicBezTo>
                  <a:pt x="766" y="54"/>
                  <a:pt x="765" y="54"/>
                  <a:pt x="764" y="54"/>
                </a:cubicBezTo>
                <a:close/>
                <a:moveTo>
                  <a:pt x="1263" y="42"/>
                </a:moveTo>
                <a:cubicBezTo>
                  <a:pt x="1262" y="42"/>
                  <a:pt x="1262" y="42"/>
                  <a:pt x="1261" y="42"/>
                </a:cubicBezTo>
                <a:cubicBezTo>
                  <a:pt x="1256" y="41"/>
                  <a:pt x="1253" y="36"/>
                  <a:pt x="1254" y="32"/>
                </a:cubicBezTo>
                <a:cubicBezTo>
                  <a:pt x="1255" y="27"/>
                  <a:pt x="1260" y="24"/>
                  <a:pt x="1265" y="25"/>
                </a:cubicBezTo>
                <a:cubicBezTo>
                  <a:pt x="1267" y="26"/>
                  <a:pt x="1269" y="27"/>
                  <a:pt x="1270" y="29"/>
                </a:cubicBezTo>
                <a:cubicBezTo>
                  <a:pt x="1271" y="31"/>
                  <a:pt x="1272" y="33"/>
                  <a:pt x="1271" y="35"/>
                </a:cubicBezTo>
                <a:cubicBezTo>
                  <a:pt x="1270" y="39"/>
                  <a:pt x="1267" y="42"/>
                  <a:pt x="1263" y="42"/>
                </a:cubicBezTo>
                <a:close/>
                <a:moveTo>
                  <a:pt x="1235" y="36"/>
                </a:moveTo>
                <a:cubicBezTo>
                  <a:pt x="1235" y="36"/>
                  <a:pt x="1234" y="36"/>
                  <a:pt x="1233" y="36"/>
                </a:cubicBezTo>
                <a:cubicBezTo>
                  <a:pt x="1197" y="29"/>
                  <a:pt x="1160" y="24"/>
                  <a:pt x="1123" y="21"/>
                </a:cubicBezTo>
                <a:cubicBezTo>
                  <a:pt x="1123" y="21"/>
                  <a:pt x="1123" y="21"/>
                  <a:pt x="1122" y="21"/>
                </a:cubicBezTo>
                <a:cubicBezTo>
                  <a:pt x="1094" y="18"/>
                  <a:pt x="1065" y="17"/>
                  <a:pt x="1037" y="17"/>
                </a:cubicBezTo>
                <a:cubicBezTo>
                  <a:pt x="1034" y="17"/>
                  <a:pt x="1031" y="17"/>
                  <a:pt x="1027" y="17"/>
                </a:cubicBezTo>
                <a:cubicBezTo>
                  <a:pt x="1027" y="17"/>
                  <a:pt x="1027" y="17"/>
                  <a:pt x="1027" y="17"/>
                </a:cubicBezTo>
                <a:cubicBezTo>
                  <a:pt x="1022" y="17"/>
                  <a:pt x="1019" y="13"/>
                  <a:pt x="1019" y="9"/>
                </a:cubicBezTo>
                <a:cubicBezTo>
                  <a:pt x="1018" y="4"/>
                  <a:pt x="1022" y="0"/>
                  <a:pt x="1027" y="0"/>
                </a:cubicBezTo>
                <a:cubicBezTo>
                  <a:pt x="1031" y="0"/>
                  <a:pt x="1034" y="0"/>
                  <a:pt x="1037" y="0"/>
                </a:cubicBezTo>
                <a:cubicBezTo>
                  <a:pt x="1066" y="0"/>
                  <a:pt x="1095" y="1"/>
                  <a:pt x="1124" y="4"/>
                </a:cubicBezTo>
                <a:cubicBezTo>
                  <a:pt x="1162" y="7"/>
                  <a:pt x="1200" y="12"/>
                  <a:pt x="1237" y="19"/>
                </a:cubicBezTo>
                <a:cubicBezTo>
                  <a:pt x="1241" y="20"/>
                  <a:pt x="1244" y="25"/>
                  <a:pt x="1243" y="29"/>
                </a:cubicBezTo>
                <a:cubicBezTo>
                  <a:pt x="1243" y="33"/>
                  <a:pt x="1239" y="36"/>
                  <a:pt x="1235" y="36"/>
                </a:cubicBezTo>
                <a:close/>
                <a:moveTo>
                  <a:pt x="999" y="18"/>
                </a:moveTo>
                <a:cubicBezTo>
                  <a:pt x="994" y="18"/>
                  <a:pt x="990" y="14"/>
                  <a:pt x="990" y="10"/>
                </a:cubicBezTo>
                <a:cubicBezTo>
                  <a:pt x="990" y="7"/>
                  <a:pt x="991" y="5"/>
                  <a:pt x="993" y="3"/>
                </a:cubicBezTo>
                <a:cubicBezTo>
                  <a:pt x="994" y="2"/>
                  <a:pt x="996" y="1"/>
                  <a:pt x="998" y="1"/>
                </a:cubicBezTo>
                <a:cubicBezTo>
                  <a:pt x="999" y="1"/>
                  <a:pt x="999" y="1"/>
                  <a:pt x="999" y="1"/>
                </a:cubicBezTo>
                <a:cubicBezTo>
                  <a:pt x="1003" y="1"/>
                  <a:pt x="1007" y="4"/>
                  <a:pt x="1007" y="9"/>
                </a:cubicBezTo>
                <a:cubicBezTo>
                  <a:pt x="1007" y="14"/>
                  <a:pt x="1004" y="18"/>
                  <a:pt x="999" y="18"/>
                </a:cubicBezTo>
                <a:cubicBezTo>
                  <a:pt x="999" y="18"/>
                  <a:pt x="999" y="18"/>
                  <a:pt x="999" y="18"/>
                </a:cubicBezTo>
                <a:close/>
              </a:path>
            </a:pathLst>
          </a:custGeom>
          <a:solidFill>
            <a:srgbClr val="377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7A9C8164-320D-48C7-A0F7-D1696BB87EFD}"/>
              </a:ext>
            </a:extLst>
          </p:cNvPr>
          <p:cNvSpPr>
            <a:spLocks noEditPoints="1"/>
          </p:cNvSpPr>
          <p:nvPr/>
        </p:nvSpPr>
        <p:spPr bwMode="auto">
          <a:xfrm>
            <a:off x="4503945" y="1832977"/>
            <a:ext cx="3184110" cy="3188872"/>
          </a:xfrm>
          <a:custGeom>
            <a:avLst/>
            <a:gdLst>
              <a:gd name="T0" fmla="*/ 991 w 2004"/>
              <a:gd name="T1" fmla="*/ 1989 h 2006"/>
              <a:gd name="T2" fmla="*/ 1003 w 2004"/>
              <a:gd name="T3" fmla="*/ 2006 h 2006"/>
              <a:gd name="T4" fmla="*/ 1354 w 2004"/>
              <a:gd name="T5" fmla="*/ 1924 h 2006"/>
              <a:gd name="T6" fmla="*/ 1037 w 2004"/>
              <a:gd name="T7" fmla="*/ 2005 h 2006"/>
              <a:gd name="T8" fmla="*/ 631 w 2004"/>
              <a:gd name="T9" fmla="*/ 1925 h 2006"/>
              <a:gd name="T10" fmla="*/ 958 w 2004"/>
              <a:gd name="T11" fmla="*/ 2005 h 2006"/>
              <a:gd name="T12" fmla="*/ 1408 w 2004"/>
              <a:gd name="T13" fmla="*/ 1920 h 2006"/>
              <a:gd name="T14" fmla="*/ 584 w 2004"/>
              <a:gd name="T15" fmla="*/ 1905 h 2006"/>
              <a:gd name="T16" fmla="*/ 1422 w 2004"/>
              <a:gd name="T17" fmla="*/ 1904 h 2006"/>
              <a:gd name="T18" fmla="*/ 1704 w 2004"/>
              <a:gd name="T19" fmla="*/ 1707 h 2006"/>
              <a:gd name="T20" fmla="*/ 1430 w 2004"/>
              <a:gd name="T21" fmla="*/ 1909 h 2006"/>
              <a:gd name="T22" fmla="*/ 294 w 2004"/>
              <a:gd name="T23" fmla="*/ 1701 h 2006"/>
              <a:gd name="T24" fmla="*/ 566 w 2004"/>
              <a:gd name="T25" fmla="*/ 1905 h 2006"/>
              <a:gd name="T26" fmla="*/ 1739 w 2004"/>
              <a:gd name="T27" fmla="*/ 1682 h 2006"/>
              <a:gd name="T28" fmla="*/ 259 w 2004"/>
              <a:gd name="T29" fmla="*/ 1664 h 2006"/>
              <a:gd name="T30" fmla="*/ 1746 w 2004"/>
              <a:gd name="T31" fmla="*/ 1662 h 2006"/>
              <a:gd name="T32" fmla="*/ 1926 w 2004"/>
              <a:gd name="T33" fmla="*/ 1369 h 2006"/>
              <a:gd name="T34" fmla="*/ 1752 w 2004"/>
              <a:gd name="T35" fmla="*/ 1664 h 2006"/>
              <a:gd name="T36" fmla="*/ 70 w 2004"/>
              <a:gd name="T37" fmla="*/ 1372 h 2006"/>
              <a:gd name="T38" fmla="*/ 253 w 2004"/>
              <a:gd name="T39" fmla="*/ 1643 h 2006"/>
              <a:gd name="T40" fmla="*/ 1933 w 2004"/>
              <a:gd name="T41" fmla="*/ 1327 h 2006"/>
              <a:gd name="T42" fmla="*/ 60 w 2004"/>
              <a:gd name="T43" fmla="*/ 1345 h 2006"/>
              <a:gd name="T44" fmla="*/ 68 w 2004"/>
              <a:gd name="T45" fmla="*/ 1351 h 2006"/>
              <a:gd name="T46" fmla="*/ 1987 w 2004"/>
              <a:gd name="T47" fmla="*/ 1037 h 2006"/>
              <a:gd name="T48" fmla="*/ 2004 w 2004"/>
              <a:gd name="T49" fmla="*/ 1037 h 2006"/>
              <a:gd name="T50" fmla="*/ 44 w 2004"/>
              <a:gd name="T51" fmla="*/ 1297 h 2006"/>
              <a:gd name="T52" fmla="*/ 9 w 2004"/>
              <a:gd name="T53" fmla="*/ 962 h 2006"/>
              <a:gd name="T54" fmla="*/ 60 w 2004"/>
              <a:gd name="T55" fmla="*/ 1292 h 2006"/>
              <a:gd name="T56" fmla="*/ 1992 w 2004"/>
              <a:gd name="T57" fmla="*/ 920 h 2006"/>
              <a:gd name="T58" fmla="*/ 10 w 2004"/>
              <a:gd name="T59" fmla="*/ 951 h 2006"/>
              <a:gd name="T60" fmla="*/ 10 w 2004"/>
              <a:gd name="T61" fmla="*/ 951 h 2006"/>
              <a:gd name="T62" fmla="*/ 1896 w 2004"/>
              <a:gd name="T63" fmla="*/ 589 h 2006"/>
              <a:gd name="T64" fmla="*/ 1999 w 2004"/>
              <a:gd name="T65" fmla="*/ 899 h 2006"/>
              <a:gd name="T66" fmla="*/ 54 w 2004"/>
              <a:gd name="T67" fmla="*/ 679 h 2006"/>
              <a:gd name="T68" fmla="*/ 85 w 2004"/>
              <a:gd name="T69" fmla="*/ 643 h 2006"/>
              <a:gd name="T70" fmla="*/ 1883 w 2004"/>
              <a:gd name="T71" fmla="*/ 564 h 2006"/>
              <a:gd name="T72" fmla="*/ 1891 w 2004"/>
              <a:gd name="T73" fmla="*/ 568 h 2006"/>
              <a:gd name="T74" fmla="*/ 135 w 2004"/>
              <a:gd name="T75" fmla="*/ 536 h 2006"/>
              <a:gd name="T76" fmla="*/ 1799 w 2004"/>
              <a:gd name="T77" fmla="*/ 425 h 2006"/>
              <a:gd name="T78" fmla="*/ 1813 w 2004"/>
              <a:gd name="T79" fmla="*/ 415 h 2006"/>
              <a:gd name="T80" fmla="*/ 137 w 2004"/>
              <a:gd name="T81" fmla="*/ 515 h 2006"/>
              <a:gd name="T82" fmla="*/ 355 w 2004"/>
              <a:gd name="T83" fmla="*/ 249 h 2006"/>
              <a:gd name="T84" fmla="*/ 141 w 2004"/>
              <a:gd name="T85" fmla="*/ 516 h 2006"/>
              <a:gd name="T86" fmla="*/ 1646 w 2004"/>
              <a:gd name="T87" fmla="*/ 236 h 2006"/>
              <a:gd name="T88" fmla="*/ 383 w 2004"/>
              <a:gd name="T89" fmla="*/ 216 h 2006"/>
              <a:gd name="T90" fmla="*/ 1596 w 2004"/>
              <a:gd name="T91" fmla="*/ 217 h 2006"/>
              <a:gd name="T92" fmla="*/ 1314 w 2004"/>
              <a:gd name="T93" fmla="*/ 51 h 2006"/>
              <a:gd name="T94" fmla="*/ 1601 w 2004"/>
              <a:gd name="T95" fmla="*/ 219 h 2006"/>
              <a:gd name="T96" fmla="*/ 599 w 2004"/>
              <a:gd name="T97" fmla="*/ 105 h 2006"/>
              <a:gd name="T98" fmla="*/ 718 w 2004"/>
              <a:gd name="T99" fmla="*/ 42 h 2006"/>
              <a:gd name="T100" fmla="*/ 723 w 2004"/>
              <a:gd name="T101" fmla="*/ 59 h 2006"/>
              <a:gd name="T102" fmla="*/ 1254 w 2004"/>
              <a:gd name="T103" fmla="*/ 42 h 2006"/>
              <a:gd name="T104" fmla="*/ 1233 w 2004"/>
              <a:gd name="T105" fmla="*/ 46 h 2006"/>
              <a:gd name="T106" fmla="*/ 909 w 2004"/>
              <a:gd name="T107" fmla="*/ 6 h 2006"/>
              <a:gd name="T108" fmla="*/ 1235 w 2004"/>
              <a:gd name="T109" fmla="*/ 46 h 2006"/>
              <a:gd name="T110" fmla="*/ 882 w 2004"/>
              <a:gd name="T111" fmla="*/ 26 h 20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004" h="2006">
                <a:moveTo>
                  <a:pt x="1003" y="2006"/>
                </a:moveTo>
                <a:cubicBezTo>
                  <a:pt x="999" y="2006"/>
                  <a:pt x="995" y="2006"/>
                  <a:pt x="991" y="2006"/>
                </a:cubicBezTo>
                <a:cubicBezTo>
                  <a:pt x="986" y="2006"/>
                  <a:pt x="986" y="2006"/>
                  <a:pt x="986" y="2006"/>
                </a:cubicBezTo>
                <a:cubicBezTo>
                  <a:pt x="981" y="2006"/>
                  <a:pt x="978" y="2002"/>
                  <a:pt x="978" y="1997"/>
                </a:cubicBezTo>
                <a:cubicBezTo>
                  <a:pt x="978" y="1992"/>
                  <a:pt x="982" y="1989"/>
                  <a:pt x="986" y="1989"/>
                </a:cubicBezTo>
                <a:cubicBezTo>
                  <a:pt x="991" y="1989"/>
                  <a:pt x="991" y="1989"/>
                  <a:pt x="991" y="1989"/>
                </a:cubicBezTo>
                <a:cubicBezTo>
                  <a:pt x="995" y="1989"/>
                  <a:pt x="999" y="1989"/>
                  <a:pt x="1003" y="1989"/>
                </a:cubicBezTo>
                <a:cubicBezTo>
                  <a:pt x="1009" y="1989"/>
                  <a:pt x="1009" y="1989"/>
                  <a:pt x="1009" y="1989"/>
                </a:cubicBezTo>
                <a:cubicBezTo>
                  <a:pt x="1009" y="1989"/>
                  <a:pt x="1009" y="1989"/>
                  <a:pt x="1009" y="1989"/>
                </a:cubicBezTo>
                <a:cubicBezTo>
                  <a:pt x="1014" y="1989"/>
                  <a:pt x="1017" y="1993"/>
                  <a:pt x="1017" y="1997"/>
                </a:cubicBezTo>
                <a:cubicBezTo>
                  <a:pt x="1017" y="2002"/>
                  <a:pt x="1014" y="2006"/>
                  <a:pt x="1009" y="2006"/>
                </a:cubicBezTo>
                <a:lnTo>
                  <a:pt x="1003" y="2006"/>
                </a:lnTo>
                <a:close/>
                <a:moveTo>
                  <a:pt x="1037" y="2005"/>
                </a:moveTo>
                <a:cubicBezTo>
                  <a:pt x="1033" y="2005"/>
                  <a:pt x="1029" y="2002"/>
                  <a:pt x="1029" y="1997"/>
                </a:cubicBezTo>
                <a:cubicBezTo>
                  <a:pt x="1029" y="1992"/>
                  <a:pt x="1032" y="1988"/>
                  <a:pt x="1037" y="1988"/>
                </a:cubicBezTo>
                <a:cubicBezTo>
                  <a:pt x="1074" y="1987"/>
                  <a:pt x="1111" y="1983"/>
                  <a:pt x="1148" y="1978"/>
                </a:cubicBezTo>
                <a:cubicBezTo>
                  <a:pt x="1148" y="1978"/>
                  <a:pt x="1148" y="1978"/>
                  <a:pt x="1148" y="1978"/>
                </a:cubicBezTo>
                <a:cubicBezTo>
                  <a:pt x="1219" y="1967"/>
                  <a:pt x="1288" y="1949"/>
                  <a:pt x="1354" y="1924"/>
                </a:cubicBezTo>
                <a:cubicBezTo>
                  <a:pt x="1359" y="1922"/>
                  <a:pt x="1363" y="1924"/>
                  <a:pt x="1365" y="1929"/>
                </a:cubicBezTo>
                <a:cubicBezTo>
                  <a:pt x="1367" y="1933"/>
                  <a:pt x="1365" y="1938"/>
                  <a:pt x="1360" y="1939"/>
                </a:cubicBezTo>
                <a:cubicBezTo>
                  <a:pt x="1293" y="1965"/>
                  <a:pt x="1223" y="1984"/>
                  <a:pt x="1151" y="1995"/>
                </a:cubicBezTo>
                <a:cubicBezTo>
                  <a:pt x="1151" y="1995"/>
                  <a:pt x="1151" y="1995"/>
                  <a:pt x="1151" y="1995"/>
                </a:cubicBezTo>
                <a:cubicBezTo>
                  <a:pt x="1113" y="2000"/>
                  <a:pt x="1075" y="2004"/>
                  <a:pt x="1037" y="2005"/>
                </a:cubicBezTo>
                <a:cubicBezTo>
                  <a:pt x="1037" y="2005"/>
                  <a:pt x="1037" y="2005"/>
                  <a:pt x="1037" y="2005"/>
                </a:cubicBezTo>
                <a:close/>
                <a:moveTo>
                  <a:pt x="958" y="2005"/>
                </a:moveTo>
                <a:cubicBezTo>
                  <a:pt x="958" y="2005"/>
                  <a:pt x="958" y="2005"/>
                  <a:pt x="958" y="2005"/>
                </a:cubicBezTo>
                <a:cubicBezTo>
                  <a:pt x="886" y="2002"/>
                  <a:pt x="814" y="1990"/>
                  <a:pt x="744" y="1972"/>
                </a:cubicBezTo>
                <a:cubicBezTo>
                  <a:pt x="744" y="1972"/>
                  <a:pt x="744" y="1972"/>
                  <a:pt x="744" y="1972"/>
                </a:cubicBezTo>
                <a:cubicBezTo>
                  <a:pt x="707" y="1962"/>
                  <a:pt x="671" y="1950"/>
                  <a:pt x="635" y="1936"/>
                </a:cubicBezTo>
                <a:cubicBezTo>
                  <a:pt x="631" y="1934"/>
                  <a:pt x="629" y="1929"/>
                  <a:pt x="631" y="1925"/>
                </a:cubicBezTo>
                <a:cubicBezTo>
                  <a:pt x="632" y="1921"/>
                  <a:pt x="637" y="1919"/>
                  <a:pt x="642" y="1920"/>
                </a:cubicBezTo>
                <a:cubicBezTo>
                  <a:pt x="676" y="1934"/>
                  <a:pt x="712" y="1946"/>
                  <a:pt x="748" y="1955"/>
                </a:cubicBezTo>
                <a:cubicBezTo>
                  <a:pt x="748" y="1955"/>
                  <a:pt x="748" y="1955"/>
                  <a:pt x="748" y="1955"/>
                </a:cubicBezTo>
                <a:cubicBezTo>
                  <a:pt x="817" y="1974"/>
                  <a:pt x="888" y="1985"/>
                  <a:pt x="958" y="1988"/>
                </a:cubicBezTo>
                <a:cubicBezTo>
                  <a:pt x="963" y="1988"/>
                  <a:pt x="967" y="1992"/>
                  <a:pt x="966" y="1997"/>
                </a:cubicBezTo>
                <a:cubicBezTo>
                  <a:pt x="966" y="2001"/>
                  <a:pt x="963" y="2005"/>
                  <a:pt x="958" y="2005"/>
                </a:cubicBezTo>
                <a:close/>
                <a:moveTo>
                  <a:pt x="1384" y="1930"/>
                </a:moveTo>
                <a:cubicBezTo>
                  <a:pt x="1380" y="1930"/>
                  <a:pt x="1377" y="1928"/>
                  <a:pt x="1376" y="1924"/>
                </a:cubicBezTo>
                <a:cubicBezTo>
                  <a:pt x="1374" y="1920"/>
                  <a:pt x="1376" y="1915"/>
                  <a:pt x="1380" y="1913"/>
                </a:cubicBezTo>
                <a:cubicBezTo>
                  <a:pt x="1387" y="1910"/>
                  <a:pt x="1394" y="1907"/>
                  <a:pt x="1401" y="1904"/>
                </a:cubicBezTo>
                <a:cubicBezTo>
                  <a:pt x="1405" y="1902"/>
                  <a:pt x="1410" y="1904"/>
                  <a:pt x="1412" y="1909"/>
                </a:cubicBezTo>
                <a:cubicBezTo>
                  <a:pt x="1414" y="1913"/>
                  <a:pt x="1412" y="1918"/>
                  <a:pt x="1408" y="1920"/>
                </a:cubicBezTo>
                <a:cubicBezTo>
                  <a:pt x="1401" y="1923"/>
                  <a:pt x="1394" y="1926"/>
                  <a:pt x="1387" y="1929"/>
                </a:cubicBezTo>
                <a:cubicBezTo>
                  <a:pt x="1386" y="1929"/>
                  <a:pt x="1385" y="1930"/>
                  <a:pt x="1384" y="1930"/>
                </a:cubicBezTo>
                <a:close/>
                <a:moveTo>
                  <a:pt x="612" y="1926"/>
                </a:moveTo>
                <a:cubicBezTo>
                  <a:pt x="611" y="1926"/>
                  <a:pt x="610" y="1926"/>
                  <a:pt x="609" y="1925"/>
                </a:cubicBezTo>
                <a:cubicBezTo>
                  <a:pt x="602" y="1922"/>
                  <a:pt x="595" y="1919"/>
                  <a:pt x="588" y="1916"/>
                </a:cubicBezTo>
                <a:cubicBezTo>
                  <a:pt x="584" y="1914"/>
                  <a:pt x="582" y="1909"/>
                  <a:pt x="584" y="1905"/>
                </a:cubicBezTo>
                <a:cubicBezTo>
                  <a:pt x="586" y="1901"/>
                  <a:pt x="591" y="1899"/>
                  <a:pt x="595" y="1901"/>
                </a:cubicBezTo>
                <a:cubicBezTo>
                  <a:pt x="602" y="1904"/>
                  <a:pt x="609" y="1907"/>
                  <a:pt x="616" y="1910"/>
                </a:cubicBezTo>
                <a:cubicBezTo>
                  <a:pt x="620" y="1911"/>
                  <a:pt x="622" y="1916"/>
                  <a:pt x="620" y="1921"/>
                </a:cubicBezTo>
                <a:cubicBezTo>
                  <a:pt x="619" y="1924"/>
                  <a:pt x="616" y="1926"/>
                  <a:pt x="612" y="1926"/>
                </a:cubicBezTo>
                <a:close/>
                <a:moveTo>
                  <a:pt x="1430" y="1909"/>
                </a:moveTo>
                <a:cubicBezTo>
                  <a:pt x="1427" y="1909"/>
                  <a:pt x="1424" y="1907"/>
                  <a:pt x="1422" y="1904"/>
                </a:cubicBezTo>
                <a:cubicBezTo>
                  <a:pt x="1420" y="1900"/>
                  <a:pt x="1422" y="1895"/>
                  <a:pt x="1426" y="1893"/>
                </a:cubicBezTo>
                <a:cubicBezTo>
                  <a:pt x="1460" y="1877"/>
                  <a:pt x="1493" y="1858"/>
                  <a:pt x="1524" y="1839"/>
                </a:cubicBezTo>
                <a:cubicBezTo>
                  <a:pt x="1524" y="1839"/>
                  <a:pt x="1525" y="1839"/>
                  <a:pt x="1525" y="1839"/>
                </a:cubicBezTo>
                <a:cubicBezTo>
                  <a:pt x="1582" y="1803"/>
                  <a:pt x="1635" y="1762"/>
                  <a:pt x="1683" y="1716"/>
                </a:cubicBezTo>
                <a:cubicBezTo>
                  <a:pt x="1686" y="1713"/>
                  <a:pt x="1689" y="1710"/>
                  <a:pt x="1692" y="1707"/>
                </a:cubicBezTo>
                <a:cubicBezTo>
                  <a:pt x="1695" y="1704"/>
                  <a:pt x="1700" y="1704"/>
                  <a:pt x="1704" y="1707"/>
                </a:cubicBezTo>
                <a:cubicBezTo>
                  <a:pt x="1707" y="1711"/>
                  <a:pt x="1707" y="1716"/>
                  <a:pt x="1704" y="1719"/>
                </a:cubicBezTo>
                <a:cubicBezTo>
                  <a:pt x="1701" y="1722"/>
                  <a:pt x="1698" y="1725"/>
                  <a:pt x="1695" y="1728"/>
                </a:cubicBezTo>
                <a:cubicBezTo>
                  <a:pt x="1646" y="1775"/>
                  <a:pt x="1592" y="1817"/>
                  <a:pt x="1534" y="1853"/>
                </a:cubicBezTo>
                <a:cubicBezTo>
                  <a:pt x="1534" y="1853"/>
                  <a:pt x="1534" y="1853"/>
                  <a:pt x="1534" y="1853"/>
                </a:cubicBezTo>
                <a:cubicBezTo>
                  <a:pt x="1501" y="1873"/>
                  <a:pt x="1468" y="1892"/>
                  <a:pt x="1434" y="1908"/>
                </a:cubicBezTo>
                <a:cubicBezTo>
                  <a:pt x="1432" y="1909"/>
                  <a:pt x="1431" y="1909"/>
                  <a:pt x="1430" y="1909"/>
                </a:cubicBezTo>
                <a:close/>
                <a:moveTo>
                  <a:pt x="566" y="1905"/>
                </a:moveTo>
                <a:cubicBezTo>
                  <a:pt x="565" y="1905"/>
                  <a:pt x="564" y="1905"/>
                  <a:pt x="562" y="1904"/>
                </a:cubicBezTo>
                <a:cubicBezTo>
                  <a:pt x="497" y="1872"/>
                  <a:pt x="436" y="1833"/>
                  <a:pt x="379" y="1789"/>
                </a:cubicBezTo>
                <a:cubicBezTo>
                  <a:pt x="379" y="1789"/>
                  <a:pt x="379" y="1789"/>
                  <a:pt x="379" y="1789"/>
                </a:cubicBezTo>
                <a:cubicBezTo>
                  <a:pt x="349" y="1765"/>
                  <a:pt x="321" y="1740"/>
                  <a:pt x="294" y="1713"/>
                </a:cubicBezTo>
                <a:cubicBezTo>
                  <a:pt x="291" y="1710"/>
                  <a:pt x="291" y="1704"/>
                  <a:pt x="294" y="1701"/>
                </a:cubicBezTo>
                <a:cubicBezTo>
                  <a:pt x="297" y="1698"/>
                  <a:pt x="303" y="1698"/>
                  <a:pt x="306" y="1701"/>
                </a:cubicBezTo>
                <a:cubicBezTo>
                  <a:pt x="332" y="1727"/>
                  <a:pt x="360" y="1752"/>
                  <a:pt x="390" y="1775"/>
                </a:cubicBezTo>
                <a:cubicBezTo>
                  <a:pt x="390" y="1775"/>
                  <a:pt x="390" y="1775"/>
                  <a:pt x="390" y="1775"/>
                </a:cubicBezTo>
                <a:cubicBezTo>
                  <a:pt x="445" y="1819"/>
                  <a:pt x="506" y="1858"/>
                  <a:pt x="570" y="1889"/>
                </a:cubicBezTo>
                <a:cubicBezTo>
                  <a:pt x="574" y="1891"/>
                  <a:pt x="576" y="1896"/>
                  <a:pt x="574" y="1900"/>
                </a:cubicBezTo>
                <a:cubicBezTo>
                  <a:pt x="572" y="1903"/>
                  <a:pt x="569" y="1905"/>
                  <a:pt x="566" y="1905"/>
                </a:cubicBezTo>
                <a:close/>
                <a:moveTo>
                  <a:pt x="1718" y="1702"/>
                </a:moveTo>
                <a:cubicBezTo>
                  <a:pt x="1715" y="1702"/>
                  <a:pt x="1713" y="1701"/>
                  <a:pt x="1712" y="1699"/>
                </a:cubicBezTo>
                <a:cubicBezTo>
                  <a:pt x="1708" y="1696"/>
                  <a:pt x="1708" y="1691"/>
                  <a:pt x="1711" y="1687"/>
                </a:cubicBezTo>
                <a:cubicBezTo>
                  <a:pt x="1717" y="1682"/>
                  <a:pt x="1722" y="1676"/>
                  <a:pt x="1727" y="1671"/>
                </a:cubicBezTo>
                <a:cubicBezTo>
                  <a:pt x="1730" y="1667"/>
                  <a:pt x="1735" y="1667"/>
                  <a:pt x="1739" y="1670"/>
                </a:cubicBezTo>
                <a:cubicBezTo>
                  <a:pt x="1742" y="1674"/>
                  <a:pt x="1742" y="1679"/>
                  <a:pt x="1739" y="1682"/>
                </a:cubicBezTo>
                <a:cubicBezTo>
                  <a:pt x="1734" y="1688"/>
                  <a:pt x="1729" y="1693"/>
                  <a:pt x="1724" y="1699"/>
                </a:cubicBezTo>
                <a:cubicBezTo>
                  <a:pt x="1722" y="1701"/>
                  <a:pt x="1720" y="1702"/>
                  <a:pt x="1718" y="1702"/>
                </a:cubicBezTo>
                <a:close/>
                <a:moveTo>
                  <a:pt x="280" y="1695"/>
                </a:moveTo>
                <a:cubicBezTo>
                  <a:pt x="278" y="1695"/>
                  <a:pt x="276" y="1694"/>
                  <a:pt x="274" y="1692"/>
                </a:cubicBezTo>
                <a:cubicBezTo>
                  <a:pt x="269" y="1687"/>
                  <a:pt x="264" y="1681"/>
                  <a:pt x="259" y="1676"/>
                </a:cubicBezTo>
                <a:cubicBezTo>
                  <a:pt x="255" y="1672"/>
                  <a:pt x="256" y="1667"/>
                  <a:pt x="259" y="1664"/>
                </a:cubicBezTo>
                <a:cubicBezTo>
                  <a:pt x="263" y="1661"/>
                  <a:pt x="268" y="1661"/>
                  <a:pt x="271" y="1664"/>
                </a:cubicBezTo>
                <a:cubicBezTo>
                  <a:pt x="276" y="1670"/>
                  <a:pt x="281" y="1675"/>
                  <a:pt x="286" y="1681"/>
                </a:cubicBezTo>
                <a:cubicBezTo>
                  <a:pt x="290" y="1684"/>
                  <a:pt x="289" y="1690"/>
                  <a:pt x="286" y="1693"/>
                </a:cubicBezTo>
                <a:cubicBezTo>
                  <a:pt x="284" y="1694"/>
                  <a:pt x="282" y="1695"/>
                  <a:pt x="280" y="1695"/>
                </a:cubicBezTo>
                <a:close/>
                <a:moveTo>
                  <a:pt x="1752" y="1664"/>
                </a:moveTo>
                <a:cubicBezTo>
                  <a:pt x="1750" y="1664"/>
                  <a:pt x="1748" y="1663"/>
                  <a:pt x="1746" y="1662"/>
                </a:cubicBezTo>
                <a:cubicBezTo>
                  <a:pt x="1743" y="1659"/>
                  <a:pt x="1742" y="1653"/>
                  <a:pt x="1746" y="1650"/>
                </a:cubicBezTo>
                <a:cubicBezTo>
                  <a:pt x="1770" y="1622"/>
                  <a:pt x="1793" y="1592"/>
                  <a:pt x="1814" y="1561"/>
                </a:cubicBezTo>
                <a:cubicBezTo>
                  <a:pt x="1814" y="1561"/>
                  <a:pt x="1814" y="1561"/>
                  <a:pt x="1814" y="1561"/>
                </a:cubicBezTo>
                <a:cubicBezTo>
                  <a:pt x="1848" y="1512"/>
                  <a:pt x="1877" y="1460"/>
                  <a:pt x="1901" y="1406"/>
                </a:cubicBezTo>
                <a:cubicBezTo>
                  <a:pt x="1906" y="1395"/>
                  <a:pt x="1910" y="1385"/>
                  <a:pt x="1915" y="1374"/>
                </a:cubicBezTo>
                <a:cubicBezTo>
                  <a:pt x="1917" y="1370"/>
                  <a:pt x="1922" y="1367"/>
                  <a:pt x="1926" y="1369"/>
                </a:cubicBezTo>
                <a:cubicBezTo>
                  <a:pt x="1930" y="1371"/>
                  <a:pt x="1932" y="1376"/>
                  <a:pt x="1931" y="1380"/>
                </a:cubicBezTo>
                <a:cubicBezTo>
                  <a:pt x="1926" y="1391"/>
                  <a:pt x="1921" y="1402"/>
                  <a:pt x="1917" y="1413"/>
                </a:cubicBezTo>
                <a:cubicBezTo>
                  <a:pt x="1892" y="1468"/>
                  <a:pt x="1862" y="1521"/>
                  <a:pt x="1828" y="1571"/>
                </a:cubicBezTo>
                <a:cubicBezTo>
                  <a:pt x="1828" y="1571"/>
                  <a:pt x="1828" y="1571"/>
                  <a:pt x="1828" y="1571"/>
                </a:cubicBezTo>
                <a:cubicBezTo>
                  <a:pt x="1806" y="1602"/>
                  <a:pt x="1783" y="1633"/>
                  <a:pt x="1758" y="1661"/>
                </a:cubicBezTo>
                <a:cubicBezTo>
                  <a:pt x="1757" y="1663"/>
                  <a:pt x="1754" y="1664"/>
                  <a:pt x="1752" y="1664"/>
                </a:cubicBezTo>
                <a:close/>
                <a:moveTo>
                  <a:pt x="246" y="1657"/>
                </a:moveTo>
                <a:cubicBezTo>
                  <a:pt x="244" y="1657"/>
                  <a:pt x="241" y="1656"/>
                  <a:pt x="240" y="1654"/>
                </a:cubicBezTo>
                <a:cubicBezTo>
                  <a:pt x="193" y="1599"/>
                  <a:pt x="152" y="1539"/>
                  <a:pt x="118" y="1475"/>
                </a:cubicBezTo>
                <a:cubicBezTo>
                  <a:pt x="118" y="1475"/>
                  <a:pt x="118" y="1475"/>
                  <a:pt x="118" y="1475"/>
                </a:cubicBezTo>
                <a:cubicBezTo>
                  <a:pt x="104" y="1448"/>
                  <a:pt x="90" y="1421"/>
                  <a:pt x="79" y="1393"/>
                </a:cubicBezTo>
                <a:cubicBezTo>
                  <a:pt x="76" y="1386"/>
                  <a:pt x="73" y="1379"/>
                  <a:pt x="70" y="1372"/>
                </a:cubicBezTo>
                <a:cubicBezTo>
                  <a:pt x="69" y="1368"/>
                  <a:pt x="71" y="1363"/>
                  <a:pt x="75" y="1361"/>
                </a:cubicBezTo>
                <a:cubicBezTo>
                  <a:pt x="79" y="1359"/>
                  <a:pt x="84" y="1361"/>
                  <a:pt x="86" y="1366"/>
                </a:cubicBezTo>
                <a:cubicBezTo>
                  <a:pt x="89" y="1372"/>
                  <a:pt x="91" y="1379"/>
                  <a:pt x="94" y="1386"/>
                </a:cubicBezTo>
                <a:cubicBezTo>
                  <a:pt x="106" y="1414"/>
                  <a:pt x="119" y="1441"/>
                  <a:pt x="133" y="1467"/>
                </a:cubicBezTo>
                <a:cubicBezTo>
                  <a:pt x="133" y="1467"/>
                  <a:pt x="133" y="1467"/>
                  <a:pt x="133" y="1467"/>
                </a:cubicBezTo>
                <a:cubicBezTo>
                  <a:pt x="166" y="1530"/>
                  <a:pt x="207" y="1589"/>
                  <a:pt x="253" y="1643"/>
                </a:cubicBezTo>
                <a:cubicBezTo>
                  <a:pt x="256" y="1647"/>
                  <a:pt x="255" y="1652"/>
                  <a:pt x="252" y="1655"/>
                </a:cubicBezTo>
                <a:cubicBezTo>
                  <a:pt x="250" y="1657"/>
                  <a:pt x="248" y="1657"/>
                  <a:pt x="246" y="1657"/>
                </a:cubicBezTo>
                <a:close/>
                <a:moveTo>
                  <a:pt x="1933" y="1359"/>
                </a:moveTo>
                <a:cubicBezTo>
                  <a:pt x="1932" y="1359"/>
                  <a:pt x="1931" y="1359"/>
                  <a:pt x="1930" y="1359"/>
                </a:cubicBezTo>
                <a:cubicBezTo>
                  <a:pt x="1926" y="1357"/>
                  <a:pt x="1923" y="1352"/>
                  <a:pt x="1925" y="1348"/>
                </a:cubicBezTo>
                <a:cubicBezTo>
                  <a:pt x="1928" y="1341"/>
                  <a:pt x="1930" y="1334"/>
                  <a:pt x="1933" y="1327"/>
                </a:cubicBezTo>
                <a:cubicBezTo>
                  <a:pt x="1934" y="1322"/>
                  <a:pt x="1939" y="1320"/>
                  <a:pt x="1943" y="1321"/>
                </a:cubicBezTo>
                <a:cubicBezTo>
                  <a:pt x="1948" y="1323"/>
                  <a:pt x="1950" y="1328"/>
                  <a:pt x="1949" y="1332"/>
                </a:cubicBezTo>
                <a:cubicBezTo>
                  <a:pt x="1946" y="1339"/>
                  <a:pt x="1944" y="1347"/>
                  <a:pt x="1941" y="1354"/>
                </a:cubicBezTo>
                <a:cubicBezTo>
                  <a:pt x="1940" y="1357"/>
                  <a:pt x="1936" y="1359"/>
                  <a:pt x="1933" y="1359"/>
                </a:cubicBezTo>
                <a:close/>
                <a:moveTo>
                  <a:pt x="68" y="1351"/>
                </a:moveTo>
                <a:cubicBezTo>
                  <a:pt x="65" y="1351"/>
                  <a:pt x="61" y="1349"/>
                  <a:pt x="60" y="1345"/>
                </a:cubicBezTo>
                <a:cubicBezTo>
                  <a:pt x="58" y="1338"/>
                  <a:pt x="55" y="1331"/>
                  <a:pt x="53" y="1324"/>
                </a:cubicBezTo>
                <a:cubicBezTo>
                  <a:pt x="51" y="1319"/>
                  <a:pt x="53" y="1314"/>
                  <a:pt x="58" y="1313"/>
                </a:cubicBezTo>
                <a:cubicBezTo>
                  <a:pt x="62" y="1311"/>
                  <a:pt x="67" y="1314"/>
                  <a:pt x="69" y="1318"/>
                </a:cubicBezTo>
                <a:cubicBezTo>
                  <a:pt x="71" y="1325"/>
                  <a:pt x="74" y="1332"/>
                  <a:pt x="76" y="1339"/>
                </a:cubicBezTo>
                <a:cubicBezTo>
                  <a:pt x="78" y="1344"/>
                  <a:pt x="75" y="1349"/>
                  <a:pt x="71" y="1350"/>
                </a:cubicBezTo>
                <a:cubicBezTo>
                  <a:pt x="70" y="1351"/>
                  <a:pt x="69" y="1351"/>
                  <a:pt x="68" y="1351"/>
                </a:cubicBezTo>
                <a:close/>
                <a:moveTo>
                  <a:pt x="1950" y="1311"/>
                </a:moveTo>
                <a:cubicBezTo>
                  <a:pt x="1949" y="1311"/>
                  <a:pt x="1948" y="1311"/>
                  <a:pt x="1947" y="1311"/>
                </a:cubicBezTo>
                <a:cubicBezTo>
                  <a:pt x="1942" y="1309"/>
                  <a:pt x="1940" y="1304"/>
                  <a:pt x="1941" y="1300"/>
                </a:cubicBezTo>
                <a:cubicBezTo>
                  <a:pt x="1953" y="1264"/>
                  <a:pt x="1962" y="1228"/>
                  <a:pt x="1969" y="1191"/>
                </a:cubicBezTo>
                <a:cubicBezTo>
                  <a:pt x="1969" y="1191"/>
                  <a:pt x="1969" y="1191"/>
                  <a:pt x="1969" y="1191"/>
                </a:cubicBezTo>
                <a:cubicBezTo>
                  <a:pt x="1979" y="1140"/>
                  <a:pt x="1985" y="1088"/>
                  <a:pt x="1987" y="1037"/>
                </a:cubicBezTo>
                <a:cubicBezTo>
                  <a:pt x="1987" y="1026"/>
                  <a:pt x="1987" y="1014"/>
                  <a:pt x="1987" y="1003"/>
                </a:cubicBezTo>
                <a:cubicBezTo>
                  <a:pt x="1987" y="995"/>
                  <a:pt x="1987" y="987"/>
                  <a:pt x="1987" y="979"/>
                </a:cubicBezTo>
                <a:cubicBezTo>
                  <a:pt x="1987" y="975"/>
                  <a:pt x="1991" y="971"/>
                  <a:pt x="1995" y="971"/>
                </a:cubicBezTo>
                <a:cubicBezTo>
                  <a:pt x="2000" y="971"/>
                  <a:pt x="2004" y="974"/>
                  <a:pt x="2004" y="979"/>
                </a:cubicBezTo>
                <a:cubicBezTo>
                  <a:pt x="2004" y="987"/>
                  <a:pt x="2004" y="995"/>
                  <a:pt x="2004" y="1003"/>
                </a:cubicBezTo>
                <a:cubicBezTo>
                  <a:pt x="2004" y="1015"/>
                  <a:pt x="2004" y="1026"/>
                  <a:pt x="2004" y="1037"/>
                </a:cubicBezTo>
                <a:cubicBezTo>
                  <a:pt x="2002" y="1090"/>
                  <a:pt x="1996" y="1143"/>
                  <a:pt x="1986" y="1195"/>
                </a:cubicBezTo>
                <a:cubicBezTo>
                  <a:pt x="1986" y="1195"/>
                  <a:pt x="1986" y="1195"/>
                  <a:pt x="1986" y="1195"/>
                </a:cubicBezTo>
                <a:cubicBezTo>
                  <a:pt x="1978" y="1232"/>
                  <a:pt x="1969" y="1269"/>
                  <a:pt x="1958" y="1305"/>
                </a:cubicBezTo>
                <a:cubicBezTo>
                  <a:pt x="1956" y="1309"/>
                  <a:pt x="1953" y="1311"/>
                  <a:pt x="1950" y="1311"/>
                </a:cubicBezTo>
                <a:close/>
                <a:moveTo>
                  <a:pt x="52" y="1303"/>
                </a:moveTo>
                <a:cubicBezTo>
                  <a:pt x="48" y="1303"/>
                  <a:pt x="45" y="1300"/>
                  <a:pt x="44" y="1297"/>
                </a:cubicBezTo>
                <a:cubicBezTo>
                  <a:pt x="23" y="1227"/>
                  <a:pt x="9" y="1156"/>
                  <a:pt x="3" y="1084"/>
                </a:cubicBezTo>
                <a:cubicBezTo>
                  <a:pt x="3" y="1084"/>
                  <a:pt x="3" y="1084"/>
                  <a:pt x="3" y="1084"/>
                </a:cubicBezTo>
                <a:cubicBezTo>
                  <a:pt x="1" y="1061"/>
                  <a:pt x="0" y="1038"/>
                  <a:pt x="0" y="1015"/>
                </a:cubicBezTo>
                <a:cubicBezTo>
                  <a:pt x="0" y="1011"/>
                  <a:pt x="0" y="1007"/>
                  <a:pt x="0" y="1003"/>
                </a:cubicBezTo>
                <a:cubicBezTo>
                  <a:pt x="0" y="992"/>
                  <a:pt x="0" y="981"/>
                  <a:pt x="0" y="970"/>
                </a:cubicBezTo>
                <a:cubicBezTo>
                  <a:pt x="0" y="965"/>
                  <a:pt x="4" y="962"/>
                  <a:pt x="9" y="962"/>
                </a:cubicBezTo>
                <a:cubicBezTo>
                  <a:pt x="14" y="962"/>
                  <a:pt x="17" y="966"/>
                  <a:pt x="17" y="971"/>
                </a:cubicBezTo>
                <a:cubicBezTo>
                  <a:pt x="17" y="981"/>
                  <a:pt x="17" y="992"/>
                  <a:pt x="17" y="1003"/>
                </a:cubicBezTo>
                <a:cubicBezTo>
                  <a:pt x="17" y="1007"/>
                  <a:pt x="17" y="1011"/>
                  <a:pt x="17" y="1015"/>
                </a:cubicBezTo>
                <a:cubicBezTo>
                  <a:pt x="17" y="1037"/>
                  <a:pt x="18" y="1060"/>
                  <a:pt x="20" y="1083"/>
                </a:cubicBezTo>
                <a:cubicBezTo>
                  <a:pt x="20" y="1083"/>
                  <a:pt x="20" y="1083"/>
                  <a:pt x="20" y="1083"/>
                </a:cubicBezTo>
                <a:cubicBezTo>
                  <a:pt x="26" y="1153"/>
                  <a:pt x="39" y="1223"/>
                  <a:pt x="60" y="1292"/>
                </a:cubicBezTo>
                <a:cubicBezTo>
                  <a:pt x="61" y="1296"/>
                  <a:pt x="59" y="1301"/>
                  <a:pt x="54" y="1302"/>
                </a:cubicBezTo>
                <a:cubicBezTo>
                  <a:pt x="54" y="1302"/>
                  <a:pt x="53" y="1303"/>
                  <a:pt x="52" y="1303"/>
                </a:cubicBezTo>
                <a:close/>
                <a:moveTo>
                  <a:pt x="1994" y="959"/>
                </a:moveTo>
                <a:cubicBezTo>
                  <a:pt x="1990" y="959"/>
                  <a:pt x="1986" y="956"/>
                  <a:pt x="1986" y="951"/>
                </a:cubicBezTo>
                <a:cubicBezTo>
                  <a:pt x="1986" y="944"/>
                  <a:pt x="1985" y="936"/>
                  <a:pt x="1984" y="929"/>
                </a:cubicBezTo>
                <a:cubicBezTo>
                  <a:pt x="1984" y="924"/>
                  <a:pt x="1988" y="920"/>
                  <a:pt x="1992" y="920"/>
                </a:cubicBezTo>
                <a:cubicBezTo>
                  <a:pt x="1997" y="920"/>
                  <a:pt x="2001" y="923"/>
                  <a:pt x="2001" y="928"/>
                </a:cubicBezTo>
                <a:cubicBezTo>
                  <a:pt x="2002" y="935"/>
                  <a:pt x="2002" y="943"/>
                  <a:pt x="2003" y="951"/>
                </a:cubicBezTo>
                <a:cubicBezTo>
                  <a:pt x="2003" y="955"/>
                  <a:pt x="2000" y="959"/>
                  <a:pt x="1995" y="959"/>
                </a:cubicBezTo>
                <a:cubicBezTo>
                  <a:pt x="1995" y="959"/>
                  <a:pt x="1995" y="959"/>
                  <a:pt x="1994" y="959"/>
                </a:cubicBezTo>
                <a:close/>
                <a:moveTo>
                  <a:pt x="10" y="951"/>
                </a:moveTo>
                <a:cubicBezTo>
                  <a:pt x="10" y="951"/>
                  <a:pt x="10" y="951"/>
                  <a:pt x="10" y="951"/>
                </a:cubicBezTo>
                <a:cubicBezTo>
                  <a:pt x="5" y="950"/>
                  <a:pt x="1" y="946"/>
                  <a:pt x="2" y="942"/>
                </a:cubicBezTo>
                <a:cubicBezTo>
                  <a:pt x="2" y="934"/>
                  <a:pt x="3" y="926"/>
                  <a:pt x="3" y="919"/>
                </a:cubicBezTo>
                <a:cubicBezTo>
                  <a:pt x="4" y="914"/>
                  <a:pt x="8" y="911"/>
                  <a:pt x="13" y="911"/>
                </a:cubicBezTo>
                <a:cubicBezTo>
                  <a:pt x="17" y="911"/>
                  <a:pt x="21" y="916"/>
                  <a:pt x="20" y="920"/>
                </a:cubicBezTo>
                <a:cubicBezTo>
                  <a:pt x="20" y="928"/>
                  <a:pt x="19" y="935"/>
                  <a:pt x="19" y="943"/>
                </a:cubicBezTo>
                <a:cubicBezTo>
                  <a:pt x="18" y="947"/>
                  <a:pt x="15" y="951"/>
                  <a:pt x="10" y="951"/>
                </a:cubicBezTo>
                <a:close/>
                <a:moveTo>
                  <a:pt x="1990" y="909"/>
                </a:moveTo>
                <a:cubicBezTo>
                  <a:pt x="1986" y="909"/>
                  <a:pt x="1982" y="905"/>
                  <a:pt x="1982" y="901"/>
                </a:cubicBezTo>
                <a:cubicBezTo>
                  <a:pt x="1978" y="864"/>
                  <a:pt x="1972" y="827"/>
                  <a:pt x="1964" y="791"/>
                </a:cubicBezTo>
                <a:cubicBezTo>
                  <a:pt x="1964" y="791"/>
                  <a:pt x="1964" y="790"/>
                  <a:pt x="1964" y="790"/>
                </a:cubicBezTo>
                <a:cubicBezTo>
                  <a:pt x="1954" y="747"/>
                  <a:pt x="1942" y="704"/>
                  <a:pt x="1926" y="663"/>
                </a:cubicBezTo>
                <a:cubicBezTo>
                  <a:pt x="1917" y="638"/>
                  <a:pt x="1907" y="613"/>
                  <a:pt x="1896" y="589"/>
                </a:cubicBezTo>
                <a:cubicBezTo>
                  <a:pt x="1894" y="585"/>
                  <a:pt x="1895" y="580"/>
                  <a:pt x="1900" y="578"/>
                </a:cubicBezTo>
                <a:cubicBezTo>
                  <a:pt x="1904" y="576"/>
                  <a:pt x="1909" y="578"/>
                  <a:pt x="1911" y="582"/>
                </a:cubicBezTo>
                <a:cubicBezTo>
                  <a:pt x="1922" y="606"/>
                  <a:pt x="1933" y="632"/>
                  <a:pt x="1942" y="657"/>
                </a:cubicBezTo>
                <a:cubicBezTo>
                  <a:pt x="1958" y="699"/>
                  <a:pt x="1971" y="743"/>
                  <a:pt x="1980" y="787"/>
                </a:cubicBezTo>
                <a:cubicBezTo>
                  <a:pt x="1980" y="787"/>
                  <a:pt x="1980" y="787"/>
                  <a:pt x="1980" y="787"/>
                </a:cubicBezTo>
                <a:cubicBezTo>
                  <a:pt x="1989" y="824"/>
                  <a:pt x="1995" y="862"/>
                  <a:pt x="1999" y="899"/>
                </a:cubicBezTo>
                <a:cubicBezTo>
                  <a:pt x="1999" y="904"/>
                  <a:pt x="1996" y="908"/>
                  <a:pt x="1991" y="909"/>
                </a:cubicBezTo>
                <a:cubicBezTo>
                  <a:pt x="1991" y="909"/>
                  <a:pt x="1991" y="909"/>
                  <a:pt x="1990" y="909"/>
                </a:cubicBezTo>
                <a:close/>
                <a:moveTo>
                  <a:pt x="15" y="900"/>
                </a:moveTo>
                <a:cubicBezTo>
                  <a:pt x="14" y="900"/>
                  <a:pt x="14" y="900"/>
                  <a:pt x="14" y="900"/>
                </a:cubicBezTo>
                <a:cubicBezTo>
                  <a:pt x="9" y="899"/>
                  <a:pt x="6" y="895"/>
                  <a:pt x="6" y="890"/>
                </a:cubicBezTo>
                <a:cubicBezTo>
                  <a:pt x="14" y="819"/>
                  <a:pt x="30" y="748"/>
                  <a:pt x="54" y="679"/>
                </a:cubicBezTo>
                <a:cubicBezTo>
                  <a:pt x="54" y="679"/>
                  <a:pt x="54" y="679"/>
                  <a:pt x="54" y="679"/>
                </a:cubicBezTo>
                <a:cubicBezTo>
                  <a:pt x="59" y="665"/>
                  <a:pt x="64" y="650"/>
                  <a:pt x="70" y="636"/>
                </a:cubicBezTo>
                <a:cubicBezTo>
                  <a:pt x="78" y="615"/>
                  <a:pt x="87" y="594"/>
                  <a:pt x="97" y="574"/>
                </a:cubicBezTo>
                <a:cubicBezTo>
                  <a:pt x="99" y="569"/>
                  <a:pt x="104" y="568"/>
                  <a:pt x="108" y="570"/>
                </a:cubicBezTo>
                <a:cubicBezTo>
                  <a:pt x="112" y="572"/>
                  <a:pt x="114" y="577"/>
                  <a:pt x="112" y="581"/>
                </a:cubicBezTo>
                <a:cubicBezTo>
                  <a:pt x="103" y="601"/>
                  <a:pt x="94" y="622"/>
                  <a:pt x="85" y="643"/>
                </a:cubicBezTo>
                <a:cubicBezTo>
                  <a:pt x="80" y="656"/>
                  <a:pt x="75" y="671"/>
                  <a:pt x="70" y="685"/>
                </a:cubicBezTo>
                <a:cubicBezTo>
                  <a:pt x="70" y="685"/>
                  <a:pt x="70" y="685"/>
                  <a:pt x="70" y="685"/>
                </a:cubicBezTo>
                <a:cubicBezTo>
                  <a:pt x="47" y="752"/>
                  <a:pt x="31" y="822"/>
                  <a:pt x="23" y="892"/>
                </a:cubicBezTo>
                <a:cubicBezTo>
                  <a:pt x="23" y="897"/>
                  <a:pt x="19" y="900"/>
                  <a:pt x="15" y="900"/>
                </a:cubicBezTo>
                <a:close/>
                <a:moveTo>
                  <a:pt x="1891" y="568"/>
                </a:moveTo>
                <a:cubicBezTo>
                  <a:pt x="1888" y="568"/>
                  <a:pt x="1885" y="567"/>
                  <a:pt x="1883" y="564"/>
                </a:cubicBezTo>
                <a:cubicBezTo>
                  <a:pt x="1880" y="557"/>
                  <a:pt x="1877" y="550"/>
                  <a:pt x="1873" y="544"/>
                </a:cubicBezTo>
                <a:cubicBezTo>
                  <a:pt x="1871" y="540"/>
                  <a:pt x="1873" y="534"/>
                  <a:pt x="1877" y="532"/>
                </a:cubicBezTo>
                <a:cubicBezTo>
                  <a:pt x="1881" y="530"/>
                  <a:pt x="1886" y="532"/>
                  <a:pt x="1888" y="536"/>
                </a:cubicBezTo>
                <a:cubicBezTo>
                  <a:pt x="1892" y="543"/>
                  <a:pt x="1895" y="549"/>
                  <a:pt x="1899" y="556"/>
                </a:cubicBezTo>
                <a:cubicBezTo>
                  <a:pt x="1901" y="560"/>
                  <a:pt x="1899" y="565"/>
                  <a:pt x="1895" y="568"/>
                </a:cubicBezTo>
                <a:cubicBezTo>
                  <a:pt x="1894" y="568"/>
                  <a:pt x="1892" y="568"/>
                  <a:pt x="1891" y="568"/>
                </a:cubicBezTo>
                <a:close/>
                <a:moveTo>
                  <a:pt x="117" y="560"/>
                </a:moveTo>
                <a:cubicBezTo>
                  <a:pt x="116" y="560"/>
                  <a:pt x="114" y="560"/>
                  <a:pt x="113" y="560"/>
                </a:cubicBezTo>
                <a:cubicBezTo>
                  <a:pt x="109" y="557"/>
                  <a:pt x="107" y="552"/>
                  <a:pt x="109" y="548"/>
                </a:cubicBezTo>
                <a:cubicBezTo>
                  <a:pt x="113" y="541"/>
                  <a:pt x="116" y="535"/>
                  <a:pt x="120" y="528"/>
                </a:cubicBezTo>
                <a:cubicBezTo>
                  <a:pt x="122" y="524"/>
                  <a:pt x="127" y="522"/>
                  <a:pt x="132" y="524"/>
                </a:cubicBezTo>
                <a:cubicBezTo>
                  <a:pt x="136" y="527"/>
                  <a:pt x="137" y="532"/>
                  <a:pt x="135" y="536"/>
                </a:cubicBezTo>
                <a:cubicBezTo>
                  <a:pt x="131" y="543"/>
                  <a:pt x="128" y="549"/>
                  <a:pt x="125" y="556"/>
                </a:cubicBezTo>
                <a:cubicBezTo>
                  <a:pt x="123" y="559"/>
                  <a:pt x="120" y="560"/>
                  <a:pt x="117" y="560"/>
                </a:cubicBezTo>
                <a:close/>
                <a:moveTo>
                  <a:pt x="1867" y="523"/>
                </a:moveTo>
                <a:cubicBezTo>
                  <a:pt x="1864" y="523"/>
                  <a:pt x="1861" y="522"/>
                  <a:pt x="1860" y="519"/>
                </a:cubicBezTo>
                <a:cubicBezTo>
                  <a:pt x="1841" y="487"/>
                  <a:pt x="1821" y="455"/>
                  <a:pt x="1799" y="425"/>
                </a:cubicBezTo>
                <a:cubicBezTo>
                  <a:pt x="1799" y="425"/>
                  <a:pt x="1799" y="425"/>
                  <a:pt x="1799" y="425"/>
                </a:cubicBezTo>
                <a:cubicBezTo>
                  <a:pt x="1778" y="395"/>
                  <a:pt x="1754" y="366"/>
                  <a:pt x="1729" y="339"/>
                </a:cubicBezTo>
                <a:cubicBezTo>
                  <a:pt x="1707" y="314"/>
                  <a:pt x="1682" y="290"/>
                  <a:pt x="1657" y="267"/>
                </a:cubicBezTo>
                <a:cubicBezTo>
                  <a:pt x="1653" y="264"/>
                  <a:pt x="1653" y="259"/>
                  <a:pt x="1656" y="255"/>
                </a:cubicBezTo>
                <a:cubicBezTo>
                  <a:pt x="1659" y="252"/>
                  <a:pt x="1664" y="251"/>
                  <a:pt x="1668" y="254"/>
                </a:cubicBezTo>
                <a:cubicBezTo>
                  <a:pt x="1694" y="277"/>
                  <a:pt x="1719" y="302"/>
                  <a:pt x="1742" y="327"/>
                </a:cubicBezTo>
                <a:cubicBezTo>
                  <a:pt x="1767" y="355"/>
                  <a:pt x="1791" y="384"/>
                  <a:pt x="1813" y="415"/>
                </a:cubicBezTo>
                <a:cubicBezTo>
                  <a:pt x="1813" y="415"/>
                  <a:pt x="1813" y="415"/>
                  <a:pt x="1813" y="415"/>
                </a:cubicBezTo>
                <a:cubicBezTo>
                  <a:pt x="1835" y="446"/>
                  <a:pt x="1856" y="478"/>
                  <a:pt x="1875" y="511"/>
                </a:cubicBezTo>
                <a:cubicBezTo>
                  <a:pt x="1877" y="515"/>
                  <a:pt x="1875" y="520"/>
                  <a:pt x="1871" y="522"/>
                </a:cubicBezTo>
                <a:cubicBezTo>
                  <a:pt x="1870" y="523"/>
                  <a:pt x="1869" y="523"/>
                  <a:pt x="1867" y="523"/>
                </a:cubicBezTo>
                <a:close/>
                <a:moveTo>
                  <a:pt x="141" y="516"/>
                </a:moveTo>
                <a:cubicBezTo>
                  <a:pt x="140" y="516"/>
                  <a:pt x="138" y="515"/>
                  <a:pt x="137" y="515"/>
                </a:cubicBezTo>
                <a:cubicBezTo>
                  <a:pt x="133" y="512"/>
                  <a:pt x="132" y="507"/>
                  <a:pt x="134" y="503"/>
                </a:cubicBezTo>
                <a:cubicBezTo>
                  <a:pt x="170" y="440"/>
                  <a:pt x="213" y="381"/>
                  <a:pt x="261" y="328"/>
                </a:cubicBezTo>
                <a:cubicBezTo>
                  <a:pt x="261" y="328"/>
                  <a:pt x="261" y="328"/>
                  <a:pt x="262" y="328"/>
                </a:cubicBezTo>
                <a:cubicBezTo>
                  <a:pt x="267" y="323"/>
                  <a:pt x="272" y="317"/>
                  <a:pt x="277" y="312"/>
                </a:cubicBezTo>
                <a:cubicBezTo>
                  <a:pt x="298" y="290"/>
                  <a:pt x="320" y="268"/>
                  <a:pt x="343" y="248"/>
                </a:cubicBezTo>
                <a:cubicBezTo>
                  <a:pt x="347" y="245"/>
                  <a:pt x="352" y="246"/>
                  <a:pt x="355" y="249"/>
                </a:cubicBezTo>
                <a:cubicBezTo>
                  <a:pt x="358" y="253"/>
                  <a:pt x="358" y="258"/>
                  <a:pt x="354" y="261"/>
                </a:cubicBezTo>
                <a:cubicBezTo>
                  <a:pt x="332" y="281"/>
                  <a:pt x="310" y="302"/>
                  <a:pt x="289" y="323"/>
                </a:cubicBezTo>
                <a:cubicBezTo>
                  <a:pt x="284" y="329"/>
                  <a:pt x="279" y="334"/>
                  <a:pt x="274" y="340"/>
                </a:cubicBezTo>
                <a:cubicBezTo>
                  <a:pt x="274" y="340"/>
                  <a:pt x="274" y="340"/>
                  <a:pt x="274" y="340"/>
                </a:cubicBezTo>
                <a:cubicBezTo>
                  <a:pt x="226" y="392"/>
                  <a:pt x="184" y="450"/>
                  <a:pt x="149" y="511"/>
                </a:cubicBezTo>
                <a:cubicBezTo>
                  <a:pt x="147" y="514"/>
                  <a:pt x="144" y="516"/>
                  <a:pt x="141" y="516"/>
                </a:cubicBezTo>
                <a:close/>
                <a:moveTo>
                  <a:pt x="1641" y="251"/>
                </a:moveTo>
                <a:cubicBezTo>
                  <a:pt x="1639" y="251"/>
                  <a:pt x="1637" y="250"/>
                  <a:pt x="1635" y="249"/>
                </a:cubicBezTo>
                <a:cubicBezTo>
                  <a:pt x="1630" y="244"/>
                  <a:pt x="1624" y="239"/>
                  <a:pt x="1618" y="235"/>
                </a:cubicBezTo>
                <a:cubicBezTo>
                  <a:pt x="1614" y="232"/>
                  <a:pt x="1614" y="226"/>
                  <a:pt x="1617" y="223"/>
                </a:cubicBezTo>
                <a:cubicBezTo>
                  <a:pt x="1620" y="219"/>
                  <a:pt x="1625" y="218"/>
                  <a:pt x="1629" y="221"/>
                </a:cubicBezTo>
                <a:cubicBezTo>
                  <a:pt x="1634" y="226"/>
                  <a:pt x="1640" y="231"/>
                  <a:pt x="1646" y="236"/>
                </a:cubicBezTo>
                <a:cubicBezTo>
                  <a:pt x="1650" y="239"/>
                  <a:pt x="1650" y="244"/>
                  <a:pt x="1647" y="248"/>
                </a:cubicBezTo>
                <a:cubicBezTo>
                  <a:pt x="1646" y="250"/>
                  <a:pt x="1643" y="251"/>
                  <a:pt x="1641" y="251"/>
                </a:cubicBezTo>
                <a:close/>
                <a:moveTo>
                  <a:pt x="370" y="245"/>
                </a:moveTo>
                <a:cubicBezTo>
                  <a:pt x="368" y="245"/>
                  <a:pt x="365" y="244"/>
                  <a:pt x="364" y="242"/>
                </a:cubicBezTo>
                <a:cubicBezTo>
                  <a:pt x="361" y="238"/>
                  <a:pt x="361" y="233"/>
                  <a:pt x="365" y="230"/>
                </a:cubicBezTo>
                <a:cubicBezTo>
                  <a:pt x="371" y="225"/>
                  <a:pt x="377" y="220"/>
                  <a:pt x="383" y="216"/>
                </a:cubicBezTo>
                <a:cubicBezTo>
                  <a:pt x="386" y="213"/>
                  <a:pt x="392" y="213"/>
                  <a:pt x="394" y="217"/>
                </a:cubicBezTo>
                <a:cubicBezTo>
                  <a:pt x="397" y="221"/>
                  <a:pt x="397" y="226"/>
                  <a:pt x="393" y="229"/>
                </a:cubicBezTo>
                <a:cubicBezTo>
                  <a:pt x="387" y="234"/>
                  <a:pt x="381" y="238"/>
                  <a:pt x="376" y="243"/>
                </a:cubicBezTo>
                <a:cubicBezTo>
                  <a:pt x="374" y="244"/>
                  <a:pt x="372" y="245"/>
                  <a:pt x="370" y="245"/>
                </a:cubicBezTo>
                <a:close/>
                <a:moveTo>
                  <a:pt x="1601" y="219"/>
                </a:moveTo>
                <a:cubicBezTo>
                  <a:pt x="1599" y="219"/>
                  <a:pt x="1597" y="219"/>
                  <a:pt x="1596" y="217"/>
                </a:cubicBezTo>
                <a:cubicBezTo>
                  <a:pt x="1566" y="195"/>
                  <a:pt x="1535" y="174"/>
                  <a:pt x="1503" y="155"/>
                </a:cubicBezTo>
                <a:cubicBezTo>
                  <a:pt x="1503" y="155"/>
                  <a:pt x="1503" y="155"/>
                  <a:pt x="1503" y="155"/>
                </a:cubicBezTo>
                <a:cubicBezTo>
                  <a:pt x="1477" y="140"/>
                  <a:pt x="1451" y="126"/>
                  <a:pt x="1425" y="114"/>
                </a:cubicBezTo>
                <a:cubicBezTo>
                  <a:pt x="1387" y="96"/>
                  <a:pt x="1348" y="80"/>
                  <a:pt x="1309" y="67"/>
                </a:cubicBezTo>
                <a:cubicBezTo>
                  <a:pt x="1304" y="66"/>
                  <a:pt x="1302" y="61"/>
                  <a:pt x="1303" y="57"/>
                </a:cubicBezTo>
                <a:cubicBezTo>
                  <a:pt x="1305" y="52"/>
                  <a:pt x="1310" y="50"/>
                  <a:pt x="1314" y="51"/>
                </a:cubicBezTo>
                <a:cubicBezTo>
                  <a:pt x="1354" y="64"/>
                  <a:pt x="1394" y="80"/>
                  <a:pt x="1432" y="98"/>
                </a:cubicBezTo>
                <a:cubicBezTo>
                  <a:pt x="1459" y="111"/>
                  <a:pt x="1485" y="125"/>
                  <a:pt x="1511" y="140"/>
                </a:cubicBezTo>
                <a:cubicBezTo>
                  <a:pt x="1511" y="140"/>
                  <a:pt x="1511" y="140"/>
                  <a:pt x="1511" y="140"/>
                </a:cubicBezTo>
                <a:cubicBezTo>
                  <a:pt x="1544" y="160"/>
                  <a:pt x="1576" y="181"/>
                  <a:pt x="1606" y="204"/>
                </a:cubicBezTo>
                <a:cubicBezTo>
                  <a:pt x="1610" y="207"/>
                  <a:pt x="1611" y="212"/>
                  <a:pt x="1608" y="216"/>
                </a:cubicBezTo>
                <a:cubicBezTo>
                  <a:pt x="1606" y="218"/>
                  <a:pt x="1603" y="219"/>
                  <a:pt x="1601" y="219"/>
                </a:cubicBezTo>
                <a:close/>
                <a:moveTo>
                  <a:pt x="410" y="214"/>
                </a:moveTo>
                <a:cubicBezTo>
                  <a:pt x="408" y="214"/>
                  <a:pt x="405" y="212"/>
                  <a:pt x="403" y="210"/>
                </a:cubicBezTo>
                <a:cubicBezTo>
                  <a:pt x="401" y="206"/>
                  <a:pt x="401" y="201"/>
                  <a:pt x="405" y="198"/>
                </a:cubicBezTo>
                <a:cubicBezTo>
                  <a:pt x="463" y="155"/>
                  <a:pt x="526" y="119"/>
                  <a:pt x="592" y="89"/>
                </a:cubicBezTo>
                <a:cubicBezTo>
                  <a:pt x="596" y="87"/>
                  <a:pt x="601" y="89"/>
                  <a:pt x="603" y="93"/>
                </a:cubicBezTo>
                <a:cubicBezTo>
                  <a:pt x="605" y="98"/>
                  <a:pt x="603" y="103"/>
                  <a:pt x="599" y="105"/>
                </a:cubicBezTo>
                <a:cubicBezTo>
                  <a:pt x="534" y="134"/>
                  <a:pt x="472" y="170"/>
                  <a:pt x="415" y="212"/>
                </a:cubicBezTo>
                <a:cubicBezTo>
                  <a:pt x="414" y="213"/>
                  <a:pt x="412" y="214"/>
                  <a:pt x="410" y="214"/>
                </a:cubicBezTo>
                <a:close/>
                <a:moveTo>
                  <a:pt x="680" y="72"/>
                </a:moveTo>
                <a:cubicBezTo>
                  <a:pt x="676" y="72"/>
                  <a:pt x="673" y="70"/>
                  <a:pt x="672" y="66"/>
                </a:cubicBezTo>
                <a:cubicBezTo>
                  <a:pt x="670" y="62"/>
                  <a:pt x="672" y="57"/>
                  <a:pt x="677" y="56"/>
                </a:cubicBezTo>
                <a:cubicBezTo>
                  <a:pt x="690" y="51"/>
                  <a:pt x="704" y="46"/>
                  <a:pt x="718" y="42"/>
                </a:cubicBezTo>
                <a:cubicBezTo>
                  <a:pt x="718" y="42"/>
                  <a:pt x="718" y="42"/>
                  <a:pt x="719" y="42"/>
                </a:cubicBezTo>
                <a:cubicBezTo>
                  <a:pt x="755" y="32"/>
                  <a:pt x="792" y="23"/>
                  <a:pt x="830" y="16"/>
                </a:cubicBezTo>
                <a:cubicBezTo>
                  <a:pt x="834" y="15"/>
                  <a:pt x="839" y="19"/>
                  <a:pt x="839" y="23"/>
                </a:cubicBezTo>
                <a:cubicBezTo>
                  <a:pt x="840" y="28"/>
                  <a:pt x="837" y="32"/>
                  <a:pt x="833" y="33"/>
                </a:cubicBezTo>
                <a:cubicBezTo>
                  <a:pt x="796" y="39"/>
                  <a:pt x="759" y="48"/>
                  <a:pt x="724" y="58"/>
                </a:cubicBezTo>
                <a:cubicBezTo>
                  <a:pt x="724" y="58"/>
                  <a:pt x="723" y="59"/>
                  <a:pt x="723" y="59"/>
                </a:cubicBezTo>
                <a:cubicBezTo>
                  <a:pt x="710" y="63"/>
                  <a:pt x="696" y="67"/>
                  <a:pt x="682" y="72"/>
                </a:cubicBezTo>
                <a:cubicBezTo>
                  <a:pt x="681" y="72"/>
                  <a:pt x="680" y="72"/>
                  <a:pt x="680" y="72"/>
                </a:cubicBezTo>
                <a:close/>
                <a:moveTo>
                  <a:pt x="1284" y="59"/>
                </a:moveTo>
                <a:cubicBezTo>
                  <a:pt x="1284" y="59"/>
                  <a:pt x="1283" y="59"/>
                  <a:pt x="1282" y="59"/>
                </a:cubicBezTo>
                <a:cubicBezTo>
                  <a:pt x="1275" y="57"/>
                  <a:pt x="1268" y="55"/>
                  <a:pt x="1260" y="53"/>
                </a:cubicBezTo>
                <a:cubicBezTo>
                  <a:pt x="1256" y="52"/>
                  <a:pt x="1253" y="47"/>
                  <a:pt x="1254" y="42"/>
                </a:cubicBezTo>
                <a:cubicBezTo>
                  <a:pt x="1256" y="38"/>
                  <a:pt x="1260" y="35"/>
                  <a:pt x="1265" y="37"/>
                </a:cubicBezTo>
                <a:cubicBezTo>
                  <a:pt x="1272" y="39"/>
                  <a:pt x="1280" y="41"/>
                  <a:pt x="1287" y="43"/>
                </a:cubicBezTo>
                <a:cubicBezTo>
                  <a:pt x="1291" y="44"/>
                  <a:pt x="1294" y="49"/>
                  <a:pt x="1293" y="53"/>
                </a:cubicBezTo>
                <a:cubicBezTo>
                  <a:pt x="1291" y="57"/>
                  <a:pt x="1288" y="59"/>
                  <a:pt x="1284" y="59"/>
                </a:cubicBezTo>
                <a:close/>
                <a:moveTo>
                  <a:pt x="1235" y="46"/>
                </a:moveTo>
                <a:cubicBezTo>
                  <a:pt x="1235" y="46"/>
                  <a:pt x="1234" y="46"/>
                  <a:pt x="1233" y="46"/>
                </a:cubicBezTo>
                <a:cubicBezTo>
                  <a:pt x="1197" y="37"/>
                  <a:pt x="1160" y="30"/>
                  <a:pt x="1123" y="26"/>
                </a:cubicBezTo>
                <a:cubicBezTo>
                  <a:pt x="1123" y="26"/>
                  <a:pt x="1123" y="26"/>
                  <a:pt x="1123" y="26"/>
                </a:cubicBezTo>
                <a:cubicBezTo>
                  <a:pt x="1101" y="23"/>
                  <a:pt x="1079" y="21"/>
                  <a:pt x="1058" y="20"/>
                </a:cubicBezTo>
                <a:cubicBezTo>
                  <a:pt x="1009" y="17"/>
                  <a:pt x="959" y="18"/>
                  <a:pt x="910" y="23"/>
                </a:cubicBezTo>
                <a:cubicBezTo>
                  <a:pt x="906" y="23"/>
                  <a:pt x="902" y="20"/>
                  <a:pt x="901" y="15"/>
                </a:cubicBezTo>
                <a:cubicBezTo>
                  <a:pt x="901" y="10"/>
                  <a:pt x="904" y="6"/>
                  <a:pt x="909" y="6"/>
                </a:cubicBezTo>
                <a:cubicBezTo>
                  <a:pt x="959" y="1"/>
                  <a:pt x="1009" y="0"/>
                  <a:pt x="1059" y="3"/>
                </a:cubicBezTo>
                <a:cubicBezTo>
                  <a:pt x="1081" y="4"/>
                  <a:pt x="1103" y="6"/>
                  <a:pt x="1125" y="9"/>
                </a:cubicBezTo>
                <a:cubicBezTo>
                  <a:pt x="1125" y="9"/>
                  <a:pt x="1125" y="9"/>
                  <a:pt x="1125" y="9"/>
                </a:cubicBezTo>
                <a:cubicBezTo>
                  <a:pt x="1163" y="14"/>
                  <a:pt x="1200" y="20"/>
                  <a:pt x="1237" y="29"/>
                </a:cubicBezTo>
                <a:cubicBezTo>
                  <a:pt x="1242" y="31"/>
                  <a:pt x="1245" y="35"/>
                  <a:pt x="1244" y="40"/>
                </a:cubicBezTo>
                <a:cubicBezTo>
                  <a:pt x="1243" y="44"/>
                  <a:pt x="1239" y="46"/>
                  <a:pt x="1235" y="46"/>
                </a:cubicBezTo>
                <a:close/>
                <a:moveTo>
                  <a:pt x="859" y="29"/>
                </a:moveTo>
                <a:cubicBezTo>
                  <a:pt x="855" y="29"/>
                  <a:pt x="851" y="26"/>
                  <a:pt x="851" y="21"/>
                </a:cubicBezTo>
                <a:cubicBezTo>
                  <a:pt x="850" y="17"/>
                  <a:pt x="853" y="12"/>
                  <a:pt x="858" y="12"/>
                </a:cubicBezTo>
                <a:cubicBezTo>
                  <a:pt x="865" y="11"/>
                  <a:pt x="873" y="10"/>
                  <a:pt x="880" y="9"/>
                </a:cubicBezTo>
                <a:cubicBezTo>
                  <a:pt x="885" y="8"/>
                  <a:pt x="889" y="11"/>
                  <a:pt x="890" y="16"/>
                </a:cubicBezTo>
                <a:cubicBezTo>
                  <a:pt x="890" y="21"/>
                  <a:pt x="887" y="25"/>
                  <a:pt x="882" y="26"/>
                </a:cubicBezTo>
                <a:cubicBezTo>
                  <a:pt x="875" y="26"/>
                  <a:pt x="868" y="27"/>
                  <a:pt x="860" y="29"/>
                </a:cubicBezTo>
                <a:cubicBezTo>
                  <a:pt x="860" y="29"/>
                  <a:pt x="859" y="29"/>
                  <a:pt x="859" y="29"/>
                </a:cubicBezTo>
                <a:close/>
              </a:path>
            </a:pathLst>
          </a:custGeom>
          <a:solidFill>
            <a:srgbClr val="377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CA392C95-40C2-449D-9AE7-AC994DD4B089}"/>
              </a:ext>
            </a:extLst>
          </p:cNvPr>
          <p:cNvSpPr>
            <a:spLocks noEditPoints="1"/>
          </p:cNvSpPr>
          <p:nvPr/>
        </p:nvSpPr>
        <p:spPr bwMode="auto">
          <a:xfrm>
            <a:off x="4561087" y="1891707"/>
            <a:ext cx="3071413" cy="3073000"/>
          </a:xfrm>
          <a:custGeom>
            <a:avLst/>
            <a:gdLst>
              <a:gd name="T0" fmla="*/ 785 w 1933"/>
              <a:gd name="T1" fmla="*/ 1899 h 1933"/>
              <a:gd name="T2" fmla="*/ 1043 w 1933"/>
              <a:gd name="T3" fmla="*/ 1930 h 1933"/>
              <a:gd name="T4" fmla="*/ 1092 w 1933"/>
              <a:gd name="T5" fmla="*/ 1908 h 1933"/>
              <a:gd name="T6" fmla="*/ 1113 w 1933"/>
              <a:gd name="T7" fmla="*/ 1914 h 1933"/>
              <a:gd name="T8" fmla="*/ 1377 w 1933"/>
              <a:gd name="T9" fmla="*/ 1833 h 1933"/>
              <a:gd name="T10" fmla="*/ 1121 w 1933"/>
              <a:gd name="T11" fmla="*/ 1921 h 1933"/>
              <a:gd name="T12" fmla="*/ 758 w 1933"/>
              <a:gd name="T13" fmla="*/ 1893 h 1933"/>
              <a:gd name="T14" fmla="*/ 596 w 1933"/>
              <a:gd name="T15" fmla="*/ 1859 h 1933"/>
              <a:gd name="T16" fmla="*/ 603 w 1933"/>
              <a:gd name="T17" fmla="*/ 1844 h 1933"/>
              <a:gd name="T18" fmla="*/ 1387 w 1933"/>
              <a:gd name="T19" fmla="*/ 1828 h 1933"/>
              <a:gd name="T20" fmla="*/ 1394 w 1933"/>
              <a:gd name="T21" fmla="*/ 1832 h 1933"/>
              <a:gd name="T22" fmla="*/ 1640 w 1933"/>
              <a:gd name="T23" fmla="*/ 1637 h 1933"/>
              <a:gd name="T24" fmla="*/ 1439 w 1933"/>
              <a:gd name="T25" fmla="*/ 1808 h 1933"/>
              <a:gd name="T26" fmla="*/ 449 w 1933"/>
              <a:gd name="T27" fmla="*/ 1763 h 1933"/>
              <a:gd name="T28" fmla="*/ 310 w 1933"/>
              <a:gd name="T29" fmla="*/ 1676 h 1933"/>
              <a:gd name="T30" fmla="*/ 321 w 1933"/>
              <a:gd name="T31" fmla="*/ 1663 h 1933"/>
              <a:gd name="T32" fmla="*/ 1659 w 1933"/>
              <a:gd name="T33" fmla="*/ 1629 h 1933"/>
              <a:gd name="T34" fmla="*/ 1665 w 1933"/>
              <a:gd name="T35" fmla="*/ 1631 h 1933"/>
              <a:gd name="T36" fmla="*/ 1830 w 1933"/>
              <a:gd name="T37" fmla="*/ 1362 h 1933"/>
              <a:gd name="T38" fmla="*/ 1699 w 1933"/>
              <a:gd name="T39" fmla="*/ 1593 h 1933"/>
              <a:gd name="T40" fmla="*/ 205 w 1933"/>
              <a:gd name="T41" fmla="*/ 1534 h 1933"/>
              <a:gd name="T42" fmla="*/ 105 w 1933"/>
              <a:gd name="T43" fmla="*/ 1403 h 1933"/>
              <a:gd name="T44" fmla="*/ 120 w 1933"/>
              <a:gd name="T45" fmla="*/ 1396 h 1933"/>
              <a:gd name="T46" fmla="*/ 1846 w 1933"/>
              <a:gd name="T47" fmla="*/ 1347 h 1933"/>
              <a:gd name="T48" fmla="*/ 1849 w 1933"/>
              <a:gd name="T49" fmla="*/ 1348 h 1933"/>
              <a:gd name="T50" fmla="*/ 1919 w 1933"/>
              <a:gd name="T51" fmla="*/ 1131 h 1933"/>
              <a:gd name="T52" fmla="*/ 40 w 1933"/>
              <a:gd name="T53" fmla="*/ 1207 h 1933"/>
              <a:gd name="T54" fmla="*/ 27 w 1933"/>
              <a:gd name="T55" fmla="*/ 1189 h 1933"/>
              <a:gd name="T56" fmla="*/ 18 w 1933"/>
              <a:gd name="T57" fmla="*/ 930 h 1933"/>
              <a:gd name="T58" fmla="*/ 35 w 1933"/>
              <a:gd name="T59" fmla="*/ 1196 h 1933"/>
              <a:gd name="T60" fmla="*/ 1926 w 1933"/>
              <a:gd name="T61" fmla="*/ 1080 h 1933"/>
              <a:gd name="T62" fmla="*/ 1916 w 1933"/>
              <a:gd name="T63" fmla="*/ 967 h 1933"/>
              <a:gd name="T64" fmla="*/ 1917 w 1933"/>
              <a:gd name="T65" fmla="*/ 790 h 1933"/>
              <a:gd name="T66" fmla="*/ 1921 w 1933"/>
              <a:gd name="T67" fmla="*/ 1060 h 1933"/>
              <a:gd name="T68" fmla="*/ 22 w 1933"/>
              <a:gd name="T69" fmla="*/ 879 h 1933"/>
              <a:gd name="T70" fmla="*/ 28 w 1933"/>
              <a:gd name="T71" fmla="*/ 737 h 1933"/>
              <a:gd name="T72" fmla="*/ 45 w 1933"/>
              <a:gd name="T73" fmla="*/ 741 h 1933"/>
              <a:gd name="T74" fmla="*/ 1896 w 1933"/>
              <a:gd name="T75" fmla="*/ 734 h 1933"/>
              <a:gd name="T76" fmla="*/ 1882 w 1933"/>
              <a:gd name="T77" fmla="*/ 717 h 1933"/>
              <a:gd name="T78" fmla="*/ 1796 w 1933"/>
              <a:gd name="T79" fmla="*/ 472 h 1933"/>
              <a:gd name="T80" fmla="*/ 1891 w 1933"/>
              <a:gd name="T81" fmla="*/ 723 h 1933"/>
              <a:gd name="T82" fmla="*/ 111 w 1933"/>
              <a:gd name="T83" fmla="*/ 557 h 1933"/>
              <a:gd name="T84" fmla="*/ 166 w 1933"/>
              <a:gd name="T85" fmla="*/ 426 h 1933"/>
              <a:gd name="T86" fmla="*/ 254 w 1933"/>
              <a:gd name="T87" fmla="*/ 340 h 1933"/>
              <a:gd name="T88" fmla="*/ 1767 w 1933"/>
              <a:gd name="T89" fmla="*/ 457 h 1933"/>
              <a:gd name="T90" fmla="*/ 1774 w 1933"/>
              <a:gd name="T91" fmla="*/ 461 h 1933"/>
              <a:gd name="T92" fmla="*/ 1562 w 1933"/>
              <a:gd name="T93" fmla="*/ 228 h 1933"/>
              <a:gd name="T94" fmla="*/ 1752 w 1933"/>
              <a:gd name="T95" fmla="*/ 405 h 1933"/>
              <a:gd name="T96" fmla="*/ 295 w 1933"/>
              <a:gd name="T97" fmla="*/ 273 h 1933"/>
              <a:gd name="T98" fmla="*/ 315 w 1933"/>
              <a:gd name="T99" fmla="*/ 265 h 1933"/>
              <a:gd name="T100" fmla="*/ 539 w 1933"/>
              <a:gd name="T101" fmla="*/ 120 h 1933"/>
              <a:gd name="T102" fmla="*/ 1540 w 1933"/>
              <a:gd name="T103" fmla="*/ 211 h 1933"/>
              <a:gd name="T104" fmla="*/ 1545 w 1933"/>
              <a:gd name="T105" fmla="*/ 212 h 1933"/>
              <a:gd name="T106" fmla="*/ 1263 w 1933"/>
              <a:gd name="T107" fmla="*/ 57 h 1933"/>
              <a:gd name="T108" fmla="*/ 1504 w 1933"/>
              <a:gd name="T109" fmla="*/ 183 h 1933"/>
              <a:gd name="T110" fmla="*/ 584 w 1933"/>
              <a:gd name="T111" fmla="*/ 99 h 1933"/>
              <a:gd name="T112" fmla="*/ 712 w 1933"/>
              <a:gd name="T113" fmla="*/ 35 h 1933"/>
              <a:gd name="T114" fmla="*/ 716 w 1933"/>
              <a:gd name="T115" fmla="*/ 52 h 1933"/>
              <a:gd name="T116" fmla="*/ 1214 w 1933"/>
              <a:gd name="T117" fmla="*/ 42 h 1933"/>
              <a:gd name="T118" fmla="*/ 1193 w 1933"/>
              <a:gd name="T119" fmla="*/ 46 h 1933"/>
              <a:gd name="T120" fmla="*/ 937 w 1933"/>
              <a:gd name="T121" fmla="*/ 1 h 1933"/>
              <a:gd name="T122" fmla="*/ 886 w 1933"/>
              <a:gd name="T123" fmla="*/ 21 h 1933"/>
              <a:gd name="T124" fmla="*/ 909 w 1933"/>
              <a:gd name="T125" fmla="*/ 20 h 19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933" h="1933">
                <a:moveTo>
                  <a:pt x="967" y="1933"/>
                </a:moveTo>
                <a:cubicBezTo>
                  <a:pt x="954" y="1933"/>
                  <a:pt x="941" y="1933"/>
                  <a:pt x="929" y="1933"/>
                </a:cubicBezTo>
                <a:cubicBezTo>
                  <a:pt x="929" y="1933"/>
                  <a:pt x="929" y="1933"/>
                  <a:pt x="929" y="1933"/>
                </a:cubicBezTo>
                <a:cubicBezTo>
                  <a:pt x="880" y="1931"/>
                  <a:pt x="830" y="1925"/>
                  <a:pt x="782" y="1915"/>
                </a:cubicBezTo>
                <a:cubicBezTo>
                  <a:pt x="777" y="1914"/>
                  <a:pt x="774" y="1910"/>
                  <a:pt x="775" y="1905"/>
                </a:cubicBezTo>
                <a:cubicBezTo>
                  <a:pt x="776" y="1901"/>
                  <a:pt x="780" y="1898"/>
                  <a:pt x="785" y="1899"/>
                </a:cubicBezTo>
                <a:cubicBezTo>
                  <a:pt x="833" y="1908"/>
                  <a:pt x="881" y="1914"/>
                  <a:pt x="930" y="1916"/>
                </a:cubicBezTo>
                <a:cubicBezTo>
                  <a:pt x="930" y="1916"/>
                  <a:pt x="930" y="1916"/>
                  <a:pt x="930" y="1916"/>
                </a:cubicBezTo>
                <a:cubicBezTo>
                  <a:pt x="952" y="1917"/>
                  <a:pt x="974" y="1917"/>
                  <a:pt x="995" y="1916"/>
                </a:cubicBezTo>
                <a:cubicBezTo>
                  <a:pt x="1011" y="1916"/>
                  <a:pt x="1026" y="1915"/>
                  <a:pt x="1042" y="1914"/>
                </a:cubicBezTo>
                <a:cubicBezTo>
                  <a:pt x="1046" y="1913"/>
                  <a:pt x="1050" y="1917"/>
                  <a:pt x="1051" y="1921"/>
                </a:cubicBezTo>
                <a:cubicBezTo>
                  <a:pt x="1051" y="1926"/>
                  <a:pt x="1048" y="1930"/>
                  <a:pt x="1043" y="1930"/>
                </a:cubicBezTo>
                <a:cubicBezTo>
                  <a:pt x="1027" y="1932"/>
                  <a:pt x="1011" y="1933"/>
                  <a:pt x="996" y="1933"/>
                </a:cubicBezTo>
                <a:cubicBezTo>
                  <a:pt x="986" y="1933"/>
                  <a:pt x="976" y="1933"/>
                  <a:pt x="967" y="1933"/>
                </a:cubicBezTo>
                <a:close/>
                <a:moveTo>
                  <a:pt x="1070" y="1928"/>
                </a:moveTo>
                <a:cubicBezTo>
                  <a:pt x="1066" y="1928"/>
                  <a:pt x="1063" y="1925"/>
                  <a:pt x="1062" y="1920"/>
                </a:cubicBezTo>
                <a:cubicBezTo>
                  <a:pt x="1062" y="1916"/>
                  <a:pt x="1065" y="1911"/>
                  <a:pt x="1070" y="1911"/>
                </a:cubicBezTo>
                <a:cubicBezTo>
                  <a:pt x="1077" y="1910"/>
                  <a:pt x="1085" y="1909"/>
                  <a:pt x="1092" y="1908"/>
                </a:cubicBezTo>
                <a:cubicBezTo>
                  <a:pt x="1096" y="1908"/>
                  <a:pt x="1101" y="1911"/>
                  <a:pt x="1101" y="1915"/>
                </a:cubicBezTo>
                <a:cubicBezTo>
                  <a:pt x="1102" y="1920"/>
                  <a:pt x="1099" y="1924"/>
                  <a:pt x="1094" y="1925"/>
                </a:cubicBezTo>
                <a:cubicBezTo>
                  <a:pt x="1087" y="1926"/>
                  <a:pt x="1079" y="1927"/>
                  <a:pt x="1071" y="1928"/>
                </a:cubicBezTo>
                <a:cubicBezTo>
                  <a:pt x="1071" y="1928"/>
                  <a:pt x="1071" y="1928"/>
                  <a:pt x="1070" y="1928"/>
                </a:cubicBezTo>
                <a:close/>
                <a:moveTo>
                  <a:pt x="1121" y="1921"/>
                </a:moveTo>
                <a:cubicBezTo>
                  <a:pt x="1117" y="1921"/>
                  <a:pt x="1113" y="1918"/>
                  <a:pt x="1113" y="1914"/>
                </a:cubicBezTo>
                <a:cubicBezTo>
                  <a:pt x="1112" y="1909"/>
                  <a:pt x="1115" y="1905"/>
                  <a:pt x="1120" y="1904"/>
                </a:cubicBezTo>
                <a:cubicBezTo>
                  <a:pt x="1167" y="1896"/>
                  <a:pt x="1215" y="1885"/>
                  <a:pt x="1261" y="1870"/>
                </a:cubicBezTo>
                <a:cubicBezTo>
                  <a:pt x="1261" y="1870"/>
                  <a:pt x="1261" y="1869"/>
                  <a:pt x="1261" y="1869"/>
                </a:cubicBezTo>
                <a:cubicBezTo>
                  <a:pt x="1292" y="1860"/>
                  <a:pt x="1322" y="1848"/>
                  <a:pt x="1351" y="1835"/>
                </a:cubicBezTo>
                <a:cubicBezTo>
                  <a:pt x="1356" y="1833"/>
                  <a:pt x="1361" y="1831"/>
                  <a:pt x="1365" y="1828"/>
                </a:cubicBezTo>
                <a:cubicBezTo>
                  <a:pt x="1370" y="1827"/>
                  <a:pt x="1375" y="1828"/>
                  <a:pt x="1377" y="1833"/>
                </a:cubicBezTo>
                <a:cubicBezTo>
                  <a:pt x="1379" y="1837"/>
                  <a:pt x="1377" y="1842"/>
                  <a:pt x="1372" y="1844"/>
                </a:cubicBezTo>
                <a:cubicBezTo>
                  <a:pt x="1368" y="1846"/>
                  <a:pt x="1363" y="1848"/>
                  <a:pt x="1358" y="1850"/>
                </a:cubicBezTo>
                <a:cubicBezTo>
                  <a:pt x="1328" y="1864"/>
                  <a:pt x="1297" y="1875"/>
                  <a:pt x="1266" y="1886"/>
                </a:cubicBezTo>
                <a:cubicBezTo>
                  <a:pt x="1266" y="1886"/>
                  <a:pt x="1266" y="1886"/>
                  <a:pt x="1266" y="1886"/>
                </a:cubicBezTo>
                <a:cubicBezTo>
                  <a:pt x="1219" y="1901"/>
                  <a:pt x="1171" y="1913"/>
                  <a:pt x="1122" y="1921"/>
                </a:cubicBezTo>
                <a:cubicBezTo>
                  <a:pt x="1122" y="1921"/>
                  <a:pt x="1121" y="1921"/>
                  <a:pt x="1121" y="1921"/>
                </a:cubicBezTo>
                <a:close/>
                <a:moveTo>
                  <a:pt x="756" y="1910"/>
                </a:moveTo>
                <a:cubicBezTo>
                  <a:pt x="755" y="1910"/>
                  <a:pt x="754" y="1910"/>
                  <a:pt x="754" y="1909"/>
                </a:cubicBezTo>
                <a:cubicBezTo>
                  <a:pt x="746" y="1908"/>
                  <a:pt x="739" y="1906"/>
                  <a:pt x="732" y="1904"/>
                </a:cubicBezTo>
                <a:cubicBezTo>
                  <a:pt x="727" y="1903"/>
                  <a:pt x="724" y="1898"/>
                  <a:pt x="725" y="1894"/>
                </a:cubicBezTo>
                <a:cubicBezTo>
                  <a:pt x="727" y="1889"/>
                  <a:pt x="731" y="1887"/>
                  <a:pt x="736" y="1888"/>
                </a:cubicBezTo>
                <a:cubicBezTo>
                  <a:pt x="743" y="1889"/>
                  <a:pt x="750" y="1891"/>
                  <a:pt x="758" y="1893"/>
                </a:cubicBezTo>
                <a:cubicBezTo>
                  <a:pt x="762" y="1894"/>
                  <a:pt x="765" y="1898"/>
                  <a:pt x="764" y="1903"/>
                </a:cubicBezTo>
                <a:cubicBezTo>
                  <a:pt x="763" y="1907"/>
                  <a:pt x="760" y="1910"/>
                  <a:pt x="756" y="1910"/>
                </a:cubicBezTo>
                <a:close/>
                <a:moveTo>
                  <a:pt x="706" y="1897"/>
                </a:moveTo>
                <a:cubicBezTo>
                  <a:pt x="706" y="1897"/>
                  <a:pt x="705" y="1897"/>
                  <a:pt x="704" y="1897"/>
                </a:cubicBezTo>
                <a:cubicBezTo>
                  <a:pt x="679" y="1890"/>
                  <a:pt x="654" y="1881"/>
                  <a:pt x="629" y="1872"/>
                </a:cubicBezTo>
                <a:cubicBezTo>
                  <a:pt x="618" y="1868"/>
                  <a:pt x="607" y="1864"/>
                  <a:pt x="596" y="1859"/>
                </a:cubicBezTo>
                <a:cubicBezTo>
                  <a:pt x="596" y="1859"/>
                  <a:pt x="596" y="1859"/>
                  <a:pt x="596" y="1859"/>
                </a:cubicBezTo>
                <a:cubicBezTo>
                  <a:pt x="551" y="1840"/>
                  <a:pt x="506" y="1818"/>
                  <a:pt x="464" y="1792"/>
                </a:cubicBezTo>
                <a:cubicBezTo>
                  <a:pt x="460" y="1790"/>
                  <a:pt x="459" y="1785"/>
                  <a:pt x="461" y="1781"/>
                </a:cubicBezTo>
                <a:cubicBezTo>
                  <a:pt x="464" y="1777"/>
                  <a:pt x="469" y="1775"/>
                  <a:pt x="473" y="1778"/>
                </a:cubicBezTo>
                <a:cubicBezTo>
                  <a:pt x="514" y="1803"/>
                  <a:pt x="558" y="1825"/>
                  <a:pt x="603" y="1844"/>
                </a:cubicBezTo>
                <a:cubicBezTo>
                  <a:pt x="603" y="1844"/>
                  <a:pt x="603" y="1844"/>
                  <a:pt x="603" y="1844"/>
                </a:cubicBezTo>
                <a:cubicBezTo>
                  <a:pt x="614" y="1848"/>
                  <a:pt x="624" y="1852"/>
                  <a:pt x="635" y="1856"/>
                </a:cubicBezTo>
                <a:cubicBezTo>
                  <a:pt x="659" y="1865"/>
                  <a:pt x="684" y="1873"/>
                  <a:pt x="709" y="1880"/>
                </a:cubicBezTo>
                <a:cubicBezTo>
                  <a:pt x="713" y="1882"/>
                  <a:pt x="716" y="1886"/>
                  <a:pt x="715" y="1891"/>
                </a:cubicBezTo>
                <a:cubicBezTo>
                  <a:pt x="713" y="1895"/>
                  <a:pt x="710" y="1897"/>
                  <a:pt x="706" y="1897"/>
                </a:cubicBezTo>
                <a:close/>
                <a:moveTo>
                  <a:pt x="1394" y="1832"/>
                </a:moveTo>
                <a:cubicBezTo>
                  <a:pt x="1391" y="1832"/>
                  <a:pt x="1388" y="1831"/>
                  <a:pt x="1387" y="1828"/>
                </a:cubicBezTo>
                <a:cubicBezTo>
                  <a:pt x="1385" y="1824"/>
                  <a:pt x="1386" y="1818"/>
                  <a:pt x="1391" y="1816"/>
                </a:cubicBezTo>
                <a:cubicBezTo>
                  <a:pt x="1397" y="1813"/>
                  <a:pt x="1404" y="1810"/>
                  <a:pt x="1411" y="1806"/>
                </a:cubicBezTo>
                <a:cubicBezTo>
                  <a:pt x="1415" y="1804"/>
                  <a:pt x="1420" y="1805"/>
                  <a:pt x="1422" y="1810"/>
                </a:cubicBezTo>
                <a:cubicBezTo>
                  <a:pt x="1424" y="1814"/>
                  <a:pt x="1423" y="1819"/>
                  <a:pt x="1418" y="1821"/>
                </a:cubicBezTo>
                <a:cubicBezTo>
                  <a:pt x="1412" y="1825"/>
                  <a:pt x="1405" y="1828"/>
                  <a:pt x="1398" y="1832"/>
                </a:cubicBezTo>
                <a:cubicBezTo>
                  <a:pt x="1397" y="1832"/>
                  <a:pt x="1396" y="1832"/>
                  <a:pt x="1394" y="1832"/>
                </a:cubicBezTo>
                <a:close/>
                <a:moveTo>
                  <a:pt x="1439" y="1808"/>
                </a:moveTo>
                <a:cubicBezTo>
                  <a:pt x="1436" y="1808"/>
                  <a:pt x="1433" y="1807"/>
                  <a:pt x="1432" y="1804"/>
                </a:cubicBezTo>
                <a:cubicBezTo>
                  <a:pt x="1430" y="1800"/>
                  <a:pt x="1431" y="1795"/>
                  <a:pt x="1435" y="1793"/>
                </a:cubicBezTo>
                <a:cubicBezTo>
                  <a:pt x="1477" y="1769"/>
                  <a:pt x="1518" y="1741"/>
                  <a:pt x="1556" y="1711"/>
                </a:cubicBezTo>
                <a:cubicBezTo>
                  <a:pt x="1556" y="1711"/>
                  <a:pt x="1556" y="1711"/>
                  <a:pt x="1556" y="1711"/>
                </a:cubicBezTo>
                <a:cubicBezTo>
                  <a:pt x="1585" y="1688"/>
                  <a:pt x="1613" y="1663"/>
                  <a:pt x="1640" y="1637"/>
                </a:cubicBezTo>
                <a:cubicBezTo>
                  <a:pt x="1643" y="1633"/>
                  <a:pt x="1648" y="1633"/>
                  <a:pt x="1652" y="1637"/>
                </a:cubicBezTo>
                <a:cubicBezTo>
                  <a:pt x="1655" y="1640"/>
                  <a:pt x="1655" y="1645"/>
                  <a:pt x="1652" y="1649"/>
                </a:cubicBezTo>
                <a:cubicBezTo>
                  <a:pt x="1625" y="1676"/>
                  <a:pt x="1596" y="1701"/>
                  <a:pt x="1566" y="1725"/>
                </a:cubicBezTo>
                <a:cubicBezTo>
                  <a:pt x="1566" y="1725"/>
                  <a:pt x="1566" y="1725"/>
                  <a:pt x="1566" y="1725"/>
                </a:cubicBezTo>
                <a:cubicBezTo>
                  <a:pt x="1528" y="1755"/>
                  <a:pt x="1486" y="1783"/>
                  <a:pt x="1443" y="1807"/>
                </a:cubicBezTo>
                <a:cubicBezTo>
                  <a:pt x="1442" y="1808"/>
                  <a:pt x="1441" y="1808"/>
                  <a:pt x="1439" y="1808"/>
                </a:cubicBezTo>
                <a:close/>
                <a:moveTo>
                  <a:pt x="445" y="1778"/>
                </a:moveTo>
                <a:cubicBezTo>
                  <a:pt x="443" y="1778"/>
                  <a:pt x="441" y="1778"/>
                  <a:pt x="440" y="1777"/>
                </a:cubicBezTo>
                <a:cubicBezTo>
                  <a:pt x="434" y="1773"/>
                  <a:pt x="427" y="1769"/>
                  <a:pt x="421" y="1764"/>
                </a:cubicBezTo>
                <a:cubicBezTo>
                  <a:pt x="417" y="1762"/>
                  <a:pt x="416" y="1757"/>
                  <a:pt x="419" y="1753"/>
                </a:cubicBezTo>
                <a:cubicBezTo>
                  <a:pt x="421" y="1749"/>
                  <a:pt x="427" y="1748"/>
                  <a:pt x="430" y="1750"/>
                </a:cubicBezTo>
                <a:cubicBezTo>
                  <a:pt x="437" y="1755"/>
                  <a:pt x="443" y="1759"/>
                  <a:pt x="449" y="1763"/>
                </a:cubicBezTo>
                <a:cubicBezTo>
                  <a:pt x="453" y="1765"/>
                  <a:pt x="454" y="1771"/>
                  <a:pt x="452" y="1775"/>
                </a:cubicBezTo>
                <a:cubicBezTo>
                  <a:pt x="450" y="1777"/>
                  <a:pt x="447" y="1778"/>
                  <a:pt x="445" y="1778"/>
                </a:cubicBezTo>
                <a:close/>
                <a:moveTo>
                  <a:pt x="403" y="1750"/>
                </a:moveTo>
                <a:cubicBezTo>
                  <a:pt x="401" y="1750"/>
                  <a:pt x="399" y="1749"/>
                  <a:pt x="398" y="1748"/>
                </a:cubicBezTo>
                <a:cubicBezTo>
                  <a:pt x="368" y="1726"/>
                  <a:pt x="339" y="1703"/>
                  <a:pt x="312" y="1678"/>
                </a:cubicBezTo>
                <a:cubicBezTo>
                  <a:pt x="310" y="1676"/>
                  <a:pt x="310" y="1676"/>
                  <a:pt x="310" y="1676"/>
                </a:cubicBezTo>
                <a:cubicBezTo>
                  <a:pt x="310" y="1676"/>
                  <a:pt x="310" y="1676"/>
                  <a:pt x="310" y="1676"/>
                </a:cubicBezTo>
                <a:cubicBezTo>
                  <a:pt x="273" y="1642"/>
                  <a:pt x="240" y="1605"/>
                  <a:pt x="209" y="1567"/>
                </a:cubicBezTo>
                <a:cubicBezTo>
                  <a:pt x="206" y="1563"/>
                  <a:pt x="207" y="1558"/>
                  <a:pt x="210" y="1555"/>
                </a:cubicBezTo>
                <a:cubicBezTo>
                  <a:pt x="214" y="1552"/>
                  <a:pt x="219" y="1552"/>
                  <a:pt x="222" y="1556"/>
                </a:cubicBezTo>
                <a:cubicBezTo>
                  <a:pt x="252" y="1594"/>
                  <a:pt x="286" y="1630"/>
                  <a:pt x="321" y="1663"/>
                </a:cubicBezTo>
                <a:cubicBezTo>
                  <a:pt x="321" y="1663"/>
                  <a:pt x="321" y="1663"/>
                  <a:pt x="321" y="1663"/>
                </a:cubicBezTo>
                <a:cubicBezTo>
                  <a:pt x="324" y="1666"/>
                  <a:pt x="324" y="1666"/>
                  <a:pt x="324" y="1666"/>
                </a:cubicBezTo>
                <a:cubicBezTo>
                  <a:pt x="350" y="1690"/>
                  <a:pt x="378" y="1713"/>
                  <a:pt x="408" y="1734"/>
                </a:cubicBezTo>
                <a:cubicBezTo>
                  <a:pt x="411" y="1737"/>
                  <a:pt x="412" y="1742"/>
                  <a:pt x="409" y="1746"/>
                </a:cubicBezTo>
                <a:cubicBezTo>
                  <a:pt x="408" y="1748"/>
                  <a:pt x="405" y="1750"/>
                  <a:pt x="403" y="1750"/>
                </a:cubicBezTo>
                <a:close/>
                <a:moveTo>
                  <a:pt x="1665" y="1631"/>
                </a:moveTo>
                <a:cubicBezTo>
                  <a:pt x="1663" y="1631"/>
                  <a:pt x="1661" y="1630"/>
                  <a:pt x="1659" y="1629"/>
                </a:cubicBezTo>
                <a:cubicBezTo>
                  <a:pt x="1656" y="1625"/>
                  <a:pt x="1656" y="1620"/>
                  <a:pt x="1659" y="1617"/>
                </a:cubicBezTo>
                <a:cubicBezTo>
                  <a:pt x="1664" y="1611"/>
                  <a:pt x="1669" y="1606"/>
                  <a:pt x="1674" y="1600"/>
                </a:cubicBezTo>
                <a:cubicBezTo>
                  <a:pt x="1677" y="1597"/>
                  <a:pt x="1683" y="1596"/>
                  <a:pt x="1686" y="1599"/>
                </a:cubicBezTo>
                <a:cubicBezTo>
                  <a:pt x="1690" y="1603"/>
                  <a:pt x="1690" y="1608"/>
                  <a:pt x="1687" y="1611"/>
                </a:cubicBezTo>
                <a:cubicBezTo>
                  <a:pt x="1682" y="1617"/>
                  <a:pt x="1677" y="1623"/>
                  <a:pt x="1671" y="1628"/>
                </a:cubicBezTo>
                <a:cubicBezTo>
                  <a:pt x="1670" y="1630"/>
                  <a:pt x="1668" y="1631"/>
                  <a:pt x="1665" y="1631"/>
                </a:cubicBezTo>
                <a:close/>
                <a:moveTo>
                  <a:pt x="1699" y="1593"/>
                </a:moveTo>
                <a:cubicBezTo>
                  <a:pt x="1697" y="1593"/>
                  <a:pt x="1695" y="1592"/>
                  <a:pt x="1694" y="1591"/>
                </a:cubicBezTo>
                <a:cubicBezTo>
                  <a:pt x="1690" y="1588"/>
                  <a:pt x="1690" y="1582"/>
                  <a:pt x="1693" y="1579"/>
                </a:cubicBezTo>
                <a:cubicBezTo>
                  <a:pt x="1724" y="1542"/>
                  <a:pt x="1752" y="1502"/>
                  <a:pt x="1778" y="1461"/>
                </a:cubicBezTo>
                <a:cubicBezTo>
                  <a:pt x="1778" y="1461"/>
                  <a:pt x="1778" y="1461"/>
                  <a:pt x="1778" y="1461"/>
                </a:cubicBezTo>
                <a:cubicBezTo>
                  <a:pt x="1797" y="1429"/>
                  <a:pt x="1815" y="1395"/>
                  <a:pt x="1830" y="1362"/>
                </a:cubicBezTo>
                <a:cubicBezTo>
                  <a:pt x="1832" y="1357"/>
                  <a:pt x="1837" y="1355"/>
                  <a:pt x="1841" y="1357"/>
                </a:cubicBezTo>
                <a:cubicBezTo>
                  <a:pt x="1846" y="1359"/>
                  <a:pt x="1847" y="1364"/>
                  <a:pt x="1846" y="1369"/>
                </a:cubicBezTo>
                <a:cubicBezTo>
                  <a:pt x="1830" y="1403"/>
                  <a:pt x="1812" y="1437"/>
                  <a:pt x="1792" y="1469"/>
                </a:cubicBezTo>
                <a:cubicBezTo>
                  <a:pt x="1792" y="1469"/>
                  <a:pt x="1792" y="1469"/>
                  <a:pt x="1792" y="1469"/>
                </a:cubicBezTo>
                <a:cubicBezTo>
                  <a:pt x="1766" y="1512"/>
                  <a:pt x="1737" y="1552"/>
                  <a:pt x="1706" y="1590"/>
                </a:cubicBezTo>
                <a:cubicBezTo>
                  <a:pt x="1704" y="1592"/>
                  <a:pt x="1702" y="1593"/>
                  <a:pt x="1699" y="1593"/>
                </a:cubicBezTo>
                <a:close/>
                <a:moveTo>
                  <a:pt x="198" y="1547"/>
                </a:moveTo>
                <a:cubicBezTo>
                  <a:pt x="196" y="1547"/>
                  <a:pt x="193" y="1546"/>
                  <a:pt x="192" y="1544"/>
                </a:cubicBezTo>
                <a:cubicBezTo>
                  <a:pt x="187" y="1538"/>
                  <a:pt x="183" y="1532"/>
                  <a:pt x="178" y="1525"/>
                </a:cubicBezTo>
                <a:cubicBezTo>
                  <a:pt x="176" y="1522"/>
                  <a:pt x="176" y="1516"/>
                  <a:pt x="180" y="1514"/>
                </a:cubicBezTo>
                <a:cubicBezTo>
                  <a:pt x="184" y="1511"/>
                  <a:pt x="189" y="1512"/>
                  <a:pt x="192" y="1516"/>
                </a:cubicBezTo>
                <a:cubicBezTo>
                  <a:pt x="196" y="1522"/>
                  <a:pt x="201" y="1528"/>
                  <a:pt x="205" y="1534"/>
                </a:cubicBezTo>
                <a:cubicBezTo>
                  <a:pt x="208" y="1538"/>
                  <a:pt x="207" y="1543"/>
                  <a:pt x="204" y="1546"/>
                </a:cubicBezTo>
                <a:cubicBezTo>
                  <a:pt x="202" y="1547"/>
                  <a:pt x="200" y="1547"/>
                  <a:pt x="198" y="1547"/>
                </a:cubicBezTo>
                <a:close/>
                <a:moveTo>
                  <a:pt x="169" y="1506"/>
                </a:moveTo>
                <a:cubicBezTo>
                  <a:pt x="166" y="1506"/>
                  <a:pt x="164" y="1504"/>
                  <a:pt x="162" y="1502"/>
                </a:cubicBezTo>
                <a:cubicBezTo>
                  <a:pt x="141" y="1470"/>
                  <a:pt x="122" y="1437"/>
                  <a:pt x="105" y="1403"/>
                </a:cubicBezTo>
                <a:cubicBezTo>
                  <a:pt x="105" y="1403"/>
                  <a:pt x="105" y="1403"/>
                  <a:pt x="105" y="1403"/>
                </a:cubicBezTo>
                <a:cubicBezTo>
                  <a:pt x="101" y="1395"/>
                  <a:pt x="97" y="1387"/>
                  <a:pt x="93" y="1379"/>
                </a:cubicBezTo>
                <a:cubicBezTo>
                  <a:pt x="76" y="1342"/>
                  <a:pt x="61" y="1305"/>
                  <a:pt x="48" y="1266"/>
                </a:cubicBezTo>
                <a:cubicBezTo>
                  <a:pt x="47" y="1262"/>
                  <a:pt x="49" y="1257"/>
                  <a:pt x="54" y="1256"/>
                </a:cubicBezTo>
                <a:cubicBezTo>
                  <a:pt x="58" y="1254"/>
                  <a:pt x="63" y="1257"/>
                  <a:pt x="64" y="1261"/>
                </a:cubicBezTo>
                <a:cubicBezTo>
                  <a:pt x="77" y="1299"/>
                  <a:pt x="91" y="1336"/>
                  <a:pt x="108" y="1371"/>
                </a:cubicBezTo>
                <a:cubicBezTo>
                  <a:pt x="112" y="1379"/>
                  <a:pt x="116" y="1388"/>
                  <a:pt x="120" y="1396"/>
                </a:cubicBezTo>
                <a:cubicBezTo>
                  <a:pt x="120" y="1396"/>
                  <a:pt x="120" y="1396"/>
                  <a:pt x="120" y="1396"/>
                </a:cubicBezTo>
                <a:cubicBezTo>
                  <a:pt x="137" y="1429"/>
                  <a:pt x="156" y="1461"/>
                  <a:pt x="176" y="1493"/>
                </a:cubicBezTo>
                <a:cubicBezTo>
                  <a:pt x="179" y="1496"/>
                  <a:pt x="178" y="1502"/>
                  <a:pt x="174" y="1504"/>
                </a:cubicBezTo>
                <a:cubicBezTo>
                  <a:pt x="172" y="1505"/>
                  <a:pt x="171" y="1506"/>
                  <a:pt x="169" y="1506"/>
                </a:cubicBezTo>
                <a:close/>
                <a:moveTo>
                  <a:pt x="1849" y="1348"/>
                </a:moveTo>
                <a:cubicBezTo>
                  <a:pt x="1848" y="1348"/>
                  <a:pt x="1847" y="1348"/>
                  <a:pt x="1846" y="1347"/>
                </a:cubicBezTo>
                <a:cubicBezTo>
                  <a:pt x="1842" y="1345"/>
                  <a:pt x="1840" y="1340"/>
                  <a:pt x="1841" y="1336"/>
                </a:cubicBezTo>
                <a:cubicBezTo>
                  <a:pt x="1844" y="1330"/>
                  <a:pt x="1846" y="1325"/>
                  <a:pt x="1848" y="1319"/>
                </a:cubicBezTo>
                <a:cubicBezTo>
                  <a:pt x="1850" y="1315"/>
                  <a:pt x="1855" y="1313"/>
                  <a:pt x="1859" y="1314"/>
                </a:cubicBezTo>
                <a:cubicBezTo>
                  <a:pt x="1864" y="1316"/>
                  <a:pt x="1866" y="1321"/>
                  <a:pt x="1864" y="1325"/>
                </a:cubicBezTo>
                <a:cubicBezTo>
                  <a:pt x="1862" y="1331"/>
                  <a:pt x="1859" y="1337"/>
                  <a:pt x="1857" y="1343"/>
                </a:cubicBezTo>
                <a:cubicBezTo>
                  <a:pt x="1856" y="1346"/>
                  <a:pt x="1852" y="1348"/>
                  <a:pt x="1849" y="1348"/>
                </a:cubicBezTo>
                <a:close/>
                <a:moveTo>
                  <a:pt x="1885" y="1248"/>
                </a:moveTo>
                <a:cubicBezTo>
                  <a:pt x="1884" y="1248"/>
                  <a:pt x="1883" y="1248"/>
                  <a:pt x="1882" y="1248"/>
                </a:cubicBezTo>
                <a:cubicBezTo>
                  <a:pt x="1878" y="1247"/>
                  <a:pt x="1875" y="1242"/>
                  <a:pt x="1877" y="1237"/>
                </a:cubicBezTo>
                <a:cubicBezTo>
                  <a:pt x="1887" y="1202"/>
                  <a:pt x="1896" y="1165"/>
                  <a:pt x="1902" y="1128"/>
                </a:cubicBezTo>
                <a:cubicBezTo>
                  <a:pt x="1903" y="1124"/>
                  <a:pt x="1907" y="1120"/>
                  <a:pt x="1912" y="1121"/>
                </a:cubicBezTo>
                <a:cubicBezTo>
                  <a:pt x="1917" y="1122"/>
                  <a:pt x="1920" y="1126"/>
                  <a:pt x="1919" y="1131"/>
                </a:cubicBezTo>
                <a:cubicBezTo>
                  <a:pt x="1912" y="1169"/>
                  <a:pt x="1904" y="1206"/>
                  <a:pt x="1893" y="1242"/>
                </a:cubicBezTo>
                <a:cubicBezTo>
                  <a:pt x="1892" y="1246"/>
                  <a:pt x="1888" y="1248"/>
                  <a:pt x="1885" y="1248"/>
                </a:cubicBezTo>
                <a:close/>
                <a:moveTo>
                  <a:pt x="48" y="1245"/>
                </a:moveTo>
                <a:cubicBezTo>
                  <a:pt x="44" y="1245"/>
                  <a:pt x="41" y="1243"/>
                  <a:pt x="40" y="1239"/>
                </a:cubicBezTo>
                <a:cubicBezTo>
                  <a:pt x="38" y="1232"/>
                  <a:pt x="36" y="1224"/>
                  <a:pt x="34" y="1217"/>
                </a:cubicBezTo>
                <a:cubicBezTo>
                  <a:pt x="32" y="1213"/>
                  <a:pt x="35" y="1208"/>
                  <a:pt x="40" y="1207"/>
                </a:cubicBezTo>
                <a:cubicBezTo>
                  <a:pt x="44" y="1205"/>
                  <a:pt x="49" y="1208"/>
                  <a:pt x="50" y="1213"/>
                </a:cubicBezTo>
                <a:cubicBezTo>
                  <a:pt x="52" y="1220"/>
                  <a:pt x="54" y="1227"/>
                  <a:pt x="56" y="1234"/>
                </a:cubicBezTo>
                <a:cubicBezTo>
                  <a:pt x="57" y="1239"/>
                  <a:pt x="55" y="1243"/>
                  <a:pt x="50" y="1245"/>
                </a:cubicBezTo>
                <a:cubicBezTo>
                  <a:pt x="49" y="1245"/>
                  <a:pt x="49" y="1245"/>
                  <a:pt x="48" y="1245"/>
                </a:cubicBezTo>
                <a:close/>
                <a:moveTo>
                  <a:pt x="35" y="1196"/>
                </a:moveTo>
                <a:cubicBezTo>
                  <a:pt x="31" y="1196"/>
                  <a:pt x="27" y="1193"/>
                  <a:pt x="27" y="1189"/>
                </a:cubicBezTo>
                <a:cubicBezTo>
                  <a:pt x="18" y="1152"/>
                  <a:pt x="11" y="1115"/>
                  <a:pt x="7" y="1077"/>
                </a:cubicBezTo>
                <a:cubicBezTo>
                  <a:pt x="5" y="1058"/>
                  <a:pt x="3" y="1038"/>
                  <a:pt x="2" y="1018"/>
                </a:cubicBezTo>
                <a:cubicBezTo>
                  <a:pt x="1" y="1001"/>
                  <a:pt x="0" y="984"/>
                  <a:pt x="0" y="967"/>
                </a:cubicBezTo>
                <a:cubicBezTo>
                  <a:pt x="0" y="954"/>
                  <a:pt x="1" y="942"/>
                  <a:pt x="1" y="929"/>
                </a:cubicBezTo>
                <a:cubicBezTo>
                  <a:pt x="1" y="924"/>
                  <a:pt x="6" y="921"/>
                  <a:pt x="10" y="921"/>
                </a:cubicBezTo>
                <a:cubicBezTo>
                  <a:pt x="15" y="921"/>
                  <a:pt x="18" y="925"/>
                  <a:pt x="18" y="930"/>
                </a:cubicBezTo>
                <a:cubicBezTo>
                  <a:pt x="18" y="942"/>
                  <a:pt x="17" y="955"/>
                  <a:pt x="17" y="967"/>
                </a:cubicBezTo>
                <a:cubicBezTo>
                  <a:pt x="17" y="984"/>
                  <a:pt x="18" y="1001"/>
                  <a:pt x="19" y="1017"/>
                </a:cubicBezTo>
                <a:cubicBezTo>
                  <a:pt x="20" y="1037"/>
                  <a:pt x="21" y="1056"/>
                  <a:pt x="24" y="1075"/>
                </a:cubicBezTo>
                <a:cubicBezTo>
                  <a:pt x="28" y="1112"/>
                  <a:pt x="34" y="1149"/>
                  <a:pt x="43" y="1185"/>
                </a:cubicBezTo>
                <a:cubicBezTo>
                  <a:pt x="44" y="1190"/>
                  <a:pt x="41" y="1195"/>
                  <a:pt x="37" y="1196"/>
                </a:cubicBezTo>
                <a:cubicBezTo>
                  <a:pt x="36" y="1196"/>
                  <a:pt x="35" y="1196"/>
                  <a:pt x="35" y="1196"/>
                </a:cubicBezTo>
                <a:close/>
                <a:moveTo>
                  <a:pt x="1915" y="1110"/>
                </a:moveTo>
                <a:cubicBezTo>
                  <a:pt x="1915" y="1110"/>
                  <a:pt x="1914" y="1110"/>
                  <a:pt x="1914" y="1110"/>
                </a:cubicBezTo>
                <a:cubicBezTo>
                  <a:pt x="1909" y="1109"/>
                  <a:pt x="1906" y="1105"/>
                  <a:pt x="1907" y="1100"/>
                </a:cubicBezTo>
                <a:cubicBezTo>
                  <a:pt x="1908" y="1093"/>
                  <a:pt x="1909" y="1086"/>
                  <a:pt x="1909" y="1078"/>
                </a:cubicBezTo>
                <a:cubicBezTo>
                  <a:pt x="1910" y="1074"/>
                  <a:pt x="1914" y="1070"/>
                  <a:pt x="1919" y="1071"/>
                </a:cubicBezTo>
                <a:cubicBezTo>
                  <a:pt x="1924" y="1071"/>
                  <a:pt x="1927" y="1076"/>
                  <a:pt x="1926" y="1080"/>
                </a:cubicBezTo>
                <a:cubicBezTo>
                  <a:pt x="1925" y="1088"/>
                  <a:pt x="1924" y="1095"/>
                  <a:pt x="1923" y="1103"/>
                </a:cubicBezTo>
                <a:cubicBezTo>
                  <a:pt x="1923" y="1107"/>
                  <a:pt x="1919" y="1110"/>
                  <a:pt x="1915" y="1110"/>
                </a:cubicBezTo>
                <a:close/>
                <a:moveTo>
                  <a:pt x="1921" y="1060"/>
                </a:moveTo>
                <a:cubicBezTo>
                  <a:pt x="1921" y="1060"/>
                  <a:pt x="1920" y="1060"/>
                  <a:pt x="1920" y="1060"/>
                </a:cubicBezTo>
                <a:cubicBezTo>
                  <a:pt x="1915" y="1059"/>
                  <a:pt x="1912" y="1055"/>
                  <a:pt x="1912" y="1050"/>
                </a:cubicBezTo>
                <a:cubicBezTo>
                  <a:pt x="1915" y="1023"/>
                  <a:pt x="1916" y="995"/>
                  <a:pt x="1916" y="967"/>
                </a:cubicBezTo>
                <a:cubicBezTo>
                  <a:pt x="1916" y="946"/>
                  <a:pt x="1915" y="925"/>
                  <a:pt x="1914" y="905"/>
                </a:cubicBezTo>
                <a:cubicBezTo>
                  <a:pt x="1914" y="905"/>
                  <a:pt x="1914" y="905"/>
                  <a:pt x="1914" y="905"/>
                </a:cubicBezTo>
                <a:cubicBezTo>
                  <a:pt x="1913" y="894"/>
                  <a:pt x="1912" y="884"/>
                  <a:pt x="1911" y="874"/>
                </a:cubicBezTo>
                <a:cubicBezTo>
                  <a:pt x="1909" y="847"/>
                  <a:pt x="1905" y="820"/>
                  <a:pt x="1900" y="794"/>
                </a:cubicBezTo>
                <a:cubicBezTo>
                  <a:pt x="1899" y="789"/>
                  <a:pt x="1902" y="785"/>
                  <a:pt x="1907" y="784"/>
                </a:cubicBezTo>
                <a:cubicBezTo>
                  <a:pt x="1911" y="783"/>
                  <a:pt x="1916" y="786"/>
                  <a:pt x="1917" y="790"/>
                </a:cubicBezTo>
                <a:cubicBezTo>
                  <a:pt x="1922" y="817"/>
                  <a:pt x="1926" y="845"/>
                  <a:pt x="1928" y="872"/>
                </a:cubicBezTo>
                <a:cubicBezTo>
                  <a:pt x="1929" y="883"/>
                  <a:pt x="1930" y="893"/>
                  <a:pt x="1931" y="904"/>
                </a:cubicBezTo>
                <a:cubicBezTo>
                  <a:pt x="1931" y="904"/>
                  <a:pt x="1931" y="904"/>
                  <a:pt x="1931" y="904"/>
                </a:cubicBezTo>
                <a:cubicBezTo>
                  <a:pt x="1932" y="925"/>
                  <a:pt x="1933" y="946"/>
                  <a:pt x="1933" y="967"/>
                </a:cubicBezTo>
                <a:cubicBezTo>
                  <a:pt x="1933" y="995"/>
                  <a:pt x="1932" y="1024"/>
                  <a:pt x="1929" y="1052"/>
                </a:cubicBezTo>
                <a:cubicBezTo>
                  <a:pt x="1929" y="1056"/>
                  <a:pt x="1925" y="1060"/>
                  <a:pt x="1921" y="1060"/>
                </a:cubicBezTo>
                <a:close/>
                <a:moveTo>
                  <a:pt x="11" y="910"/>
                </a:moveTo>
                <a:cubicBezTo>
                  <a:pt x="11" y="910"/>
                  <a:pt x="11" y="909"/>
                  <a:pt x="11" y="909"/>
                </a:cubicBezTo>
                <a:cubicBezTo>
                  <a:pt x="6" y="909"/>
                  <a:pt x="2" y="905"/>
                  <a:pt x="3" y="900"/>
                </a:cubicBezTo>
                <a:cubicBezTo>
                  <a:pt x="3" y="893"/>
                  <a:pt x="4" y="885"/>
                  <a:pt x="5" y="878"/>
                </a:cubicBezTo>
                <a:cubicBezTo>
                  <a:pt x="5" y="873"/>
                  <a:pt x="9" y="870"/>
                  <a:pt x="14" y="870"/>
                </a:cubicBezTo>
                <a:cubicBezTo>
                  <a:pt x="19" y="870"/>
                  <a:pt x="22" y="875"/>
                  <a:pt x="22" y="879"/>
                </a:cubicBezTo>
                <a:cubicBezTo>
                  <a:pt x="21" y="887"/>
                  <a:pt x="20" y="894"/>
                  <a:pt x="20" y="902"/>
                </a:cubicBezTo>
                <a:cubicBezTo>
                  <a:pt x="19" y="906"/>
                  <a:pt x="16" y="910"/>
                  <a:pt x="11" y="910"/>
                </a:cubicBezTo>
                <a:close/>
                <a:moveTo>
                  <a:pt x="16" y="859"/>
                </a:moveTo>
                <a:cubicBezTo>
                  <a:pt x="16" y="859"/>
                  <a:pt x="15" y="859"/>
                  <a:pt x="15" y="859"/>
                </a:cubicBezTo>
                <a:cubicBezTo>
                  <a:pt x="10" y="858"/>
                  <a:pt x="7" y="854"/>
                  <a:pt x="8" y="849"/>
                </a:cubicBezTo>
                <a:cubicBezTo>
                  <a:pt x="12" y="812"/>
                  <a:pt x="19" y="774"/>
                  <a:pt x="28" y="737"/>
                </a:cubicBezTo>
                <a:cubicBezTo>
                  <a:pt x="36" y="708"/>
                  <a:pt x="44" y="679"/>
                  <a:pt x="54" y="650"/>
                </a:cubicBezTo>
                <a:cubicBezTo>
                  <a:pt x="60" y="632"/>
                  <a:pt x="67" y="614"/>
                  <a:pt x="75" y="596"/>
                </a:cubicBezTo>
                <a:cubicBezTo>
                  <a:pt x="76" y="592"/>
                  <a:pt x="81" y="590"/>
                  <a:pt x="86" y="592"/>
                </a:cubicBezTo>
                <a:cubicBezTo>
                  <a:pt x="90" y="593"/>
                  <a:pt x="92" y="598"/>
                  <a:pt x="90" y="603"/>
                </a:cubicBezTo>
                <a:cubicBezTo>
                  <a:pt x="83" y="620"/>
                  <a:pt x="76" y="638"/>
                  <a:pt x="70" y="656"/>
                </a:cubicBezTo>
                <a:cubicBezTo>
                  <a:pt x="60" y="684"/>
                  <a:pt x="52" y="712"/>
                  <a:pt x="45" y="741"/>
                </a:cubicBezTo>
                <a:cubicBezTo>
                  <a:pt x="36" y="777"/>
                  <a:pt x="29" y="814"/>
                  <a:pt x="25" y="851"/>
                </a:cubicBezTo>
                <a:cubicBezTo>
                  <a:pt x="24" y="856"/>
                  <a:pt x="20" y="859"/>
                  <a:pt x="16" y="859"/>
                </a:cubicBezTo>
                <a:close/>
                <a:moveTo>
                  <a:pt x="1903" y="773"/>
                </a:moveTo>
                <a:cubicBezTo>
                  <a:pt x="1899" y="773"/>
                  <a:pt x="1895" y="770"/>
                  <a:pt x="1894" y="766"/>
                </a:cubicBezTo>
                <a:cubicBezTo>
                  <a:pt x="1893" y="759"/>
                  <a:pt x="1891" y="751"/>
                  <a:pt x="1889" y="744"/>
                </a:cubicBezTo>
                <a:cubicBezTo>
                  <a:pt x="1888" y="740"/>
                  <a:pt x="1891" y="735"/>
                  <a:pt x="1896" y="734"/>
                </a:cubicBezTo>
                <a:cubicBezTo>
                  <a:pt x="1900" y="733"/>
                  <a:pt x="1905" y="736"/>
                  <a:pt x="1906" y="740"/>
                </a:cubicBezTo>
                <a:cubicBezTo>
                  <a:pt x="1908" y="748"/>
                  <a:pt x="1909" y="755"/>
                  <a:pt x="1911" y="762"/>
                </a:cubicBezTo>
                <a:cubicBezTo>
                  <a:pt x="1912" y="767"/>
                  <a:pt x="1909" y="772"/>
                  <a:pt x="1904" y="773"/>
                </a:cubicBezTo>
                <a:cubicBezTo>
                  <a:pt x="1904" y="773"/>
                  <a:pt x="1903" y="773"/>
                  <a:pt x="1903" y="773"/>
                </a:cubicBezTo>
                <a:close/>
                <a:moveTo>
                  <a:pt x="1891" y="723"/>
                </a:moveTo>
                <a:cubicBezTo>
                  <a:pt x="1887" y="723"/>
                  <a:pt x="1883" y="721"/>
                  <a:pt x="1882" y="717"/>
                </a:cubicBezTo>
                <a:cubicBezTo>
                  <a:pt x="1870" y="670"/>
                  <a:pt x="1853" y="624"/>
                  <a:pt x="1833" y="580"/>
                </a:cubicBezTo>
                <a:cubicBezTo>
                  <a:pt x="1833" y="580"/>
                  <a:pt x="1833" y="580"/>
                  <a:pt x="1833" y="580"/>
                </a:cubicBezTo>
                <a:cubicBezTo>
                  <a:pt x="1825" y="561"/>
                  <a:pt x="1816" y="542"/>
                  <a:pt x="1806" y="524"/>
                </a:cubicBezTo>
                <a:cubicBezTo>
                  <a:pt x="1798" y="510"/>
                  <a:pt x="1790" y="495"/>
                  <a:pt x="1782" y="481"/>
                </a:cubicBezTo>
                <a:cubicBezTo>
                  <a:pt x="1779" y="477"/>
                  <a:pt x="1780" y="471"/>
                  <a:pt x="1784" y="469"/>
                </a:cubicBezTo>
                <a:cubicBezTo>
                  <a:pt x="1789" y="466"/>
                  <a:pt x="1794" y="468"/>
                  <a:pt x="1796" y="472"/>
                </a:cubicBezTo>
                <a:cubicBezTo>
                  <a:pt x="1805" y="486"/>
                  <a:pt x="1813" y="501"/>
                  <a:pt x="1821" y="516"/>
                </a:cubicBezTo>
                <a:cubicBezTo>
                  <a:pt x="1831" y="535"/>
                  <a:pt x="1840" y="554"/>
                  <a:pt x="1849" y="573"/>
                </a:cubicBezTo>
                <a:cubicBezTo>
                  <a:pt x="1849" y="573"/>
                  <a:pt x="1849" y="573"/>
                  <a:pt x="1849" y="573"/>
                </a:cubicBezTo>
                <a:cubicBezTo>
                  <a:pt x="1869" y="618"/>
                  <a:pt x="1886" y="665"/>
                  <a:pt x="1899" y="713"/>
                </a:cubicBezTo>
                <a:cubicBezTo>
                  <a:pt x="1900" y="717"/>
                  <a:pt x="1897" y="722"/>
                  <a:pt x="1893" y="723"/>
                </a:cubicBezTo>
                <a:cubicBezTo>
                  <a:pt x="1892" y="723"/>
                  <a:pt x="1891" y="723"/>
                  <a:pt x="1891" y="723"/>
                </a:cubicBezTo>
                <a:close/>
                <a:moveTo>
                  <a:pt x="94" y="582"/>
                </a:moveTo>
                <a:cubicBezTo>
                  <a:pt x="93" y="582"/>
                  <a:pt x="91" y="582"/>
                  <a:pt x="90" y="581"/>
                </a:cubicBezTo>
                <a:cubicBezTo>
                  <a:pt x="86" y="579"/>
                  <a:pt x="84" y="574"/>
                  <a:pt x="86" y="570"/>
                </a:cubicBezTo>
                <a:cubicBezTo>
                  <a:pt x="89" y="563"/>
                  <a:pt x="92" y="556"/>
                  <a:pt x="96" y="549"/>
                </a:cubicBezTo>
                <a:cubicBezTo>
                  <a:pt x="98" y="545"/>
                  <a:pt x="103" y="543"/>
                  <a:pt x="107" y="545"/>
                </a:cubicBezTo>
                <a:cubicBezTo>
                  <a:pt x="111" y="547"/>
                  <a:pt x="113" y="553"/>
                  <a:pt x="111" y="557"/>
                </a:cubicBezTo>
                <a:cubicBezTo>
                  <a:pt x="108" y="563"/>
                  <a:pt x="104" y="570"/>
                  <a:pt x="101" y="577"/>
                </a:cubicBezTo>
                <a:cubicBezTo>
                  <a:pt x="100" y="580"/>
                  <a:pt x="97" y="582"/>
                  <a:pt x="94" y="582"/>
                </a:cubicBezTo>
                <a:close/>
                <a:moveTo>
                  <a:pt x="116" y="536"/>
                </a:moveTo>
                <a:cubicBezTo>
                  <a:pt x="115" y="536"/>
                  <a:pt x="113" y="536"/>
                  <a:pt x="112" y="535"/>
                </a:cubicBezTo>
                <a:cubicBezTo>
                  <a:pt x="108" y="533"/>
                  <a:pt x="106" y="528"/>
                  <a:pt x="108" y="524"/>
                </a:cubicBezTo>
                <a:cubicBezTo>
                  <a:pt x="126" y="490"/>
                  <a:pt x="145" y="457"/>
                  <a:pt x="166" y="426"/>
                </a:cubicBezTo>
                <a:cubicBezTo>
                  <a:pt x="166" y="426"/>
                  <a:pt x="166" y="426"/>
                  <a:pt x="166" y="426"/>
                </a:cubicBezTo>
                <a:cubicBezTo>
                  <a:pt x="189" y="392"/>
                  <a:pt x="214" y="359"/>
                  <a:pt x="241" y="329"/>
                </a:cubicBezTo>
                <a:cubicBezTo>
                  <a:pt x="247" y="323"/>
                  <a:pt x="253" y="316"/>
                  <a:pt x="259" y="310"/>
                </a:cubicBezTo>
                <a:cubicBezTo>
                  <a:pt x="262" y="306"/>
                  <a:pt x="267" y="306"/>
                  <a:pt x="271" y="309"/>
                </a:cubicBezTo>
                <a:cubicBezTo>
                  <a:pt x="274" y="312"/>
                  <a:pt x="274" y="318"/>
                  <a:pt x="271" y="321"/>
                </a:cubicBezTo>
                <a:cubicBezTo>
                  <a:pt x="265" y="328"/>
                  <a:pt x="259" y="334"/>
                  <a:pt x="254" y="340"/>
                </a:cubicBezTo>
                <a:cubicBezTo>
                  <a:pt x="228" y="370"/>
                  <a:pt x="203" y="402"/>
                  <a:pt x="181" y="435"/>
                </a:cubicBezTo>
                <a:cubicBezTo>
                  <a:pt x="181" y="435"/>
                  <a:pt x="181" y="435"/>
                  <a:pt x="181" y="435"/>
                </a:cubicBezTo>
                <a:cubicBezTo>
                  <a:pt x="160" y="466"/>
                  <a:pt x="140" y="498"/>
                  <a:pt x="123" y="532"/>
                </a:cubicBezTo>
                <a:cubicBezTo>
                  <a:pt x="122" y="535"/>
                  <a:pt x="119" y="536"/>
                  <a:pt x="116" y="536"/>
                </a:cubicBezTo>
                <a:close/>
                <a:moveTo>
                  <a:pt x="1774" y="461"/>
                </a:moveTo>
                <a:cubicBezTo>
                  <a:pt x="1771" y="461"/>
                  <a:pt x="1768" y="459"/>
                  <a:pt x="1767" y="457"/>
                </a:cubicBezTo>
                <a:cubicBezTo>
                  <a:pt x="1763" y="450"/>
                  <a:pt x="1759" y="444"/>
                  <a:pt x="1755" y="438"/>
                </a:cubicBezTo>
                <a:cubicBezTo>
                  <a:pt x="1752" y="434"/>
                  <a:pt x="1753" y="429"/>
                  <a:pt x="1757" y="426"/>
                </a:cubicBezTo>
                <a:cubicBezTo>
                  <a:pt x="1761" y="424"/>
                  <a:pt x="1766" y="425"/>
                  <a:pt x="1769" y="428"/>
                </a:cubicBezTo>
                <a:cubicBezTo>
                  <a:pt x="1773" y="435"/>
                  <a:pt x="1777" y="441"/>
                  <a:pt x="1781" y="448"/>
                </a:cubicBezTo>
                <a:cubicBezTo>
                  <a:pt x="1784" y="451"/>
                  <a:pt x="1783" y="457"/>
                  <a:pt x="1779" y="459"/>
                </a:cubicBezTo>
                <a:cubicBezTo>
                  <a:pt x="1777" y="460"/>
                  <a:pt x="1776" y="461"/>
                  <a:pt x="1774" y="461"/>
                </a:cubicBezTo>
                <a:close/>
                <a:moveTo>
                  <a:pt x="1746" y="418"/>
                </a:moveTo>
                <a:cubicBezTo>
                  <a:pt x="1743" y="418"/>
                  <a:pt x="1740" y="417"/>
                  <a:pt x="1739" y="415"/>
                </a:cubicBezTo>
                <a:cubicBezTo>
                  <a:pt x="1710" y="375"/>
                  <a:pt x="1679" y="338"/>
                  <a:pt x="1645" y="303"/>
                </a:cubicBezTo>
                <a:cubicBezTo>
                  <a:pt x="1645" y="303"/>
                  <a:pt x="1645" y="303"/>
                  <a:pt x="1645" y="303"/>
                </a:cubicBezTo>
                <a:cubicBezTo>
                  <a:pt x="1624" y="281"/>
                  <a:pt x="1601" y="260"/>
                  <a:pt x="1577" y="240"/>
                </a:cubicBezTo>
                <a:cubicBezTo>
                  <a:pt x="1572" y="236"/>
                  <a:pt x="1567" y="232"/>
                  <a:pt x="1562" y="228"/>
                </a:cubicBezTo>
                <a:cubicBezTo>
                  <a:pt x="1559" y="225"/>
                  <a:pt x="1558" y="220"/>
                  <a:pt x="1561" y="216"/>
                </a:cubicBezTo>
                <a:cubicBezTo>
                  <a:pt x="1564" y="212"/>
                  <a:pt x="1569" y="212"/>
                  <a:pt x="1573" y="215"/>
                </a:cubicBezTo>
                <a:cubicBezTo>
                  <a:pt x="1578" y="219"/>
                  <a:pt x="1583" y="223"/>
                  <a:pt x="1588" y="227"/>
                </a:cubicBezTo>
                <a:cubicBezTo>
                  <a:pt x="1612" y="247"/>
                  <a:pt x="1635" y="269"/>
                  <a:pt x="1657" y="291"/>
                </a:cubicBezTo>
                <a:cubicBezTo>
                  <a:pt x="1657" y="291"/>
                  <a:pt x="1657" y="291"/>
                  <a:pt x="1657" y="291"/>
                </a:cubicBezTo>
                <a:cubicBezTo>
                  <a:pt x="1692" y="327"/>
                  <a:pt x="1724" y="365"/>
                  <a:pt x="1752" y="405"/>
                </a:cubicBezTo>
                <a:cubicBezTo>
                  <a:pt x="1755" y="409"/>
                  <a:pt x="1754" y="414"/>
                  <a:pt x="1750" y="417"/>
                </a:cubicBezTo>
                <a:cubicBezTo>
                  <a:pt x="1749" y="418"/>
                  <a:pt x="1747" y="418"/>
                  <a:pt x="1746" y="418"/>
                </a:cubicBezTo>
                <a:close/>
                <a:moveTo>
                  <a:pt x="284" y="304"/>
                </a:moveTo>
                <a:cubicBezTo>
                  <a:pt x="282" y="304"/>
                  <a:pt x="280" y="303"/>
                  <a:pt x="279" y="301"/>
                </a:cubicBezTo>
                <a:cubicBezTo>
                  <a:pt x="275" y="298"/>
                  <a:pt x="275" y="292"/>
                  <a:pt x="278" y="289"/>
                </a:cubicBezTo>
                <a:cubicBezTo>
                  <a:pt x="284" y="284"/>
                  <a:pt x="289" y="278"/>
                  <a:pt x="295" y="273"/>
                </a:cubicBezTo>
                <a:cubicBezTo>
                  <a:pt x="298" y="270"/>
                  <a:pt x="303" y="270"/>
                  <a:pt x="307" y="273"/>
                </a:cubicBezTo>
                <a:cubicBezTo>
                  <a:pt x="310" y="277"/>
                  <a:pt x="310" y="282"/>
                  <a:pt x="306" y="285"/>
                </a:cubicBezTo>
                <a:cubicBezTo>
                  <a:pt x="301" y="290"/>
                  <a:pt x="296" y="296"/>
                  <a:pt x="291" y="301"/>
                </a:cubicBezTo>
                <a:cubicBezTo>
                  <a:pt x="289" y="303"/>
                  <a:pt x="287" y="304"/>
                  <a:pt x="284" y="304"/>
                </a:cubicBezTo>
                <a:close/>
                <a:moveTo>
                  <a:pt x="321" y="268"/>
                </a:moveTo>
                <a:cubicBezTo>
                  <a:pt x="319" y="268"/>
                  <a:pt x="317" y="267"/>
                  <a:pt x="315" y="265"/>
                </a:cubicBezTo>
                <a:cubicBezTo>
                  <a:pt x="312" y="262"/>
                  <a:pt x="312" y="257"/>
                  <a:pt x="315" y="253"/>
                </a:cubicBezTo>
                <a:cubicBezTo>
                  <a:pt x="343" y="228"/>
                  <a:pt x="373" y="204"/>
                  <a:pt x="404" y="182"/>
                </a:cubicBezTo>
                <a:cubicBezTo>
                  <a:pt x="404" y="182"/>
                  <a:pt x="404" y="182"/>
                  <a:pt x="404" y="182"/>
                </a:cubicBezTo>
                <a:cubicBezTo>
                  <a:pt x="444" y="153"/>
                  <a:pt x="487" y="127"/>
                  <a:pt x="531" y="105"/>
                </a:cubicBezTo>
                <a:cubicBezTo>
                  <a:pt x="535" y="103"/>
                  <a:pt x="540" y="105"/>
                  <a:pt x="542" y="109"/>
                </a:cubicBezTo>
                <a:cubicBezTo>
                  <a:pt x="545" y="113"/>
                  <a:pt x="543" y="118"/>
                  <a:pt x="539" y="120"/>
                </a:cubicBezTo>
                <a:cubicBezTo>
                  <a:pt x="495" y="142"/>
                  <a:pt x="454" y="167"/>
                  <a:pt x="414" y="196"/>
                </a:cubicBezTo>
                <a:cubicBezTo>
                  <a:pt x="414" y="196"/>
                  <a:pt x="414" y="196"/>
                  <a:pt x="414" y="196"/>
                </a:cubicBezTo>
                <a:cubicBezTo>
                  <a:pt x="384" y="217"/>
                  <a:pt x="354" y="241"/>
                  <a:pt x="327" y="266"/>
                </a:cubicBezTo>
                <a:cubicBezTo>
                  <a:pt x="325" y="268"/>
                  <a:pt x="323" y="268"/>
                  <a:pt x="321" y="268"/>
                </a:cubicBezTo>
                <a:close/>
                <a:moveTo>
                  <a:pt x="1545" y="212"/>
                </a:moveTo>
                <a:cubicBezTo>
                  <a:pt x="1543" y="212"/>
                  <a:pt x="1542" y="212"/>
                  <a:pt x="1540" y="211"/>
                </a:cubicBezTo>
                <a:cubicBezTo>
                  <a:pt x="1534" y="206"/>
                  <a:pt x="1528" y="202"/>
                  <a:pt x="1522" y="197"/>
                </a:cubicBezTo>
                <a:cubicBezTo>
                  <a:pt x="1518" y="195"/>
                  <a:pt x="1517" y="189"/>
                  <a:pt x="1520" y="185"/>
                </a:cubicBezTo>
                <a:cubicBezTo>
                  <a:pt x="1523" y="182"/>
                  <a:pt x="1528" y="181"/>
                  <a:pt x="1532" y="183"/>
                </a:cubicBezTo>
                <a:cubicBezTo>
                  <a:pt x="1538" y="188"/>
                  <a:pt x="1544" y="192"/>
                  <a:pt x="1550" y="197"/>
                </a:cubicBezTo>
                <a:cubicBezTo>
                  <a:pt x="1554" y="200"/>
                  <a:pt x="1555" y="205"/>
                  <a:pt x="1552" y="209"/>
                </a:cubicBezTo>
                <a:cubicBezTo>
                  <a:pt x="1550" y="211"/>
                  <a:pt x="1548" y="212"/>
                  <a:pt x="1545" y="212"/>
                </a:cubicBezTo>
                <a:close/>
                <a:moveTo>
                  <a:pt x="1504" y="183"/>
                </a:moveTo>
                <a:cubicBezTo>
                  <a:pt x="1502" y="183"/>
                  <a:pt x="1501" y="182"/>
                  <a:pt x="1499" y="181"/>
                </a:cubicBezTo>
                <a:cubicBezTo>
                  <a:pt x="1459" y="154"/>
                  <a:pt x="1416" y="130"/>
                  <a:pt x="1372" y="109"/>
                </a:cubicBezTo>
                <a:cubicBezTo>
                  <a:pt x="1372" y="109"/>
                  <a:pt x="1372" y="109"/>
                  <a:pt x="1372" y="109"/>
                </a:cubicBezTo>
                <a:cubicBezTo>
                  <a:pt x="1339" y="93"/>
                  <a:pt x="1304" y="79"/>
                  <a:pt x="1268" y="67"/>
                </a:cubicBezTo>
                <a:cubicBezTo>
                  <a:pt x="1264" y="66"/>
                  <a:pt x="1262" y="61"/>
                  <a:pt x="1263" y="57"/>
                </a:cubicBezTo>
                <a:cubicBezTo>
                  <a:pt x="1265" y="52"/>
                  <a:pt x="1269" y="50"/>
                  <a:pt x="1274" y="51"/>
                </a:cubicBezTo>
                <a:cubicBezTo>
                  <a:pt x="1310" y="63"/>
                  <a:pt x="1345" y="78"/>
                  <a:pt x="1380" y="94"/>
                </a:cubicBezTo>
                <a:cubicBezTo>
                  <a:pt x="1380" y="94"/>
                  <a:pt x="1380" y="94"/>
                  <a:pt x="1380" y="94"/>
                </a:cubicBezTo>
                <a:cubicBezTo>
                  <a:pt x="1424" y="115"/>
                  <a:pt x="1468" y="140"/>
                  <a:pt x="1509" y="167"/>
                </a:cubicBezTo>
                <a:cubicBezTo>
                  <a:pt x="1512" y="170"/>
                  <a:pt x="1513" y="175"/>
                  <a:pt x="1511" y="179"/>
                </a:cubicBezTo>
                <a:cubicBezTo>
                  <a:pt x="1509" y="181"/>
                  <a:pt x="1507" y="183"/>
                  <a:pt x="1504" y="183"/>
                </a:cubicBezTo>
                <a:close/>
                <a:moveTo>
                  <a:pt x="560" y="109"/>
                </a:moveTo>
                <a:cubicBezTo>
                  <a:pt x="557" y="109"/>
                  <a:pt x="554" y="107"/>
                  <a:pt x="553" y="104"/>
                </a:cubicBezTo>
                <a:cubicBezTo>
                  <a:pt x="551" y="100"/>
                  <a:pt x="552" y="95"/>
                  <a:pt x="557" y="93"/>
                </a:cubicBezTo>
                <a:cubicBezTo>
                  <a:pt x="563" y="89"/>
                  <a:pt x="570" y="86"/>
                  <a:pt x="577" y="83"/>
                </a:cubicBezTo>
                <a:cubicBezTo>
                  <a:pt x="582" y="81"/>
                  <a:pt x="587" y="83"/>
                  <a:pt x="589" y="87"/>
                </a:cubicBezTo>
                <a:cubicBezTo>
                  <a:pt x="590" y="92"/>
                  <a:pt x="589" y="97"/>
                  <a:pt x="584" y="99"/>
                </a:cubicBezTo>
                <a:cubicBezTo>
                  <a:pt x="577" y="102"/>
                  <a:pt x="571" y="105"/>
                  <a:pt x="564" y="108"/>
                </a:cubicBezTo>
                <a:cubicBezTo>
                  <a:pt x="563" y="108"/>
                  <a:pt x="561" y="109"/>
                  <a:pt x="560" y="109"/>
                </a:cubicBezTo>
                <a:close/>
                <a:moveTo>
                  <a:pt x="607" y="88"/>
                </a:moveTo>
                <a:cubicBezTo>
                  <a:pt x="604" y="88"/>
                  <a:pt x="600" y="86"/>
                  <a:pt x="599" y="83"/>
                </a:cubicBezTo>
                <a:cubicBezTo>
                  <a:pt x="597" y="79"/>
                  <a:pt x="599" y="74"/>
                  <a:pt x="604" y="72"/>
                </a:cubicBezTo>
                <a:cubicBezTo>
                  <a:pt x="639" y="58"/>
                  <a:pt x="675" y="45"/>
                  <a:pt x="712" y="35"/>
                </a:cubicBezTo>
                <a:cubicBezTo>
                  <a:pt x="712" y="35"/>
                  <a:pt x="712" y="35"/>
                  <a:pt x="712" y="35"/>
                </a:cubicBezTo>
                <a:cubicBezTo>
                  <a:pt x="760" y="22"/>
                  <a:pt x="808" y="13"/>
                  <a:pt x="857" y="7"/>
                </a:cubicBezTo>
                <a:cubicBezTo>
                  <a:pt x="862" y="7"/>
                  <a:pt x="866" y="10"/>
                  <a:pt x="867" y="15"/>
                </a:cubicBezTo>
                <a:cubicBezTo>
                  <a:pt x="867" y="19"/>
                  <a:pt x="864" y="23"/>
                  <a:pt x="859" y="24"/>
                </a:cubicBezTo>
                <a:cubicBezTo>
                  <a:pt x="811" y="30"/>
                  <a:pt x="763" y="39"/>
                  <a:pt x="716" y="52"/>
                </a:cubicBezTo>
                <a:cubicBezTo>
                  <a:pt x="716" y="52"/>
                  <a:pt x="716" y="52"/>
                  <a:pt x="716" y="52"/>
                </a:cubicBezTo>
                <a:cubicBezTo>
                  <a:pt x="680" y="62"/>
                  <a:pt x="645" y="74"/>
                  <a:pt x="610" y="88"/>
                </a:cubicBezTo>
                <a:cubicBezTo>
                  <a:pt x="609" y="88"/>
                  <a:pt x="608" y="88"/>
                  <a:pt x="607" y="88"/>
                </a:cubicBezTo>
                <a:close/>
                <a:moveTo>
                  <a:pt x="1244" y="59"/>
                </a:moveTo>
                <a:cubicBezTo>
                  <a:pt x="1243" y="59"/>
                  <a:pt x="1243" y="59"/>
                  <a:pt x="1242" y="59"/>
                </a:cubicBezTo>
                <a:cubicBezTo>
                  <a:pt x="1235" y="57"/>
                  <a:pt x="1227" y="55"/>
                  <a:pt x="1220" y="53"/>
                </a:cubicBezTo>
                <a:cubicBezTo>
                  <a:pt x="1216" y="51"/>
                  <a:pt x="1213" y="47"/>
                  <a:pt x="1214" y="42"/>
                </a:cubicBezTo>
                <a:cubicBezTo>
                  <a:pt x="1216" y="38"/>
                  <a:pt x="1220" y="35"/>
                  <a:pt x="1225" y="36"/>
                </a:cubicBezTo>
                <a:cubicBezTo>
                  <a:pt x="1232" y="38"/>
                  <a:pt x="1239" y="40"/>
                  <a:pt x="1247" y="43"/>
                </a:cubicBezTo>
                <a:cubicBezTo>
                  <a:pt x="1251" y="44"/>
                  <a:pt x="1254" y="49"/>
                  <a:pt x="1252" y="53"/>
                </a:cubicBezTo>
                <a:cubicBezTo>
                  <a:pt x="1251" y="57"/>
                  <a:pt x="1248" y="59"/>
                  <a:pt x="1244" y="59"/>
                </a:cubicBezTo>
                <a:close/>
                <a:moveTo>
                  <a:pt x="1195" y="46"/>
                </a:moveTo>
                <a:cubicBezTo>
                  <a:pt x="1194" y="46"/>
                  <a:pt x="1194" y="46"/>
                  <a:pt x="1193" y="46"/>
                </a:cubicBezTo>
                <a:cubicBezTo>
                  <a:pt x="1146" y="34"/>
                  <a:pt x="1098" y="26"/>
                  <a:pt x="1050" y="22"/>
                </a:cubicBezTo>
                <a:cubicBezTo>
                  <a:pt x="1050" y="22"/>
                  <a:pt x="1049" y="22"/>
                  <a:pt x="1049" y="22"/>
                </a:cubicBezTo>
                <a:cubicBezTo>
                  <a:pt x="1012" y="18"/>
                  <a:pt x="975" y="17"/>
                  <a:pt x="937" y="18"/>
                </a:cubicBezTo>
                <a:cubicBezTo>
                  <a:pt x="937" y="18"/>
                  <a:pt x="937" y="18"/>
                  <a:pt x="937" y="18"/>
                </a:cubicBezTo>
                <a:cubicBezTo>
                  <a:pt x="933" y="18"/>
                  <a:pt x="929" y="15"/>
                  <a:pt x="929" y="10"/>
                </a:cubicBezTo>
                <a:cubicBezTo>
                  <a:pt x="929" y="5"/>
                  <a:pt x="932" y="1"/>
                  <a:pt x="937" y="1"/>
                </a:cubicBezTo>
                <a:cubicBezTo>
                  <a:pt x="975" y="0"/>
                  <a:pt x="1013" y="1"/>
                  <a:pt x="1051" y="5"/>
                </a:cubicBezTo>
                <a:cubicBezTo>
                  <a:pt x="1051" y="5"/>
                  <a:pt x="1051" y="5"/>
                  <a:pt x="1051" y="5"/>
                </a:cubicBezTo>
                <a:cubicBezTo>
                  <a:pt x="1100" y="9"/>
                  <a:pt x="1149" y="17"/>
                  <a:pt x="1197" y="29"/>
                </a:cubicBezTo>
                <a:cubicBezTo>
                  <a:pt x="1202" y="30"/>
                  <a:pt x="1205" y="35"/>
                  <a:pt x="1203" y="39"/>
                </a:cubicBezTo>
                <a:cubicBezTo>
                  <a:pt x="1202" y="43"/>
                  <a:pt x="1199" y="46"/>
                  <a:pt x="1195" y="46"/>
                </a:cubicBezTo>
                <a:close/>
                <a:moveTo>
                  <a:pt x="886" y="21"/>
                </a:moveTo>
                <a:cubicBezTo>
                  <a:pt x="882" y="21"/>
                  <a:pt x="878" y="18"/>
                  <a:pt x="878" y="13"/>
                </a:cubicBezTo>
                <a:cubicBezTo>
                  <a:pt x="878" y="9"/>
                  <a:pt x="881" y="5"/>
                  <a:pt x="886" y="4"/>
                </a:cubicBezTo>
                <a:cubicBezTo>
                  <a:pt x="888" y="4"/>
                  <a:pt x="891" y="4"/>
                  <a:pt x="894" y="4"/>
                </a:cubicBezTo>
                <a:cubicBezTo>
                  <a:pt x="899" y="3"/>
                  <a:pt x="904" y="3"/>
                  <a:pt x="908" y="3"/>
                </a:cubicBezTo>
                <a:cubicBezTo>
                  <a:pt x="913" y="2"/>
                  <a:pt x="917" y="6"/>
                  <a:pt x="917" y="11"/>
                </a:cubicBezTo>
                <a:cubicBezTo>
                  <a:pt x="918" y="15"/>
                  <a:pt x="914" y="19"/>
                  <a:pt x="909" y="20"/>
                </a:cubicBezTo>
                <a:cubicBezTo>
                  <a:pt x="905" y="20"/>
                  <a:pt x="900" y="20"/>
                  <a:pt x="895" y="21"/>
                </a:cubicBezTo>
                <a:cubicBezTo>
                  <a:pt x="892" y="21"/>
                  <a:pt x="890" y="21"/>
                  <a:pt x="887" y="21"/>
                </a:cubicBezTo>
                <a:cubicBezTo>
                  <a:pt x="887" y="21"/>
                  <a:pt x="887" y="21"/>
                  <a:pt x="886" y="21"/>
                </a:cubicBezTo>
                <a:close/>
              </a:path>
            </a:pathLst>
          </a:custGeom>
          <a:solidFill>
            <a:srgbClr val="377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787703D4-3CC0-4039-AC7E-F0AC9E3CEF1B}"/>
              </a:ext>
            </a:extLst>
          </p:cNvPr>
          <p:cNvSpPr>
            <a:spLocks noEditPoints="1"/>
          </p:cNvSpPr>
          <p:nvPr/>
        </p:nvSpPr>
        <p:spPr bwMode="auto">
          <a:xfrm>
            <a:off x="4616643" y="1950437"/>
            <a:ext cx="2957127" cy="2957127"/>
          </a:xfrm>
          <a:custGeom>
            <a:avLst/>
            <a:gdLst>
              <a:gd name="T0" fmla="*/ 931 w 1861"/>
              <a:gd name="T1" fmla="*/ 1843 h 1860"/>
              <a:gd name="T2" fmla="*/ 1074 w 1861"/>
              <a:gd name="T3" fmla="*/ 1849 h 1860"/>
              <a:gd name="T4" fmla="*/ 867 w 1861"/>
              <a:gd name="T5" fmla="*/ 1850 h 1860"/>
              <a:gd name="T6" fmla="*/ 790 w 1861"/>
              <a:gd name="T7" fmla="*/ 1850 h 1860"/>
              <a:gd name="T8" fmla="*/ 629 w 1861"/>
              <a:gd name="T9" fmla="*/ 1792 h 1860"/>
              <a:gd name="T10" fmla="*/ 1148 w 1861"/>
              <a:gd name="T11" fmla="*/ 1826 h 1860"/>
              <a:gd name="T12" fmla="*/ 1176 w 1861"/>
              <a:gd name="T13" fmla="*/ 1812 h 1860"/>
              <a:gd name="T14" fmla="*/ 1356 w 1861"/>
              <a:gd name="T15" fmla="*/ 1757 h 1860"/>
              <a:gd name="T16" fmla="*/ 597 w 1861"/>
              <a:gd name="T17" fmla="*/ 1798 h 1860"/>
              <a:gd name="T18" fmla="*/ 571 w 1861"/>
              <a:gd name="T19" fmla="*/ 1788 h 1860"/>
              <a:gd name="T20" fmla="*/ 577 w 1861"/>
              <a:gd name="T21" fmla="*/ 1772 h 1860"/>
              <a:gd name="T22" fmla="*/ 1423 w 1861"/>
              <a:gd name="T23" fmla="*/ 1710 h 1860"/>
              <a:gd name="T24" fmla="*/ 1605 w 1861"/>
              <a:gd name="T25" fmla="*/ 1547 h 1860"/>
              <a:gd name="T26" fmla="*/ 350 w 1861"/>
              <a:gd name="T27" fmla="*/ 1657 h 1860"/>
              <a:gd name="T28" fmla="*/ 328 w 1861"/>
              <a:gd name="T29" fmla="*/ 1639 h 1860"/>
              <a:gd name="T30" fmla="*/ 340 w 1861"/>
              <a:gd name="T31" fmla="*/ 1638 h 1860"/>
              <a:gd name="T32" fmla="*/ 1636 w 1861"/>
              <a:gd name="T33" fmla="*/ 1537 h 1860"/>
              <a:gd name="T34" fmla="*/ 1759 w 1861"/>
              <a:gd name="T35" fmla="*/ 1314 h 1860"/>
              <a:gd name="T36" fmla="*/ 158 w 1861"/>
              <a:gd name="T37" fmla="*/ 1448 h 1860"/>
              <a:gd name="T38" fmla="*/ 170 w 1861"/>
              <a:gd name="T39" fmla="*/ 1450 h 1860"/>
              <a:gd name="T40" fmla="*/ 128 w 1861"/>
              <a:gd name="T41" fmla="*/ 1366 h 1860"/>
              <a:gd name="T42" fmla="*/ 14 w 1861"/>
              <a:gd name="T43" fmla="*/ 1086 h 1860"/>
              <a:gd name="T44" fmla="*/ 84 w 1861"/>
              <a:gd name="T45" fmla="*/ 1303 h 1860"/>
              <a:gd name="T46" fmla="*/ 1789 w 1861"/>
              <a:gd name="T47" fmla="*/ 1274 h 1860"/>
              <a:gd name="T48" fmla="*/ 1846 w 1861"/>
              <a:gd name="T49" fmla="*/ 1039 h 1860"/>
              <a:gd name="T50" fmla="*/ 18 w 1861"/>
              <a:gd name="T51" fmla="*/ 1065 h 1860"/>
              <a:gd name="T52" fmla="*/ 18 w 1861"/>
              <a:gd name="T53" fmla="*/ 1065 h 1860"/>
              <a:gd name="T54" fmla="*/ 19 w 1861"/>
              <a:gd name="T55" fmla="*/ 795 h 1860"/>
              <a:gd name="T56" fmla="*/ 15 w 1861"/>
              <a:gd name="T57" fmla="*/ 1037 h 1860"/>
              <a:gd name="T58" fmla="*/ 1848 w 1861"/>
              <a:gd name="T59" fmla="*/ 1027 h 1860"/>
              <a:gd name="T60" fmla="*/ 1838 w 1861"/>
              <a:gd name="T61" fmla="*/ 822 h 1860"/>
              <a:gd name="T62" fmla="*/ 1861 w 1861"/>
              <a:gd name="T63" fmla="*/ 930 h 1860"/>
              <a:gd name="T64" fmla="*/ 24 w 1861"/>
              <a:gd name="T65" fmla="*/ 767 h 1860"/>
              <a:gd name="T66" fmla="*/ 26 w 1861"/>
              <a:gd name="T67" fmla="*/ 756 h 1860"/>
              <a:gd name="T68" fmla="*/ 107 w 1861"/>
              <a:gd name="T69" fmla="*/ 537 h 1860"/>
              <a:gd name="T70" fmla="*/ 1824 w 1861"/>
              <a:gd name="T71" fmla="*/ 739 h 1860"/>
              <a:gd name="T72" fmla="*/ 1763 w 1861"/>
              <a:gd name="T73" fmla="*/ 553 h 1860"/>
              <a:gd name="T74" fmla="*/ 1834 w 1861"/>
              <a:gd name="T75" fmla="*/ 708 h 1860"/>
              <a:gd name="T76" fmla="*/ 104 w 1861"/>
              <a:gd name="T77" fmla="*/ 504 h 1860"/>
              <a:gd name="T78" fmla="*/ 121 w 1861"/>
              <a:gd name="T79" fmla="*/ 490 h 1860"/>
              <a:gd name="T80" fmla="*/ 161 w 1861"/>
              <a:gd name="T81" fmla="*/ 439 h 1860"/>
              <a:gd name="T82" fmla="*/ 1736 w 1861"/>
              <a:gd name="T83" fmla="*/ 482 h 1860"/>
              <a:gd name="T84" fmla="*/ 1569 w 1861"/>
              <a:gd name="T85" fmla="*/ 273 h 1860"/>
              <a:gd name="T86" fmla="*/ 1717 w 1861"/>
              <a:gd name="T87" fmla="*/ 459 h 1860"/>
              <a:gd name="T88" fmla="*/ 284 w 1861"/>
              <a:gd name="T89" fmla="*/ 286 h 1860"/>
              <a:gd name="T90" fmla="*/ 334 w 1861"/>
              <a:gd name="T91" fmla="*/ 216 h 1860"/>
              <a:gd name="T92" fmla="*/ 345 w 1861"/>
              <a:gd name="T93" fmla="*/ 229 h 1860"/>
              <a:gd name="T94" fmla="*/ 1562 w 1861"/>
              <a:gd name="T95" fmla="*/ 247 h 1860"/>
              <a:gd name="T96" fmla="*/ 1341 w 1861"/>
              <a:gd name="T97" fmla="*/ 105 h 1860"/>
              <a:gd name="T98" fmla="*/ 1544 w 1861"/>
              <a:gd name="T99" fmla="*/ 234 h 1860"/>
              <a:gd name="T100" fmla="*/ 512 w 1861"/>
              <a:gd name="T101" fmla="*/ 109 h 1860"/>
              <a:gd name="T102" fmla="*/ 526 w 1861"/>
              <a:gd name="T103" fmla="*/ 93 h 1860"/>
              <a:gd name="T104" fmla="*/ 550 w 1861"/>
              <a:gd name="T105" fmla="*/ 100 h 1860"/>
              <a:gd name="T106" fmla="*/ 1327 w 1861"/>
              <a:gd name="T107" fmla="*/ 89 h 1860"/>
              <a:gd name="T108" fmla="*/ 1079 w 1861"/>
              <a:gd name="T109" fmla="*/ 29 h 1860"/>
              <a:gd name="T110" fmla="*/ 1301 w 1861"/>
              <a:gd name="T111" fmla="*/ 77 h 1860"/>
              <a:gd name="T112" fmla="*/ 770 w 1861"/>
              <a:gd name="T113" fmla="*/ 14 h 1860"/>
              <a:gd name="T114" fmla="*/ 798 w 1861"/>
              <a:gd name="T115" fmla="*/ 10 h 1860"/>
              <a:gd name="T116" fmla="*/ 1024 w 1861"/>
              <a:gd name="T117" fmla="*/ 22 h 1860"/>
              <a:gd name="T118" fmla="*/ 1053 w 1861"/>
              <a:gd name="T119" fmla="*/ 25 h 1860"/>
              <a:gd name="T120" fmla="*/ 1061 w 1861"/>
              <a:gd name="T121" fmla="*/ 18 h 18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861" h="1860">
                <a:moveTo>
                  <a:pt x="931" y="1860"/>
                </a:moveTo>
                <a:cubicBezTo>
                  <a:pt x="922" y="1860"/>
                  <a:pt x="912" y="1860"/>
                  <a:pt x="903" y="1860"/>
                </a:cubicBezTo>
                <a:cubicBezTo>
                  <a:pt x="901" y="1860"/>
                  <a:pt x="899" y="1859"/>
                  <a:pt x="897" y="1857"/>
                </a:cubicBezTo>
                <a:cubicBezTo>
                  <a:pt x="896" y="1856"/>
                  <a:pt x="895" y="1854"/>
                  <a:pt x="895" y="1851"/>
                </a:cubicBezTo>
                <a:cubicBezTo>
                  <a:pt x="895" y="1847"/>
                  <a:pt x="899" y="1843"/>
                  <a:pt x="904" y="1843"/>
                </a:cubicBezTo>
                <a:cubicBezTo>
                  <a:pt x="904" y="1843"/>
                  <a:pt x="904" y="1843"/>
                  <a:pt x="904" y="1843"/>
                </a:cubicBezTo>
                <a:cubicBezTo>
                  <a:pt x="913" y="1843"/>
                  <a:pt x="922" y="1843"/>
                  <a:pt x="931" y="1843"/>
                </a:cubicBezTo>
                <a:cubicBezTo>
                  <a:pt x="958" y="1843"/>
                  <a:pt x="985" y="1842"/>
                  <a:pt x="1011" y="1840"/>
                </a:cubicBezTo>
                <a:cubicBezTo>
                  <a:pt x="1031" y="1838"/>
                  <a:pt x="1052" y="1836"/>
                  <a:pt x="1071" y="1833"/>
                </a:cubicBezTo>
                <a:cubicBezTo>
                  <a:pt x="1072" y="1833"/>
                  <a:pt x="1072" y="1833"/>
                  <a:pt x="1072" y="1833"/>
                </a:cubicBezTo>
                <a:cubicBezTo>
                  <a:pt x="1090" y="1830"/>
                  <a:pt x="1108" y="1826"/>
                  <a:pt x="1126" y="1822"/>
                </a:cubicBezTo>
                <a:cubicBezTo>
                  <a:pt x="1131" y="1821"/>
                  <a:pt x="1136" y="1824"/>
                  <a:pt x="1137" y="1829"/>
                </a:cubicBezTo>
                <a:cubicBezTo>
                  <a:pt x="1138" y="1833"/>
                  <a:pt x="1135" y="1838"/>
                  <a:pt x="1130" y="1839"/>
                </a:cubicBezTo>
                <a:cubicBezTo>
                  <a:pt x="1112" y="1843"/>
                  <a:pt x="1093" y="1846"/>
                  <a:pt x="1074" y="1849"/>
                </a:cubicBezTo>
                <a:cubicBezTo>
                  <a:pt x="1074" y="1849"/>
                  <a:pt x="1074" y="1849"/>
                  <a:pt x="1074" y="1849"/>
                </a:cubicBezTo>
                <a:cubicBezTo>
                  <a:pt x="1074" y="1849"/>
                  <a:pt x="1074" y="1849"/>
                  <a:pt x="1074" y="1849"/>
                </a:cubicBezTo>
                <a:cubicBezTo>
                  <a:pt x="1054" y="1853"/>
                  <a:pt x="1033" y="1855"/>
                  <a:pt x="1013" y="1857"/>
                </a:cubicBezTo>
                <a:cubicBezTo>
                  <a:pt x="986" y="1859"/>
                  <a:pt x="958" y="1860"/>
                  <a:pt x="931" y="1860"/>
                </a:cubicBezTo>
                <a:close/>
                <a:moveTo>
                  <a:pt x="875" y="1859"/>
                </a:moveTo>
                <a:cubicBezTo>
                  <a:pt x="875" y="1859"/>
                  <a:pt x="875" y="1859"/>
                  <a:pt x="875" y="1859"/>
                </a:cubicBezTo>
                <a:cubicBezTo>
                  <a:pt x="870" y="1858"/>
                  <a:pt x="867" y="1854"/>
                  <a:pt x="867" y="1850"/>
                </a:cubicBezTo>
                <a:cubicBezTo>
                  <a:pt x="867" y="1845"/>
                  <a:pt x="871" y="1841"/>
                  <a:pt x="876" y="1842"/>
                </a:cubicBezTo>
                <a:cubicBezTo>
                  <a:pt x="878" y="1842"/>
                  <a:pt x="880" y="1843"/>
                  <a:pt x="882" y="1845"/>
                </a:cubicBezTo>
                <a:cubicBezTo>
                  <a:pt x="883" y="1846"/>
                  <a:pt x="884" y="1849"/>
                  <a:pt x="884" y="1851"/>
                </a:cubicBezTo>
                <a:cubicBezTo>
                  <a:pt x="884" y="1855"/>
                  <a:pt x="880" y="1859"/>
                  <a:pt x="875" y="1859"/>
                </a:cubicBezTo>
                <a:close/>
                <a:moveTo>
                  <a:pt x="847" y="1857"/>
                </a:moveTo>
                <a:cubicBezTo>
                  <a:pt x="847" y="1857"/>
                  <a:pt x="847" y="1857"/>
                  <a:pt x="846" y="1857"/>
                </a:cubicBezTo>
                <a:cubicBezTo>
                  <a:pt x="828" y="1855"/>
                  <a:pt x="809" y="1852"/>
                  <a:pt x="790" y="1850"/>
                </a:cubicBezTo>
                <a:cubicBezTo>
                  <a:pt x="745" y="1843"/>
                  <a:pt x="700" y="1832"/>
                  <a:pt x="657" y="1819"/>
                </a:cubicBezTo>
                <a:cubicBezTo>
                  <a:pt x="646" y="1816"/>
                  <a:pt x="635" y="1812"/>
                  <a:pt x="624" y="1808"/>
                </a:cubicBezTo>
                <a:cubicBezTo>
                  <a:pt x="623" y="1808"/>
                  <a:pt x="623" y="1808"/>
                  <a:pt x="623" y="1808"/>
                </a:cubicBezTo>
                <a:cubicBezTo>
                  <a:pt x="623" y="1808"/>
                  <a:pt x="623" y="1808"/>
                  <a:pt x="623" y="1808"/>
                </a:cubicBezTo>
                <a:cubicBezTo>
                  <a:pt x="621" y="1807"/>
                  <a:pt x="620" y="1806"/>
                  <a:pt x="619" y="1804"/>
                </a:cubicBezTo>
                <a:cubicBezTo>
                  <a:pt x="618" y="1802"/>
                  <a:pt x="618" y="1800"/>
                  <a:pt x="619" y="1797"/>
                </a:cubicBezTo>
                <a:cubicBezTo>
                  <a:pt x="620" y="1793"/>
                  <a:pt x="625" y="1791"/>
                  <a:pt x="629" y="1792"/>
                </a:cubicBezTo>
                <a:cubicBezTo>
                  <a:pt x="640" y="1796"/>
                  <a:pt x="651" y="1800"/>
                  <a:pt x="662" y="1803"/>
                </a:cubicBezTo>
                <a:cubicBezTo>
                  <a:pt x="704" y="1816"/>
                  <a:pt x="748" y="1826"/>
                  <a:pt x="792" y="1833"/>
                </a:cubicBezTo>
                <a:cubicBezTo>
                  <a:pt x="811" y="1836"/>
                  <a:pt x="829" y="1838"/>
                  <a:pt x="848" y="1840"/>
                </a:cubicBezTo>
                <a:cubicBezTo>
                  <a:pt x="853" y="1840"/>
                  <a:pt x="856" y="1844"/>
                  <a:pt x="856" y="1849"/>
                </a:cubicBezTo>
                <a:cubicBezTo>
                  <a:pt x="855" y="1853"/>
                  <a:pt x="852" y="1857"/>
                  <a:pt x="847" y="1857"/>
                </a:cubicBezTo>
                <a:close/>
                <a:moveTo>
                  <a:pt x="1156" y="1832"/>
                </a:moveTo>
                <a:cubicBezTo>
                  <a:pt x="1152" y="1832"/>
                  <a:pt x="1149" y="1830"/>
                  <a:pt x="1148" y="1826"/>
                </a:cubicBezTo>
                <a:cubicBezTo>
                  <a:pt x="1146" y="1822"/>
                  <a:pt x="1149" y="1817"/>
                  <a:pt x="1154" y="1816"/>
                </a:cubicBezTo>
                <a:cubicBezTo>
                  <a:pt x="1158" y="1815"/>
                  <a:pt x="1163" y="1817"/>
                  <a:pt x="1164" y="1822"/>
                </a:cubicBezTo>
                <a:cubicBezTo>
                  <a:pt x="1165" y="1826"/>
                  <a:pt x="1162" y="1831"/>
                  <a:pt x="1158" y="1832"/>
                </a:cubicBezTo>
                <a:cubicBezTo>
                  <a:pt x="1157" y="1832"/>
                  <a:pt x="1157" y="1832"/>
                  <a:pt x="1156" y="1832"/>
                </a:cubicBezTo>
                <a:close/>
                <a:moveTo>
                  <a:pt x="1183" y="1825"/>
                </a:moveTo>
                <a:cubicBezTo>
                  <a:pt x="1179" y="1825"/>
                  <a:pt x="1176" y="1823"/>
                  <a:pt x="1175" y="1819"/>
                </a:cubicBezTo>
                <a:cubicBezTo>
                  <a:pt x="1174" y="1817"/>
                  <a:pt x="1175" y="1814"/>
                  <a:pt x="1176" y="1812"/>
                </a:cubicBezTo>
                <a:cubicBezTo>
                  <a:pt x="1177" y="1811"/>
                  <a:pt x="1179" y="1809"/>
                  <a:pt x="1181" y="1808"/>
                </a:cubicBezTo>
                <a:cubicBezTo>
                  <a:pt x="1235" y="1793"/>
                  <a:pt x="1287" y="1773"/>
                  <a:pt x="1337" y="1748"/>
                </a:cubicBezTo>
                <a:cubicBezTo>
                  <a:pt x="1341" y="1746"/>
                  <a:pt x="1345" y="1744"/>
                  <a:pt x="1348" y="1742"/>
                </a:cubicBezTo>
                <a:cubicBezTo>
                  <a:pt x="1361" y="1735"/>
                  <a:pt x="1374" y="1728"/>
                  <a:pt x="1387" y="1721"/>
                </a:cubicBezTo>
                <a:cubicBezTo>
                  <a:pt x="1391" y="1719"/>
                  <a:pt x="1396" y="1720"/>
                  <a:pt x="1398" y="1724"/>
                </a:cubicBezTo>
                <a:cubicBezTo>
                  <a:pt x="1401" y="1728"/>
                  <a:pt x="1399" y="1734"/>
                  <a:pt x="1395" y="1736"/>
                </a:cubicBezTo>
                <a:cubicBezTo>
                  <a:pt x="1383" y="1743"/>
                  <a:pt x="1369" y="1750"/>
                  <a:pt x="1356" y="1757"/>
                </a:cubicBezTo>
                <a:cubicBezTo>
                  <a:pt x="1352" y="1759"/>
                  <a:pt x="1349" y="1761"/>
                  <a:pt x="1345" y="1763"/>
                </a:cubicBezTo>
                <a:cubicBezTo>
                  <a:pt x="1345" y="1763"/>
                  <a:pt x="1345" y="1763"/>
                  <a:pt x="1345" y="1763"/>
                </a:cubicBezTo>
                <a:cubicBezTo>
                  <a:pt x="1345" y="1763"/>
                  <a:pt x="1345" y="1763"/>
                  <a:pt x="1344" y="1763"/>
                </a:cubicBezTo>
                <a:cubicBezTo>
                  <a:pt x="1294" y="1788"/>
                  <a:pt x="1240" y="1809"/>
                  <a:pt x="1185" y="1825"/>
                </a:cubicBezTo>
                <a:cubicBezTo>
                  <a:pt x="1185" y="1825"/>
                  <a:pt x="1184" y="1825"/>
                  <a:pt x="1183" y="1825"/>
                </a:cubicBezTo>
                <a:close/>
                <a:moveTo>
                  <a:pt x="600" y="1799"/>
                </a:moveTo>
                <a:cubicBezTo>
                  <a:pt x="599" y="1799"/>
                  <a:pt x="598" y="1799"/>
                  <a:pt x="597" y="1798"/>
                </a:cubicBezTo>
                <a:cubicBezTo>
                  <a:pt x="595" y="1798"/>
                  <a:pt x="593" y="1796"/>
                  <a:pt x="592" y="1794"/>
                </a:cubicBezTo>
                <a:cubicBezTo>
                  <a:pt x="591" y="1792"/>
                  <a:pt x="591" y="1790"/>
                  <a:pt x="592" y="1787"/>
                </a:cubicBezTo>
                <a:cubicBezTo>
                  <a:pt x="594" y="1783"/>
                  <a:pt x="599" y="1781"/>
                  <a:pt x="603" y="1783"/>
                </a:cubicBezTo>
                <a:cubicBezTo>
                  <a:pt x="607" y="1784"/>
                  <a:pt x="610" y="1789"/>
                  <a:pt x="608" y="1793"/>
                </a:cubicBezTo>
                <a:cubicBezTo>
                  <a:pt x="607" y="1797"/>
                  <a:pt x="604" y="1799"/>
                  <a:pt x="600" y="1799"/>
                </a:cubicBezTo>
                <a:close/>
                <a:moveTo>
                  <a:pt x="574" y="1788"/>
                </a:moveTo>
                <a:cubicBezTo>
                  <a:pt x="573" y="1788"/>
                  <a:pt x="572" y="1788"/>
                  <a:pt x="571" y="1788"/>
                </a:cubicBezTo>
                <a:cubicBezTo>
                  <a:pt x="553" y="1780"/>
                  <a:pt x="536" y="1772"/>
                  <a:pt x="519" y="1764"/>
                </a:cubicBezTo>
                <a:cubicBezTo>
                  <a:pt x="467" y="1739"/>
                  <a:pt x="418" y="1709"/>
                  <a:pt x="373" y="1675"/>
                </a:cubicBezTo>
                <a:cubicBezTo>
                  <a:pt x="373" y="1675"/>
                  <a:pt x="373" y="1675"/>
                  <a:pt x="373" y="1675"/>
                </a:cubicBezTo>
                <a:cubicBezTo>
                  <a:pt x="369" y="1672"/>
                  <a:pt x="368" y="1666"/>
                  <a:pt x="371" y="1663"/>
                </a:cubicBezTo>
                <a:cubicBezTo>
                  <a:pt x="374" y="1659"/>
                  <a:pt x="379" y="1658"/>
                  <a:pt x="383" y="1661"/>
                </a:cubicBezTo>
                <a:cubicBezTo>
                  <a:pt x="428" y="1694"/>
                  <a:pt x="476" y="1724"/>
                  <a:pt x="526" y="1749"/>
                </a:cubicBezTo>
                <a:cubicBezTo>
                  <a:pt x="543" y="1757"/>
                  <a:pt x="560" y="1765"/>
                  <a:pt x="577" y="1772"/>
                </a:cubicBezTo>
                <a:cubicBezTo>
                  <a:pt x="581" y="1774"/>
                  <a:pt x="583" y="1779"/>
                  <a:pt x="582" y="1783"/>
                </a:cubicBezTo>
                <a:cubicBezTo>
                  <a:pt x="580" y="1786"/>
                  <a:pt x="577" y="1788"/>
                  <a:pt x="574" y="1788"/>
                </a:cubicBezTo>
                <a:close/>
                <a:moveTo>
                  <a:pt x="1415" y="1723"/>
                </a:moveTo>
                <a:cubicBezTo>
                  <a:pt x="1412" y="1723"/>
                  <a:pt x="1410" y="1721"/>
                  <a:pt x="1408" y="1719"/>
                </a:cubicBezTo>
                <a:cubicBezTo>
                  <a:pt x="1407" y="1717"/>
                  <a:pt x="1407" y="1714"/>
                  <a:pt x="1407" y="1712"/>
                </a:cubicBezTo>
                <a:cubicBezTo>
                  <a:pt x="1408" y="1710"/>
                  <a:pt x="1409" y="1708"/>
                  <a:pt x="1411" y="1707"/>
                </a:cubicBezTo>
                <a:cubicBezTo>
                  <a:pt x="1415" y="1704"/>
                  <a:pt x="1420" y="1706"/>
                  <a:pt x="1423" y="1710"/>
                </a:cubicBezTo>
                <a:cubicBezTo>
                  <a:pt x="1425" y="1714"/>
                  <a:pt x="1424" y="1719"/>
                  <a:pt x="1420" y="1721"/>
                </a:cubicBezTo>
                <a:cubicBezTo>
                  <a:pt x="1418" y="1722"/>
                  <a:pt x="1417" y="1723"/>
                  <a:pt x="1415" y="1723"/>
                </a:cubicBezTo>
                <a:close/>
                <a:moveTo>
                  <a:pt x="1439" y="1707"/>
                </a:moveTo>
                <a:cubicBezTo>
                  <a:pt x="1436" y="1707"/>
                  <a:pt x="1434" y="1706"/>
                  <a:pt x="1432" y="1704"/>
                </a:cubicBezTo>
                <a:cubicBezTo>
                  <a:pt x="1429" y="1700"/>
                  <a:pt x="1431" y="1694"/>
                  <a:pt x="1434" y="1692"/>
                </a:cubicBezTo>
                <a:cubicBezTo>
                  <a:pt x="1481" y="1661"/>
                  <a:pt x="1525" y="1626"/>
                  <a:pt x="1566" y="1587"/>
                </a:cubicBezTo>
                <a:cubicBezTo>
                  <a:pt x="1579" y="1574"/>
                  <a:pt x="1592" y="1560"/>
                  <a:pt x="1605" y="1547"/>
                </a:cubicBezTo>
                <a:cubicBezTo>
                  <a:pt x="1608" y="1543"/>
                  <a:pt x="1613" y="1543"/>
                  <a:pt x="1617" y="1546"/>
                </a:cubicBezTo>
                <a:cubicBezTo>
                  <a:pt x="1620" y="1549"/>
                  <a:pt x="1620" y="1555"/>
                  <a:pt x="1617" y="1558"/>
                </a:cubicBezTo>
                <a:cubicBezTo>
                  <a:pt x="1604" y="1572"/>
                  <a:pt x="1591" y="1586"/>
                  <a:pt x="1577" y="1599"/>
                </a:cubicBezTo>
                <a:cubicBezTo>
                  <a:pt x="1536" y="1639"/>
                  <a:pt x="1491" y="1675"/>
                  <a:pt x="1444" y="1706"/>
                </a:cubicBezTo>
                <a:cubicBezTo>
                  <a:pt x="1442" y="1707"/>
                  <a:pt x="1441" y="1707"/>
                  <a:pt x="1439" y="1707"/>
                </a:cubicBezTo>
                <a:close/>
                <a:moveTo>
                  <a:pt x="356" y="1659"/>
                </a:moveTo>
                <a:cubicBezTo>
                  <a:pt x="354" y="1659"/>
                  <a:pt x="352" y="1658"/>
                  <a:pt x="350" y="1657"/>
                </a:cubicBezTo>
                <a:cubicBezTo>
                  <a:pt x="348" y="1656"/>
                  <a:pt x="347" y="1654"/>
                  <a:pt x="347" y="1651"/>
                </a:cubicBezTo>
                <a:cubicBezTo>
                  <a:pt x="347" y="1649"/>
                  <a:pt x="347" y="1647"/>
                  <a:pt x="349" y="1645"/>
                </a:cubicBezTo>
                <a:cubicBezTo>
                  <a:pt x="352" y="1642"/>
                  <a:pt x="357" y="1641"/>
                  <a:pt x="361" y="1644"/>
                </a:cubicBezTo>
                <a:cubicBezTo>
                  <a:pt x="364" y="1647"/>
                  <a:pt x="365" y="1652"/>
                  <a:pt x="362" y="1656"/>
                </a:cubicBezTo>
                <a:cubicBezTo>
                  <a:pt x="361" y="1658"/>
                  <a:pt x="358" y="1659"/>
                  <a:pt x="356" y="1659"/>
                </a:cubicBezTo>
                <a:close/>
                <a:moveTo>
                  <a:pt x="334" y="1641"/>
                </a:moveTo>
                <a:cubicBezTo>
                  <a:pt x="332" y="1641"/>
                  <a:pt x="330" y="1640"/>
                  <a:pt x="328" y="1639"/>
                </a:cubicBezTo>
                <a:cubicBezTo>
                  <a:pt x="314" y="1627"/>
                  <a:pt x="300" y="1614"/>
                  <a:pt x="286" y="1601"/>
                </a:cubicBezTo>
                <a:cubicBezTo>
                  <a:pt x="245" y="1561"/>
                  <a:pt x="207" y="1518"/>
                  <a:pt x="174" y="1471"/>
                </a:cubicBezTo>
                <a:cubicBezTo>
                  <a:pt x="171" y="1467"/>
                  <a:pt x="172" y="1462"/>
                  <a:pt x="176" y="1459"/>
                </a:cubicBezTo>
                <a:cubicBezTo>
                  <a:pt x="180" y="1457"/>
                  <a:pt x="185" y="1458"/>
                  <a:pt x="188" y="1461"/>
                </a:cubicBezTo>
                <a:cubicBezTo>
                  <a:pt x="220" y="1507"/>
                  <a:pt x="257" y="1550"/>
                  <a:pt x="298" y="1588"/>
                </a:cubicBezTo>
                <a:cubicBezTo>
                  <a:pt x="311" y="1601"/>
                  <a:pt x="325" y="1614"/>
                  <a:pt x="339" y="1626"/>
                </a:cubicBezTo>
                <a:cubicBezTo>
                  <a:pt x="343" y="1629"/>
                  <a:pt x="343" y="1634"/>
                  <a:pt x="340" y="1638"/>
                </a:cubicBezTo>
                <a:cubicBezTo>
                  <a:pt x="339" y="1640"/>
                  <a:pt x="336" y="1641"/>
                  <a:pt x="334" y="1641"/>
                </a:cubicBezTo>
                <a:close/>
                <a:moveTo>
                  <a:pt x="1630" y="1540"/>
                </a:moveTo>
                <a:cubicBezTo>
                  <a:pt x="1628" y="1540"/>
                  <a:pt x="1626" y="1539"/>
                  <a:pt x="1624" y="1538"/>
                </a:cubicBezTo>
                <a:cubicBezTo>
                  <a:pt x="1621" y="1535"/>
                  <a:pt x="1620" y="1529"/>
                  <a:pt x="1623" y="1526"/>
                </a:cubicBezTo>
                <a:cubicBezTo>
                  <a:pt x="1626" y="1522"/>
                  <a:pt x="1632" y="1522"/>
                  <a:pt x="1635" y="1525"/>
                </a:cubicBezTo>
                <a:cubicBezTo>
                  <a:pt x="1637" y="1526"/>
                  <a:pt x="1638" y="1528"/>
                  <a:pt x="1638" y="1531"/>
                </a:cubicBezTo>
                <a:cubicBezTo>
                  <a:pt x="1638" y="1533"/>
                  <a:pt x="1638" y="1535"/>
                  <a:pt x="1636" y="1537"/>
                </a:cubicBezTo>
                <a:cubicBezTo>
                  <a:pt x="1634" y="1539"/>
                  <a:pt x="1632" y="1540"/>
                  <a:pt x="1630" y="1540"/>
                </a:cubicBezTo>
                <a:close/>
                <a:moveTo>
                  <a:pt x="1648" y="1518"/>
                </a:moveTo>
                <a:cubicBezTo>
                  <a:pt x="1646" y="1518"/>
                  <a:pt x="1644" y="1517"/>
                  <a:pt x="1642" y="1516"/>
                </a:cubicBezTo>
                <a:cubicBezTo>
                  <a:pt x="1641" y="1515"/>
                  <a:pt x="1640" y="1513"/>
                  <a:pt x="1639" y="1510"/>
                </a:cubicBezTo>
                <a:cubicBezTo>
                  <a:pt x="1639" y="1508"/>
                  <a:pt x="1640" y="1506"/>
                  <a:pt x="1641" y="1504"/>
                </a:cubicBezTo>
                <a:cubicBezTo>
                  <a:pt x="1676" y="1461"/>
                  <a:pt x="1707" y="1414"/>
                  <a:pt x="1734" y="1364"/>
                </a:cubicBezTo>
                <a:cubicBezTo>
                  <a:pt x="1743" y="1348"/>
                  <a:pt x="1751" y="1331"/>
                  <a:pt x="1759" y="1314"/>
                </a:cubicBezTo>
                <a:cubicBezTo>
                  <a:pt x="1761" y="1310"/>
                  <a:pt x="1766" y="1308"/>
                  <a:pt x="1770" y="1310"/>
                </a:cubicBezTo>
                <a:cubicBezTo>
                  <a:pt x="1775" y="1312"/>
                  <a:pt x="1776" y="1317"/>
                  <a:pt x="1775" y="1321"/>
                </a:cubicBezTo>
                <a:cubicBezTo>
                  <a:pt x="1767" y="1338"/>
                  <a:pt x="1758" y="1356"/>
                  <a:pt x="1749" y="1372"/>
                </a:cubicBezTo>
                <a:cubicBezTo>
                  <a:pt x="1722" y="1423"/>
                  <a:pt x="1690" y="1471"/>
                  <a:pt x="1654" y="1515"/>
                </a:cubicBezTo>
                <a:cubicBezTo>
                  <a:pt x="1653" y="1517"/>
                  <a:pt x="1650" y="1518"/>
                  <a:pt x="1648" y="1518"/>
                </a:cubicBezTo>
                <a:close/>
                <a:moveTo>
                  <a:pt x="165" y="1452"/>
                </a:moveTo>
                <a:cubicBezTo>
                  <a:pt x="162" y="1452"/>
                  <a:pt x="159" y="1450"/>
                  <a:pt x="158" y="1448"/>
                </a:cubicBezTo>
                <a:cubicBezTo>
                  <a:pt x="158" y="1448"/>
                  <a:pt x="158" y="1448"/>
                  <a:pt x="158" y="1448"/>
                </a:cubicBezTo>
                <a:cubicBezTo>
                  <a:pt x="158" y="1448"/>
                  <a:pt x="158" y="1448"/>
                  <a:pt x="158" y="1448"/>
                </a:cubicBezTo>
                <a:cubicBezTo>
                  <a:pt x="157" y="1446"/>
                  <a:pt x="156" y="1444"/>
                  <a:pt x="157" y="1441"/>
                </a:cubicBezTo>
                <a:cubicBezTo>
                  <a:pt x="157" y="1439"/>
                  <a:pt x="158" y="1437"/>
                  <a:pt x="160" y="1436"/>
                </a:cubicBezTo>
                <a:cubicBezTo>
                  <a:pt x="164" y="1434"/>
                  <a:pt x="169" y="1435"/>
                  <a:pt x="172" y="1438"/>
                </a:cubicBezTo>
                <a:cubicBezTo>
                  <a:pt x="172" y="1438"/>
                  <a:pt x="172" y="1438"/>
                  <a:pt x="172" y="1438"/>
                </a:cubicBezTo>
                <a:cubicBezTo>
                  <a:pt x="175" y="1442"/>
                  <a:pt x="173" y="1448"/>
                  <a:pt x="170" y="1450"/>
                </a:cubicBezTo>
                <a:cubicBezTo>
                  <a:pt x="168" y="1451"/>
                  <a:pt x="167" y="1452"/>
                  <a:pt x="165" y="1452"/>
                </a:cubicBezTo>
                <a:close/>
                <a:moveTo>
                  <a:pt x="150" y="1428"/>
                </a:moveTo>
                <a:cubicBezTo>
                  <a:pt x="147" y="1428"/>
                  <a:pt x="144" y="1426"/>
                  <a:pt x="142" y="1424"/>
                </a:cubicBezTo>
                <a:cubicBezTo>
                  <a:pt x="132" y="1408"/>
                  <a:pt x="122" y="1391"/>
                  <a:pt x="114" y="1375"/>
                </a:cubicBezTo>
                <a:cubicBezTo>
                  <a:pt x="112" y="1373"/>
                  <a:pt x="112" y="1370"/>
                  <a:pt x="113" y="1368"/>
                </a:cubicBezTo>
                <a:cubicBezTo>
                  <a:pt x="113" y="1366"/>
                  <a:pt x="115" y="1364"/>
                  <a:pt x="117" y="1363"/>
                </a:cubicBezTo>
                <a:cubicBezTo>
                  <a:pt x="121" y="1361"/>
                  <a:pt x="126" y="1362"/>
                  <a:pt x="128" y="1366"/>
                </a:cubicBezTo>
                <a:cubicBezTo>
                  <a:pt x="137" y="1383"/>
                  <a:pt x="147" y="1399"/>
                  <a:pt x="157" y="1415"/>
                </a:cubicBezTo>
                <a:cubicBezTo>
                  <a:pt x="159" y="1419"/>
                  <a:pt x="158" y="1424"/>
                  <a:pt x="154" y="1427"/>
                </a:cubicBezTo>
                <a:cubicBezTo>
                  <a:pt x="153" y="1427"/>
                  <a:pt x="151" y="1428"/>
                  <a:pt x="150" y="1428"/>
                </a:cubicBezTo>
                <a:close/>
                <a:moveTo>
                  <a:pt x="84" y="1303"/>
                </a:moveTo>
                <a:cubicBezTo>
                  <a:pt x="81" y="1303"/>
                  <a:pt x="78" y="1301"/>
                  <a:pt x="76" y="1298"/>
                </a:cubicBezTo>
                <a:cubicBezTo>
                  <a:pt x="70" y="1283"/>
                  <a:pt x="64" y="1267"/>
                  <a:pt x="58" y="1251"/>
                </a:cubicBezTo>
                <a:cubicBezTo>
                  <a:pt x="38" y="1198"/>
                  <a:pt x="23" y="1142"/>
                  <a:pt x="14" y="1086"/>
                </a:cubicBezTo>
                <a:cubicBezTo>
                  <a:pt x="13" y="1084"/>
                  <a:pt x="14" y="1082"/>
                  <a:pt x="15" y="1080"/>
                </a:cubicBezTo>
                <a:cubicBezTo>
                  <a:pt x="16" y="1078"/>
                  <a:pt x="18" y="1077"/>
                  <a:pt x="21" y="1076"/>
                </a:cubicBezTo>
                <a:cubicBezTo>
                  <a:pt x="25" y="1076"/>
                  <a:pt x="30" y="1079"/>
                  <a:pt x="30" y="1083"/>
                </a:cubicBezTo>
                <a:cubicBezTo>
                  <a:pt x="40" y="1138"/>
                  <a:pt x="54" y="1193"/>
                  <a:pt x="74" y="1246"/>
                </a:cubicBezTo>
                <a:cubicBezTo>
                  <a:pt x="79" y="1261"/>
                  <a:pt x="86" y="1276"/>
                  <a:pt x="92" y="1292"/>
                </a:cubicBezTo>
                <a:cubicBezTo>
                  <a:pt x="94" y="1296"/>
                  <a:pt x="92" y="1301"/>
                  <a:pt x="88" y="1303"/>
                </a:cubicBezTo>
                <a:cubicBezTo>
                  <a:pt x="87" y="1303"/>
                  <a:pt x="85" y="1303"/>
                  <a:pt x="84" y="1303"/>
                </a:cubicBezTo>
                <a:close/>
                <a:moveTo>
                  <a:pt x="1778" y="1300"/>
                </a:moveTo>
                <a:cubicBezTo>
                  <a:pt x="1777" y="1300"/>
                  <a:pt x="1776" y="1300"/>
                  <a:pt x="1775" y="1300"/>
                </a:cubicBezTo>
                <a:cubicBezTo>
                  <a:pt x="1771" y="1298"/>
                  <a:pt x="1769" y="1293"/>
                  <a:pt x="1771" y="1289"/>
                </a:cubicBezTo>
                <a:cubicBezTo>
                  <a:pt x="1772" y="1284"/>
                  <a:pt x="1777" y="1282"/>
                  <a:pt x="1782" y="1284"/>
                </a:cubicBezTo>
                <a:cubicBezTo>
                  <a:pt x="1786" y="1286"/>
                  <a:pt x="1788" y="1291"/>
                  <a:pt x="1786" y="1295"/>
                </a:cubicBezTo>
                <a:cubicBezTo>
                  <a:pt x="1785" y="1298"/>
                  <a:pt x="1782" y="1300"/>
                  <a:pt x="1778" y="1300"/>
                </a:cubicBezTo>
                <a:close/>
                <a:moveTo>
                  <a:pt x="1789" y="1274"/>
                </a:moveTo>
                <a:cubicBezTo>
                  <a:pt x="1788" y="1274"/>
                  <a:pt x="1787" y="1274"/>
                  <a:pt x="1786" y="1274"/>
                </a:cubicBezTo>
                <a:cubicBezTo>
                  <a:pt x="1784" y="1273"/>
                  <a:pt x="1782" y="1271"/>
                  <a:pt x="1781" y="1269"/>
                </a:cubicBezTo>
                <a:cubicBezTo>
                  <a:pt x="1780" y="1267"/>
                  <a:pt x="1780" y="1265"/>
                  <a:pt x="1781" y="1263"/>
                </a:cubicBezTo>
                <a:cubicBezTo>
                  <a:pt x="1787" y="1248"/>
                  <a:pt x="1792" y="1234"/>
                  <a:pt x="1797" y="1219"/>
                </a:cubicBezTo>
                <a:cubicBezTo>
                  <a:pt x="1810" y="1181"/>
                  <a:pt x="1820" y="1141"/>
                  <a:pt x="1828" y="1101"/>
                </a:cubicBezTo>
                <a:cubicBezTo>
                  <a:pt x="1831" y="1083"/>
                  <a:pt x="1834" y="1065"/>
                  <a:pt x="1836" y="1046"/>
                </a:cubicBezTo>
                <a:cubicBezTo>
                  <a:pt x="1837" y="1041"/>
                  <a:pt x="1841" y="1038"/>
                  <a:pt x="1846" y="1039"/>
                </a:cubicBezTo>
                <a:cubicBezTo>
                  <a:pt x="1851" y="1039"/>
                  <a:pt x="1854" y="1044"/>
                  <a:pt x="1853" y="1048"/>
                </a:cubicBezTo>
                <a:cubicBezTo>
                  <a:pt x="1851" y="1067"/>
                  <a:pt x="1848" y="1086"/>
                  <a:pt x="1844" y="1105"/>
                </a:cubicBezTo>
                <a:cubicBezTo>
                  <a:pt x="1837" y="1145"/>
                  <a:pt x="1826" y="1185"/>
                  <a:pt x="1813" y="1224"/>
                </a:cubicBezTo>
                <a:cubicBezTo>
                  <a:pt x="1808" y="1239"/>
                  <a:pt x="1803" y="1254"/>
                  <a:pt x="1797" y="1269"/>
                </a:cubicBezTo>
                <a:cubicBezTo>
                  <a:pt x="1797" y="1269"/>
                  <a:pt x="1797" y="1269"/>
                  <a:pt x="1797" y="1269"/>
                </a:cubicBezTo>
                <a:cubicBezTo>
                  <a:pt x="1796" y="1272"/>
                  <a:pt x="1793" y="1274"/>
                  <a:pt x="1789" y="1274"/>
                </a:cubicBezTo>
                <a:close/>
                <a:moveTo>
                  <a:pt x="18" y="1065"/>
                </a:moveTo>
                <a:cubicBezTo>
                  <a:pt x="13" y="1065"/>
                  <a:pt x="10" y="1062"/>
                  <a:pt x="9" y="1058"/>
                </a:cubicBezTo>
                <a:cubicBezTo>
                  <a:pt x="9" y="1056"/>
                  <a:pt x="10" y="1053"/>
                  <a:pt x="11" y="1052"/>
                </a:cubicBezTo>
                <a:cubicBezTo>
                  <a:pt x="12" y="1050"/>
                  <a:pt x="14" y="1049"/>
                  <a:pt x="16" y="1048"/>
                </a:cubicBezTo>
                <a:cubicBezTo>
                  <a:pt x="21" y="1048"/>
                  <a:pt x="25" y="1051"/>
                  <a:pt x="26" y="1056"/>
                </a:cubicBezTo>
                <a:cubicBezTo>
                  <a:pt x="26" y="1058"/>
                  <a:pt x="26" y="1060"/>
                  <a:pt x="24" y="1062"/>
                </a:cubicBezTo>
                <a:cubicBezTo>
                  <a:pt x="23" y="1064"/>
                  <a:pt x="21" y="1065"/>
                  <a:pt x="19" y="1065"/>
                </a:cubicBezTo>
                <a:cubicBezTo>
                  <a:pt x="18" y="1065"/>
                  <a:pt x="18" y="1065"/>
                  <a:pt x="18" y="1065"/>
                </a:cubicBezTo>
                <a:close/>
                <a:moveTo>
                  <a:pt x="14" y="1037"/>
                </a:moveTo>
                <a:cubicBezTo>
                  <a:pt x="10" y="1037"/>
                  <a:pt x="6" y="1034"/>
                  <a:pt x="6" y="1030"/>
                </a:cubicBezTo>
                <a:cubicBezTo>
                  <a:pt x="4" y="1011"/>
                  <a:pt x="2" y="992"/>
                  <a:pt x="1" y="973"/>
                </a:cubicBezTo>
                <a:cubicBezTo>
                  <a:pt x="1" y="965"/>
                  <a:pt x="1" y="956"/>
                  <a:pt x="1" y="949"/>
                </a:cubicBezTo>
                <a:cubicBezTo>
                  <a:pt x="1" y="943"/>
                  <a:pt x="0" y="937"/>
                  <a:pt x="0" y="931"/>
                </a:cubicBezTo>
                <a:cubicBezTo>
                  <a:pt x="0" y="888"/>
                  <a:pt x="4" y="845"/>
                  <a:pt x="9" y="802"/>
                </a:cubicBezTo>
                <a:cubicBezTo>
                  <a:pt x="10" y="797"/>
                  <a:pt x="15" y="794"/>
                  <a:pt x="19" y="795"/>
                </a:cubicBezTo>
                <a:cubicBezTo>
                  <a:pt x="21" y="795"/>
                  <a:pt x="23" y="796"/>
                  <a:pt x="25" y="798"/>
                </a:cubicBezTo>
                <a:cubicBezTo>
                  <a:pt x="26" y="800"/>
                  <a:pt x="27" y="802"/>
                  <a:pt x="26" y="804"/>
                </a:cubicBezTo>
                <a:cubicBezTo>
                  <a:pt x="20" y="846"/>
                  <a:pt x="17" y="889"/>
                  <a:pt x="17" y="931"/>
                </a:cubicBezTo>
                <a:cubicBezTo>
                  <a:pt x="17" y="937"/>
                  <a:pt x="17" y="943"/>
                  <a:pt x="18" y="948"/>
                </a:cubicBezTo>
                <a:cubicBezTo>
                  <a:pt x="18" y="956"/>
                  <a:pt x="18" y="964"/>
                  <a:pt x="18" y="972"/>
                </a:cubicBezTo>
                <a:cubicBezTo>
                  <a:pt x="19" y="990"/>
                  <a:pt x="21" y="1009"/>
                  <a:pt x="23" y="1028"/>
                </a:cubicBezTo>
                <a:cubicBezTo>
                  <a:pt x="23" y="1032"/>
                  <a:pt x="20" y="1037"/>
                  <a:pt x="15" y="1037"/>
                </a:cubicBezTo>
                <a:cubicBezTo>
                  <a:pt x="15" y="1037"/>
                  <a:pt x="14" y="1037"/>
                  <a:pt x="14" y="1037"/>
                </a:cubicBezTo>
                <a:close/>
                <a:moveTo>
                  <a:pt x="1848" y="1027"/>
                </a:moveTo>
                <a:cubicBezTo>
                  <a:pt x="1848" y="1027"/>
                  <a:pt x="1847" y="1027"/>
                  <a:pt x="1847" y="1027"/>
                </a:cubicBezTo>
                <a:cubicBezTo>
                  <a:pt x="1843" y="1027"/>
                  <a:pt x="1839" y="1023"/>
                  <a:pt x="1840" y="1018"/>
                </a:cubicBezTo>
                <a:cubicBezTo>
                  <a:pt x="1840" y="1013"/>
                  <a:pt x="1844" y="1010"/>
                  <a:pt x="1849" y="1011"/>
                </a:cubicBezTo>
                <a:cubicBezTo>
                  <a:pt x="1854" y="1011"/>
                  <a:pt x="1857" y="1015"/>
                  <a:pt x="1856" y="1020"/>
                </a:cubicBezTo>
                <a:cubicBezTo>
                  <a:pt x="1856" y="1024"/>
                  <a:pt x="1852" y="1027"/>
                  <a:pt x="1848" y="1027"/>
                </a:cubicBezTo>
                <a:close/>
                <a:moveTo>
                  <a:pt x="1850" y="999"/>
                </a:moveTo>
                <a:cubicBezTo>
                  <a:pt x="1850" y="999"/>
                  <a:pt x="1850" y="999"/>
                  <a:pt x="1850" y="999"/>
                </a:cubicBezTo>
                <a:cubicBezTo>
                  <a:pt x="1848" y="999"/>
                  <a:pt x="1845" y="998"/>
                  <a:pt x="1844" y="996"/>
                </a:cubicBezTo>
                <a:cubicBezTo>
                  <a:pt x="1842" y="995"/>
                  <a:pt x="1842" y="992"/>
                  <a:pt x="1842" y="990"/>
                </a:cubicBezTo>
                <a:cubicBezTo>
                  <a:pt x="1843" y="970"/>
                  <a:pt x="1844" y="950"/>
                  <a:pt x="1844" y="930"/>
                </a:cubicBezTo>
                <a:cubicBezTo>
                  <a:pt x="1844" y="910"/>
                  <a:pt x="1843" y="890"/>
                  <a:pt x="1842" y="871"/>
                </a:cubicBezTo>
                <a:cubicBezTo>
                  <a:pt x="1841" y="854"/>
                  <a:pt x="1839" y="838"/>
                  <a:pt x="1838" y="822"/>
                </a:cubicBezTo>
                <a:cubicBezTo>
                  <a:pt x="1835" y="804"/>
                  <a:pt x="1833" y="785"/>
                  <a:pt x="1829" y="767"/>
                </a:cubicBezTo>
                <a:cubicBezTo>
                  <a:pt x="1829" y="765"/>
                  <a:pt x="1829" y="762"/>
                  <a:pt x="1831" y="761"/>
                </a:cubicBezTo>
                <a:cubicBezTo>
                  <a:pt x="1832" y="759"/>
                  <a:pt x="1834" y="757"/>
                  <a:pt x="1836" y="757"/>
                </a:cubicBezTo>
                <a:cubicBezTo>
                  <a:pt x="1841" y="756"/>
                  <a:pt x="1845" y="759"/>
                  <a:pt x="1846" y="764"/>
                </a:cubicBezTo>
                <a:cubicBezTo>
                  <a:pt x="1849" y="783"/>
                  <a:pt x="1852" y="802"/>
                  <a:pt x="1854" y="820"/>
                </a:cubicBezTo>
                <a:cubicBezTo>
                  <a:pt x="1856" y="837"/>
                  <a:pt x="1858" y="853"/>
                  <a:pt x="1859" y="869"/>
                </a:cubicBezTo>
                <a:cubicBezTo>
                  <a:pt x="1860" y="889"/>
                  <a:pt x="1861" y="910"/>
                  <a:pt x="1861" y="930"/>
                </a:cubicBezTo>
                <a:cubicBezTo>
                  <a:pt x="1861" y="950"/>
                  <a:pt x="1860" y="971"/>
                  <a:pt x="1859" y="991"/>
                </a:cubicBezTo>
                <a:cubicBezTo>
                  <a:pt x="1859" y="996"/>
                  <a:pt x="1855" y="999"/>
                  <a:pt x="1850" y="999"/>
                </a:cubicBezTo>
                <a:close/>
                <a:moveTo>
                  <a:pt x="22" y="784"/>
                </a:moveTo>
                <a:cubicBezTo>
                  <a:pt x="22" y="784"/>
                  <a:pt x="21" y="784"/>
                  <a:pt x="21" y="783"/>
                </a:cubicBezTo>
                <a:cubicBezTo>
                  <a:pt x="16" y="783"/>
                  <a:pt x="13" y="778"/>
                  <a:pt x="14" y="774"/>
                </a:cubicBezTo>
                <a:cubicBezTo>
                  <a:pt x="14" y="773"/>
                  <a:pt x="14" y="773"/>
                  <a:pt x="14" y="773"/>
                </a:cubicBezTo>
                <a:cubicBezTo>
                  <a:pt x="15" y="769"/>
                  <a:pt x="19" y="766"/>
                  <a:pt x="24" y="767"/>
                </a:cubicBezTo>
                <a:cubicBezTo>
                  <a:pt x="26" y="767"/>
                  <a:pt x="28" y="768"/>
                  <a:pt x="29" y="770"/>
                </a:cubicBezTo>
                <a:cubicBezTo>
                  <a:pt x="30" y="772"/>
                  <a:pt x="31" y="774"/>
                  <a:pt x="31" y="776"/>
                </a:cubicBezTo>
                <a:cubicBezTo>
                  <a:pt x="31" y="776"/>
                  <a:pt x="31" y="776"/>
                  <a:pt x="31" y="776"/>
                </a:cubicBezTo>
                <a:cubicBezTo>
                  <a:pt x="31" y="777"/>
                  <a:pt x="31" y="777"/>
                  <a:pt x="31" y="777"/>
                </a:cubicBezTo>
                <a:cubicBezTo>
                  <a:pt x="30" y="781"/>
                  <a:pt x="26" y="784"/>
                  <a:pt x="22" y="784"/>
                </a:cubicBezTo>
                <a:close/>
                <a:moveTo>
                  <a:pt x="27" y="756"/>
                </a:moveTo>
                <a:cubicBezTo>
                  <a:pt x="27" y="756"/>
                  <a:pt x="26" y="756"/>
                  <a:pt x="26" y="756"/>
                </a:cubicBezTo>
                <a:cubicBezTo>
                  <a:pt x="21" y="755"/>
                  <a:pt x="18" y="750"/>
                  <a:pt x="19" y="746"/>
                </a:cubicBezTo>
                <a:cubicBezTo>
                  <a:pt x="23" y="727"/>
                  <a:pt x="27" y="708"/>
                  <a:pt x="32" y="690"/>
                </a:cubicBezTo>
                <a:cubicBezTo>
                  <a:pt x="41" y="658"/>
                  <a:pt x="51" y="627"/>
                  <a:pt x="63" y="596"/>
                </a:cubicBezTo>
                <a:cubicBezTo>
                  <a:pt x="71" y="574"/>
                  <a:pt x="81" y="551"/>
                  <a:pt x="91" y="530"/>
                </a:cubicBezTo>
                <a:cubicBezTo>
                  <a:pt x="91" y="529"/>
                  <a:pt x="91" y="529"/>
                  <a:pt x="91" y="529"/>
                </a:cubicBezTo>
                <a:cubicBezTo>
                  <a:pt x="93" y="525"/>
                  <a:pt x="99" y="524"/>
                  <a:pt x="103" y="526"/>
                </a:cubicBezTo>
                <a:cubicBezTo>
                  <a:pt x="107" y="528"/>
                  <a:pt x="109" y="533"/>
                  <a:pt x="107" y="537"/>
                </a:cubicBezTo>
                <a:cubicBezTo>
                  <a:pt x="96" y="558"/>
                  <a:pt x="87" y="580"/>
                  <a:pt x="78" y="602"/>
                </a:cubicBezTo>
                <a:cubicBezTo>
                  <a:pt x="67" y="632"/>
                  <a:pt x="57" y="663"/>
                  <a:pt x="49" y="694"/>
                </a:cubicBezTo>
                <a:cubicBezTo>
                  <a:pt x="49" y="694"/>
                  <a:pt x="49" y="695"/>
                  <a:pt x="49" y="695"/>
                </a:cubicBezTo>
                <a:cubicBezTo>
                  <a:pt x="44" y="713"/>
                  <a:pt x="39" y="731"/>
                  <a:pt x="36" y="749"/>
                </a:cubicBezTo>
                <a:cubicBezTo>
                  <a:pt x="35" y="753"/>
                  <a:pt x="31" y="756"/>
                  <a:pt x="27" y="756"/>
                </a:cubicBezTo>
                <a:close/>
                <a:moveTo>
                  <a:pt x="1832" y="746"/>
                </a:moveTo>
                <a:cubicBezTo>
                  <a:pt x="1828" y="746"/>
                  <a:pt x="1825" y="743"/>
                  <a:pt x="1824" y="739"/>
                </a:cubicBezTo>
                <a:cubicBezTo>
                  <a:pt x="1823" y="735"/>
                  <a:pt x="1826" y="730"/>
                  <a:pt x="1830" y="729"/>
                </a:cubicBezTo>
                <a:cubicBezTo>
                  <a:pt x="1835" y="728"/>
                  <a:pt x="1839" y="731"/>
                  <a:pt x="1840" y="736"/>
                </a:cubicBezTo>
                <a:cubicBezTo>
                  <a:pt x="1841" y="740"/>
                  <a:pt x="1838" y="745"/>
                  <a:pt x="1834" y="746"/>
                </a:cubicBezTo>
                <a:cubicBezTo>
                  <a:pt x="1833" y="746"/>
                  <a:pt x="1833" y="746"/>
                  <a:pt x="1832" y="746"/>
                </a:cubicBezTo>
                <a:close/>
                <a:moveTo>
                  <a:pt x="1826" y="719"/>
                </a:moveTo>
                <a:cubicBezTo>
                  <a:pt x="1822" y="719"/>
                  <a:pt x="1818" y="716"/>
                  <a:pt x="1817" y="712"/>
                </a:cubicBezTo>
                <a:cubicBezTo>
                  <a:pt x="1804" y="658"/>
                  <a:pt x="1786" y="605"/>
                  <a:pt x="1763" y="553"/>
                </a:cubicBezTo>
                <a:cubicBezTo>
                  <a:pt x="1759" y="546"/>
                  <a:pt x="1756" y="538"/>
                  <a:pt x="1752" y="531"/>
                </a:cubicBezTo>
                <a:cubicBezTo>
                  <a:pt x="1747" y="522"/>
                  <a:pt x="1743" y="512"/>
                  <a:pt x="1738" y="503"/>
                </a:cubicBezTo>
                <a:cubicBezTo>
                  <a:pt x="1736" y="499"/>
                  <a:pt x="1737" y="494"/>
                  <a:pt x="1741" y="492"/>
                </a:cubicBezTo>
                <a:cubicBezTo>
                  <a:pt x="1745" y="490"/>
                  <a:pt x="1751" y="491"/>
                  <a:pt x="1753" y="495"/>
                </a:cubicBezTo>
                <a:cubicBezTo>
                  <a:pt x="1758" y="504"/>
                  <a:pt x="1763" y="514"/>
                  <a:pt x="1767" y="524"/>
                </a:cubicBezTo>
                <a:cubicBezTo>
                  <a:pt x="1771" y="531"/>
                  <a:pt x="1775" y="539"/>
                  <a:pt x="1778" y="546"/>
                </a:cubicBezTo>
                <a:cubicBezTo>
                  <a:pt x="1802" y="598"/>
                  <a:pt x="1820" y="653"/>
                  <a:pt x="1834" y="708"/>
                </a:cubicBezTo>
                <a:cubicBezTo>
                  <a:pt x="1835" y="710"/>
                  <a:pt x="1834" y="713"/>
                  <a:pt x="1833" y="715"/>
                </a:cubicBezTo>
                <a:cubicBezTo>
                  <a:pt x="1832" y="716"/>
                  <a:pt x="1830" y="718"/>
                  <a:pt x="1828" y="718"/>
                </a:cubicBezTo>
                <a:cubicBezTo>
                  <a:pt x="1827" y="719"/>
                  <a:pt x="1826" y="719"/>
                  <a:pt x="1826" y="719"/>
                </a:cubicBezTo>
                <a:close/>
                <a:moveTo>
                  <a:pt x="112" y="516"/>
                </a:moveTo>
                <a:cubicBezTo>
                  <a:pt x="110" y="516"/>
                  <a:pt x="109" y="516"/>
                  <a:pt x="108" y="515"/>
                </a:cubicBezTo>
                <a:cubicBezTo>
                  <a:pt x="106" y="514"/>
                  <a:pt x="104" y="513"/>
                  <a:pt x="103" y="510"/>
                </a:cubicBezTo>
                <a:cubicBezTo>
                  <a:pt x="103" y="508"/>
                  <a:pt x="103" y="506"/>
                  <a:pt x="104" y="504"/>
                </a:cubicBezTo>
                <a:cubicBezTo>
                  <a:pt x="104" y="504"/>
                  <a:pt x="104" y="504"/>
                  <a:pt x="104" y="504"/>
                </a:cubicBezTo>
                <a:cubicBezTo>
                  <a:pt x="104" y="504"/>
                  <a:pt x="104" y="504"/>
                  <a:pt x="104" y="504"/>
                </a:cubicBezTo>
                <a:cubicBezTo>
                  <a:pt x="106" y="500"/>
                  <a:pt x="111" y="498"/>
                  <a:pt x="115" y="500"/>
                </a:cubicBezTo>
                <a:cubicBezTo>
                  <a:pt x="120" y="502"/>
                  <a:pt x="121" y="508"/>
                  <a:pt x="119" y="512"/>
                </a:cubicBezTo>
                <a:cubicBezTo>
                  <a:pt x="118" y="515"/>
                  <a:pt x="115" y="516"/>
                  <a:pt x="112" y="516"/>
                </a:cubicBezTo>
                <a:close/>
                <a:moveTo>
                  <a:pt x="125" y="491"/>
                </a:moveTo>
                <a:cubicBezTo>
                  <a:pt x="123" y="491"/>
                  <a:pt x="122" y="491"/>
                  <a:pt x="121" y="490"/>
                </a:cubicBezTo>
                <a:cubicBezTo>
                  <a:pt x="117" y="488"/>
                  <a:pt x="115" y="483"/>
                  <a:pt x="117" y="479"/>
                </a:cubicBezTo>
                <a:cubicBezTo>
                  <a:pt x="127" y="462"/>
                  <a:pt x="137" y="446"/>
                  <a:pt x="147" y="430"/>
                </a:cubicBezTo>
                <a:cubicBezTo>
                  <a:pt x="177" y="381"/>
                  <a:pt x="213" y="336"/>
                  <a:pt x="251" y="295"/>
                </a:cubicBezTo>
                <a:cubicBezTo>
                  <a:pt x="255" y="291"/>
                  <a:pt x="260" y="291"/>
                  <a:pt x="263" y="294"/>
                </a:cubicBezTo>
                <a:cubicBezTo>
                  <a:pt x="267" y="297"/>
                  <a:pt x="267" y="303"/>
                  <a:pt x="264" y="306"/>
                </a:cubicBezTo>
                <a:cubicBezTo>
                  <a:pt x="226" y="347"/>
                  <a:pt x="191" y="391"/>
                  <a:pt x="161" y="439"/>
                </a:cubicBezTo>
                <a:cubicBezTo>
                  <a:pt x="161" y="439"/>
                  <a:pt x="161" y="439"/>
                  <a:pt x="161" y="439"/>
                </a:cubicBezTo>
                <a:cubicBezTo>
                  <a:pt x="151" y="454"/>
                  <a:pt x="141" y="471"/>
                  <a:pt x="132" y="487"/>
                </a:cubicBezTo>
                <a:cubicBezTo>
                  <a:pt x="131" y="490"/>
                  <a:pt x="128" y="491"/>
                  <a:pt x="125" y="491"/>
                </a:cubicBezTo>
                <a:close/>
                <a:moveTo>
                  <a:pt x="1732" y="483"/>
                </a:moveTo>
                <a:cubicBezTo>
                  <a:pt x="1729" y="483"/>
                  <a:pt x="1726" y="481"/>
                  <a:pt x="1724" y="479"/>
                </a:cubicBezTo>
                <a:cubicBezTo>
                  <a:pt x="1722" y="475"/>
                  <a:pt x="1724" y="469"/>
                  <a:pt x="1728" y="467"/>
                </a:cubicBezTo>
                <a:cubicBezTo>
                  <a:pt x="1731" y="465"/>
                  <a:pt x="1737" y="466"/>
                  <a:pt x="1739" y="470"/>
                </a:cubicBezTo>
                <a:cubicBezTo>
                  <a:pt x="1741" y="474"/>
                  <a:pt x="1740" y="479"/>
                  <a:pt x="1736" y="482"/>
                </a:cubicBezTo>
                <a:cubicBezTo>
                  <a:pt x="1735" y="483"/>
                  <a:pt x="1733" y="483"/>
                  <a:pt x="1732" y="483"/>
                </a:cubicBezTo>
                <a:close/>
                <a:moveTo>
                  <a:pt x="1717" y="459"/>
                </a:moveTo>
                <a:cubicBezTo>
                  <a:pt x="1717" y="459"/>
                  <a:pt x="1717" y="459"/>
                  <a:pt x="1717" y="459"/>
                </a:cubicBezTo>
                <a:cubicBezTo>
                  <a:pt x="1714" y="459"/>
                  <a:pt x="1712" y="457"/>
                  <a:pt x="1710" y="454"/>
                </a:cubicBezTo>
                <a:cubicBezTo>
                  <a:pt x="1681" y="407"/>
                  <a:pt x="1647" y="361"/>
                  <a:pt x="1610" y="320"/>
                </a:cubicBezTo>
                <a:cubicBezTo>
                  <a:pt x="1598" y="306"/>
                  <a:pt x="1585" y="292"/>
                  <a:pt x="1571" y="279"/>
                </a:cubicBezTo>
                <a:cubicBezTo>
                  <a:pt x="1570" y="278"/>
                  <a:pt x="1569" y="276"/>
                  <a:pt x="1569" y="273"/>
                </a:cubicBezTo>
                <a:cubicBezTo>
                  <a:pt x="1569" y="271"/>
                  <a:pt x="1570" y="269"/>
                  <a:pt x="1571" y="267"/>
                </a:cubicBezTo>
                <a:cubicBezTo>
                  <a:pt x="1574" y="264"/>
                  <a:pt x="1580" y="264"/>
                  <a:pt x="1583" y="267"/>
                </a:cubicBezTo>
                <a:cubicBezTo>
                  <a:pt x="1597" y="280"/>
                  <a:pt x="1610" y="294"/>
                  <a:pt x="1623" y="308"/>
                </a:cubicBezTo>
                <a:cubicBezTo>
                  <a:pt x="1661" y="351"/>
                  <a:pt x="1695" y="397"/>
                  <a:pt x="1725" y="446"/>
                </a:cubicBezTo>
                <a:cubicBezTo>
                  <a:pt x="1726" y="448"/>
                  <a:pt x="1726" y="450"/>
                  <a:pt x="1726" y="452"/>
                </a:cubicBezTo>
                <a:cubicBezTo>
                  <a:pt x="1725" y="454"/>
                  <a:pt x="1724" y="456"/>
                  <a:pt x="1722" y="457"/>
                </a:cubicBezTo>
                <a:cubicBezTo>
                  <a:pt x="1720" y="458"/>
                  <a:pt x="1719" y="459"/>
                  <a:pt x="1717" y="459"/>
                </a:cubicBezTo>
                <a:close/>
                <a:moveTo>
                  <a:pt x="277" y="289"/>
                </a:moveTo>
                <a:cubicBezTo>
                  <a:pt x="275" y="289"/>
                  <a:pt x="273" y="288"/>
                  <a:pt x="271" y="286"/>
                </a:cubicBezTo>
                <a:cubicBezTo>
                  <a:pt x="270" y="284"/>
                  <a:pt x="269" y="282"/>
                  <a:pt x="269" y="280"/>
                </a:cubicBezTo>
                <a:cubicBezTo>
                  <a:pt x="269" y="278"/>
                  <a:pt x="270" y="276"/>
                  <a:pt x="271" y="274"/>
                </a:cubicBezTo>
                <a:cubicBezTo>
                  <a:pt x="274" y="271"/>
                  <a:pt x="280" y="271"/>
                  <a:pt x="283" y="274"/>
                </a:cubicBezTo>
                <a:cubicBezTo>
                  <a:pt x="285" y="276"/>
                  <a:pt x="286" y="278"/>
                  <a:pt x="286" y="280"/>
                </a:cubicBezTo>
                <a:cubicBezTo>
                  <a:pt x="286" y="282"/>
                  <a:pt x="285" y="284"/>
                  <a:pt x="284" y="286"/>
                </a:cubicBezTo>
                <a:cubicBezTo>
                  <a:pt x="284" y="286"/>
                  <a:pt x="284" y="286"/>
                  <a:pt x="284" y="286"/>
                </a:cubicBezTo>
                <a:cubicBezTo>
                  <a:pt x="283" y="286"/>
                  <a:pt x="283" y="286"/>
                  <a:pt x="283" y="286"/>
                </a:cubicBezTo>
                <a:cubicBezTo>
                  <a:pt x="282" y="288"/>
                  <a:pt x="280" y="289"/>
                  <a:pt x="277" y="289"/>
                </a:cubicBezTo>
                <a:close/>
                <a:moveTo>
                  <a:pt x="298" y="269"/>
                </a:moveTo>
                <a:cubicBezTo>
                  <a:pt x="295" y="269"/>
                  <a:pt x="293" y="268"/>
                  <a:pt x="291" y="266"/>
                </a:cubicBezTo>
                <a:cubicBezTo>
                  <a:pt x="288" y="263"/>
                  <a:pt x="288" y="257"/>
                  <a:pt x="292" y="254"/>
                </a:cubicBezTo>
                <a:cubicBezTo>
                  <a:pt x="305" y="241"/>
                  <a:pt x="320" y="229"/>
                  <a:pt x="334" y="216"/>
                </a:cubicBezTo>
                <a:cubicBezTo>
                  <a:pt x="334" y="216"/>
                  <a:pt x="334" y="216"/>
                  <a:pt x="334" y="216"/>
                </a:cubicBezTo>
                <a:cubicBezTo>
                  <a:pt x="335" y="216"/>
                  <a:pt x="335" y="216"/>
                  <a:pt x="335" y="216"/>
                </a:cubicBezTo>
                <a:cubicBezTo>
                  <a:pt x="378" y="180"/>
                  <a:pt x="426" y="147"/>
                  <a:pt x="475" y="119"/>
                </a:cubicBezTo>
                <a:cubicBezTo>
                  <a:pt x="479" y="117"/>
                  <a:pt x="485" y="119"/>
                  <a:pt x="487" y="123"/>
                </a:cubicBezTo>
                <a:cubicBezTo>
                  <a:pt x="488" y="125"/>
                  <a:pt x="488" y="127"/>
                  <a:pt x="488" y="129"/>
                </a:cubicBezTo>
                <a:cubicBezTo>
                  <a:pt x="487" y="131"/>
                  <a:pt x="486" y="133"/>
                  <a:pt x="484" y="134"/>
                </a:cubicBezTo>
                <a:cubicBezTo>
                  <a:pt x="435" y="162"/>
                  <a:pt x="388" y="194"/>
                  <a:pt x="345" y="229"/>
                </a:cubicBezTo>
                <a:cubicBezTo>
                  <a:pt x="331" y="241"/>
                  <a:pt x="317" y="254"/>
                  <a:pt x="303" y="266"/>
                </a:cubicBezTo>
                <a:cubicBezTo>
                  <a:pt x="302" y="268"/>
                  <a:pt x="300" y="269"/>
                  <a:pt x="298" y="269"/>
                </a:cubicBezTo>
                <a:close/>
                <a:moveTo>
                  <a:pt x="1557" y="262"/>
                </a:moveTo>
                <a:cubicBezTo>
                  <a:pt x="1555" y="262"/>
                  <a:pt x="1553" y="261"/>
                  <a:pt x="1551" y="260"/>
                </a:cubicBezTo>
                <a:cubicBezTo>
                  <a:pt x="1549" y="258"/>
                  <a:pt x="1548" y="256"/>
                  <a:pt x="1548" y="254"/>
                </a:cubicBezTo>
                <a:cubicBezTo>
                  <a:pt x="1548" y="252"/>
                  <a:pt x="1549" y="250"/>
                  <a:pt x="1550" y="248"/>
                </a:cubicBezTo>
                <a:cubicBezTo>
                  <a:pt x="1554" y="245"/>
                  <a:pt x="1559" y="244"/>
                  <a:pt x="1562" y="247"/>
                </a:cubicBezTo>
                <a:cubicBezTo>
                  <a:pt x="1566" y="251"/>
                  <a:pt x="1566" y="256"/>
                  <a:pt x="1563" y="259"/>
                </a:cubicBezTo>
                <a:cubicBezTo>
                  <a:pt x="1561" y="261"/>
                  <a:pt x="1559" y="262"/>
                  <a:pt x="1557" y="262"/>
                </a:cubicBezTo>
                <a:close/>
                <a:moveTo>
                  <a:pt x="1536" y="243"/>
                </a:moveTo>
                <a:cubicBezTo>
                  <a:pt x="1534" y="243"/>
                  <a:pt x="1532" y="243"/>
                  <a:pt x="1530" y="241"/>
                </a:cubicBezTo>
                <a:cubicBezTo>
                  <a:pt x="1488" y="205"/>
                  <a:pt x="1442" y="172"/>
                  <a:pt x="1394" y="143"/>
                </a:cubicBezTo>
                <a:cubicBezTo>
                  <a:pt x="1378" y="134"/>
                  <a:pt x="1361" y="125"/>
                  <a:pt x="1345" y="116"/>
                </a:cubicBezTo>
                <a:cubicBezTo>
                  <a:pt x="1340" y="114"/>
                  <a:pt x="1339" y="109"/>
                  <a:pt x="1341" y="105"/>
                </a:cubicBezTo>
                <a:cubicBezTo>
                  <a:pt x="1343" y="101"/>
                  <a:pt x="1348" y="99"/>
                  <a:pt x="1352" y="101"/>
                </a:cubicBezTo>
                <a:cubicBezTo>
                  <a:pt x="1369" y="110"/>
                  <a:pt x="1386" y="119"/>
                  <a:pt x="1402" y="129"/>
                </a:cubicBezTo>
                <a:cubicBezTo>
                  <a:pt x="1402" y="129"/>
                  <a:pt x="1402" y="129"/>
                  <a:pt x="1402" y="129"/>
                </a:cubicBezTo>
                <a:cubicBezTo>
                  <a:pt x="1402" y="129"/>
                  <a:pt x="1402" y="129"/>
                  <a:pt x="1403" y="129"/>
                </a:cubicBezTo>
                <a:cubicBezTo>
                  <a:pt x="1403" y="129"/>
                  <a:pt x="1403" y="129"/>
                  <a:pt x="1403" y="129"/>
                </a:cubicBezTo>
                <a:cubicBezTo>
                  <a:pt x="1452" y="158"/>
                  <a:pt x="1498" y="191"/>
                  <a:pt x="1541" y="228"/>
                </a:cubicBezTo>
                <a:cubicBezTo>
                  <a:pt x="1543" y="230"/>
                  <a:pt x="1544" y="232"/>
                  <a:pt x="1544" y="234"/>
                </a:cubicBezTo>
                <a:cubicBezTo>
                  <a:pt x="1544" y="236"/>
                  <a:pt x="1544" y="239"/>
                  <a:pt x="1542" y="240"/>
                </a:cubicBezTo>
                <a:cubicBezTo>
                  <a:pt x="1540" y="242"/>
                  <a:pt x="1538" y="243"/>
                  <a:pt x="1536" y="243"/>
                </a:cubicBezTo>
                <a:close/>
                <a:moveTo>
                  <a:pt x="504" y="122"/>
                </a:moveTo>
                <a:cubicBezTo>
                  <a:pt x="501" y="122"/>
                  <a:pt x="498" y="120"/>
                  <a:pt x="497" y="117"/>
                </a:cubicBezTo>
                <a:cubicBezTo>
                  <a:pt x="496" y="115"/>
                  <a:pt x="496" y="113"/>
                  <a:pt x="496" y="111"/>
                </a:cubicBezTo>
                <a:cubicBezTo>
                  <a:pt x="497" y="109"/>
                  <a:pt x="498" y="107"/>
                  <a:pt x="500" y="106"/>
                </a:cubicBezTo>
                <a:cubicBezTo>
                  <a:pt x="505" y="104"/>
                  <a:pt x="510" y="105"/>
                  <a:pt x="512" y="109"/>
                </a:cubicBezTo>
                <a:cubicBezTo>
                  <a:pt x="513" y="111"/>
                  <a:pt x="513" y="114"/>
                  <a:pt x="512" y="116"/>
                </a:cubicBezTo>
                <a:cubicBezTo>
                  <a:pt x="512" y="118"/>
                  <a:pt x="510" y="120"/>
                  <a:pt x="508" y="121"/>
                </a:cubicBezTo>
                <a:cubicBezTo>
                  <a:pt x="507" y="121"/>
                  <a:pt x="506" y="122"/>
                  <a:pt x="504" y="122"/>
                </a:cubicBezTo>
                <a:close/>
                <a:moveTo>
                  <a:pt x="530" y="109"/>
                </a:moveTo>
                <a:cubicBezTo>
                  <a:pt x="526" y="109"/>
                  <a:pt x="523" y="107"/>
                  <a:pt x="522" y="104"/>
                </a:cubicBezTo>
                <a:cubicBezTo>
                  <a:pt x="521" y="102"/>
                  <a:pt x="521" y="100"/>
                  <a:pt x="522" y="98"/>
                </a:cubicBezTo>
                <a:cubicBezTo>
                  <a:pt x="522" y="96"/>
                  <a:pt x="524" y="94"/>
                  <a:pt x="526" y="93"/>
                </a:cubicBezTo>
                <a:cubicBezTo>
                  <a:pt x="532" y="90"/>
                  <a:pt x="537" y="88"/>
                  <a:pt x="543" y="85"/>
                </a:cubicBezTo>
                <a:cubicBezTo>
                  <a:pt x="555" y="80"/>
                  <a:pt x="566" y="74"/>
                  <a:pt x="578" y="70"/>
                </a:cubicBezTo>
                <a:cubicBezTo>
                  <a:pt x="631" y="48"/>
                  <a:pt x="686" y="31"/>
                  <a:pt x="742" y="19"/>
                </a:cubicBezTo>
                <a:cubicBezTo>
                  <a:pt x="746" y="19"/>
                  <a:pt x="751" y="22"/>
                  <a:pt x="752" y="26"/>
                </a:cubicBezTo>
                <a:cubicBezTo>
                  <a:pt x="753" y="31"/>
                  <a:pt x="750" y="35"/>
                  <a:pt x="745" y="36"/>
                </a:cubicBezTo>
                <a:cubicBezTo>
                  <a:pt x="690" y="48"/>
                  <a:pt x="636" y="64"/>
                  <a:pt x="585" y="85"/>
                </a:cubicBezTo>
                <a:cubicBezTo>
                  <a:pt x="573" y="90"/>
                  <a:pt x="562" y="95"/>
                  <a:pt x="550" y="100"/>
                </a:cubicBezTo>
                <a:cubicBezTo>
                  <a:pt x="544" y="103"/>
                  <a:pt x="539" y="106"/>
                  <a:pt x="533" y="108"/>
                </a:cubicBezTo>
                <a:cubicBezTo>
                  <a:pt x="532" y="109"/>
                  <a:pt x="531" y="109"/>
                  <a:pt x="530" y="109"/>
                </a:cubicBezTo>
                <a:close/>
                <a:moveTo>
                  <a:pt x="1323" y="105"/>
                </a:moveTo>
                <a:cubicBezTo>
                  <a:pt x="1322" y="105"/>
                  <a:pt x="1321" y="105"/>
                  <a:pt x="1319" y="104"/>
                </a:cubicBezTo>
                <a:cubicBezTo>
                  <a:pt x="1317" y="103"/>
                  <a:pt x="1316" y="101"/>
                  <a:pt x="1315" y="99"/>
                </a:cubicBezTo>
                <a:cubicBezTo>
                  <a:pt x="1314" y="97"/>
                  <a:pt x="1314" y="95"/>
                  <a:pt x="1315" y="93"/>
                </a:cubicBezTo>
                <a:cubicBezTo>
                  <a:pt x="1317" y="89"/>
                  <a:pt x="1322" y="87"/>
                  <a:pt x="1327" y="89"/>
                </a:cubicBezTo>
                <a:cubicBezTo>
                  <a:pt x="1331" y="91"/>
                  <a:pt x="1333" y="96"/>
                  <a:pt x="1331" y="100"/>
                </a:cubicBezTo>
                <a:cubicBezTo>
                  <a:pt x="1329" y="103"/>
                  <a:pt x="1326" y="105"/>
                  <a:pt x="1323" y="105"/>
                </a:cubicBezTo>
                <a:close/>
                <a:moveTo>
                  <a:pt x="1297" y="93"/>
                </a:moveTo>
                <a:cubicBezTo>
                  <a:pt x="1296" y="93"/>
                  <a:pt x="1295" y="93"/>
                  <a:pt x="1294" y="93"/>
                </a:cubicBezTo>
                <a:cubicBezTo>
                  <a:pt x="1276" y="85"/>
                  <a:pt x="1257" y="77"/>
                  <a:pt x="1239" y="71"/>
                </a:cubicBezTo>
                <a:cubicBezTo>
                  <a:pt x="1205" y="59"/>
                  <a:pt x="1170" y="48"/>
                  <a:pt x="1134" y="40"/>
                </a:cubicBezTo>
                <a:cubicBezTo>
                  <a:pt x="1116" y="36"/>
                  <a:pt x="1098" y="32"/>
                  <a:pt x="1079" y="29"/>
                </a:cubicBezTo>
                <a:cubicBezTo>
                  <a:pt x="1077" y="29"/>
                  <a:pt x="1075" y="28"/>
                  <a:pt x="1074" y="26"/>
                </a:cubicBezTo>
                <a:cubicBezTo>
                  <a:pt x="1072" y="24"/>
                  <a:pt x="1072" y="22"/>
                  <a:pt x="1072" y="20"/>
                </a:cubicBezTo>
                <a:cubicBezTo>
                  <a:pt x="1073" y="15"/>
                  <a:pt x="1077" y="12"/>
                  <a:pt x="1082" y="13"/>
                </a:cubicBezTo>
                <a:cubicBezTo>
                  <a:pt x="1101" y="16"/>
                  <a:pt x="1120" y="19"/>
                  <a:pt x="1138" y="24"/>
                </a:cubicBezTo>
                <a:cubicBezTo>
                  <a:pt x="1174" y="32"/>
                  <a:pt x="1210" y="42"/>
                  <a:pt x="1245" y="55"/>
                </a:cubicBezTo>
                <a:cubicBezTo>
                  <a:pt x="1263" y="62"/>
                  <a:pt x="1282" y="69"/>
                  <a:pt x="1300" y="77"/>
                </a:cubicBezTo>
                <a:cubicBezTo>
                  <a:pt x="1301" y="77"/>
                  <a:pt x="1301" y="77"/>
                  <a:pt x="1301" y="77"/>
                </a:cubicBezTo>
                <a:cubicBezTo>
                  <a:pt x="1303" y="78"/>
                  <a:pt x="1304" y="79"/>
                  <a:pt x="1305" y="82"/>
                </a:cubicBezTo>
                <a:cubicBezTo>
                  <a:pt x="1306" y="84"/>
                  <a:pt x="1306" y="86"/>
                  <a:pt x="1305" y="88"/>
                </a:cubicBezTo>
                <a:cubicBezTo>
                  <a:pt x="1304" y="91"/>
                  <a:pt x="1301" y="93"/>
                  <a:pt x="1297" y="93"/>
                </a:cubicBezTo>
                <a:close/>
                <a:moveTo>
                  <a:pt x="771" y="31"/>
                </a:moveTo>
                <a:cubicBezTo>
                  <a:pt x="767" y="31"/>
                  <a:pt x="763" y="28"/>
                  <a:pt x="763" y="24"/>
                </a:cubicBezTo>
                <a:cubicBezTo>
                  <a:pt x="762" y="22"/>
                  <a:pt x="763" y="19"/>
                  <a:pt x="764" y="18"/>
                </a:cubicBezTo>
                <a:cubicBezTo>
                  <a:pt x="765" y="16"/>
                  <a:pt x="767" y="14"/>
                  <a:pt x="770" y="14"/>
                </a:cubicBezTo>
                <a:cubicBezTo>
                  <a:pt x="774" y="13"/>
                  <a:pt x="779" y="16"/>
                  <a:pt x="779" y="21"/>
                </a:cubicBezTo>
                <a:cubicBezTo>
                  <a:pt x="780" y="23"/>
                  <a:pt x="779" y="25"/>
                  <a:pt x="778" y="27"/>
                </a:cubicBezTo>
                <a:cubicBezTo>
                  <a:pt x="777" y="29"/>
                  <a:pt x="775" y="30"/>
                  <a:pt x="773" y="31"/>
                </a:cubicBezTo>
                <a:cubicBezTo>
                  <a:pt x="772" y="31"/>
                  <a:pt x="772" y="31"/>
                  <a:pt x="771" y="31"/>
                </a:cubicBezTo>
                <a:close/>
                <a:moveTo>
                  <a:pt x="799" y="26"/>
                </a:moveTo>
                <a:cubicBezTo>
                  <a:pt x="795" y="26"/>
                  <a:pt x="791" y="23"/>
                  <a:pt x="791" y="19"/>
                </a:cubicBezTo>
                <a:cubicBezTo>
                  <a:pt x="790" y="15"/>
                  <a:pt x="793" y="10"/>
                  <a:pt x="798" y="10"/>
                </a:cubicBezTo>
                <a:cubicBezTo>
                  <a:pt x="817" y="7"/>
                  <a:pt x="836" y="5"/>
                  <a:pt x="855" y="3"/>
                </a:cubicBezTo>
                <a:cubicBezTo>
                  <a:pt x="867" y="2"/>
                  <a:pt x="879" y="1"/>
                  <a:pt x="891" y="1"/>
                </a:cubicBezTo>
                <a:cubicBezTo>
                  <a:pt x="904" y="0"/>
                  <a:pt x="917" y="0"/>
                  <a:pt x="930" y="0"/>
                </a:cubicBezTo>
                <a:cubicBezTo>
                  <a:pt x="962" y="0"/>
                  <a:pt x="994" y="2"/>
                  <a:pt x="1026" y="5"/>
                </a:cubicBezTo>
                <a:cubicBezTo>
                  <a:pt x="1028" y="5"/>
                  <a:pt x="1030" y="6"/>
                  <a:pt x="1031" y="8"/>
                </a:cubicBezTo>
                <a:cubicBezTo>
                  <a:pt x="1033" y="10"/>
                  <a:pt x="1033" y="12"/>
                  <a:pt x="1033" y="14"/>
                </a:cubicBezTo>
                <a:cubicBezTo>
                  <a:pt x="1033" y="19"/>
                  <a:pt x="1028" y="22"/>
                  <a:pt x="1024" y="22"/>
                </a:cubicBezTo>
                <a:cubicBezTo>
                  <a:pt x="993" y="19"/>
                  <a:pt x="961" y="17"/>
                  <a:pt x="930" y="17"/>
                </a:cubicBezTo>
                <a:cubicBezTo>
                  <a:pt x="917" y="17"/>
                  <a:pt x="904" y="17"/>
                  <a:pt x="892" y="18"/>
                </a:cubicBezTo>
                <a:cubicBezTo>
                  <a:pt x="880" y="18"/>
                  <a:pt x="868" y="19"/>
                  <a:pt x="856" y="20"/>
                </a:cubicBezTo>
                <a:cubicBezTo>
                  <a:pt x="856" y="20"/>
                  <a:pt x="856" y="20"/>
                  <a:pt x="856" y="20"/>
                </a:cubicBezTo>
                <a:cubicBezTo>
                  <a:pt x="837" y="22"/>
                  <a:pt x="819" y="24"/>
                  <a:pt x="800" y="26"/>
                </a:cubicBezTo>
                <a:cubicBezTo>
                  <a:pt x="800" y="26"/>
                  <a:pt x="799" y="26"/>
                  <a:pt x="799" y="26"/>
                </a:cubicBezTo>
                <a:close/>
                <a:moveTo>
                  <a:pt x="1053" y="25"/>
                </a:moveTo>
                <a:cubicBezTo>
                  <a:pt x="1053" y="25"/>
                  <a:pt x="1053" y="25"/>
                  <a:pt x="1053" y="25"/>
                </a:cubicBezTo>
                <a:cubicBezTo>
                  <a:pt x="1053" y="25"/>
                  <a:pt x="1053" y="25"/>
                  <a:pt x="1053" y="25"/>
                </a:cubicBezTo>
                <a:cubicBezTo>
                  <a:pt x="1052" y="25"/>
                  <a:pt x="1052" y="25"/>
                  <a:pt x="1052" y="25"/>
                </a:cubicBezTo>
                <a:cubicBezTo>
                  <a:pt x="1047" y="25"/>
                  <a:pt x="1044" y="20"/>
                  <a:pt x="1044" y="16"/>
                </a:cubicBezTo>
                <a:cubicBezTo>
                  <a:pt x="1045" y="11"/>
                  <a:pt x="1049" y="8"/>
                  <a:pt x="1054" y="8"/>
                </a:cubicBezTo>
                <a:cubicBezTo>
                  <a:pt x="1056" y="9"/>
                  <a:pt x="1058" y="10"/>
                  <a:pt x="1059" y="12"/>
                </a:cubicBezTo>
                <a:cubicBezTo>
                  <a:pt x="1061" y="13"/>
                  <a:pt x="1061" y="16"/>
                  <a:pt x="1061" y="18"/>
                </a:cubicBezTo>
                <a:cubicBezTo>
                  <a:pt x="1061" y="22"/>
                  <a:pt x="1057" y="25"/>
                  <a:pt x="1053" y="25"/>
                </a:cubicBezTo>
                <a:close/>
              </a:path>
            </a:pathLst>
          </a:custGeom>
          <a:solidFill>
            <a:srgbClr val="377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BB1FF430-D241-4710-BD11-A750923701DF}"/>
              </a:ext>
            </a:extLst>
          </p:cNvPr>
          <p:cNvSpPr>
            <a:spLocks/>
          </p:cNvSpPr>
          <p:nvPr/>
        </p:nvSpPr>
        <p:spPr bwMode="auto">
          <a:xfrm>
            <a:off x="4669023" y="1998056"/>
            <a:ext cx="2860303" cy="2852366"/>
          </a:xfrm>
          <a:custGeom>
            <a:avLst/>
            <a:gdLst>
              <a:gd name="T0" fmla="*/ 899 w 1800"/>
              <a:gd name="T1" fmla="*/ 1794 h 1794"/>
              <a:gd name="T2" fmla="*/ 586 w 1800"/>
              <a:gd name="T3" fmla="*/ 1738 h 1794"/>
              <a:gd name="T4" fmla="*/ 293 w 1800"/>
              <a:gd name="T5" fmla="*/ 1558 h 1794"/>
              <a:gd name="T6" fmla="*/ 90 w 1800"/>
              <a:gd name="T7" fmla="*/ 1281 h 1794"/>
              <a:gd name="T8" fmla="*/ 6 w 1800"/>
              <a:gd name="T9" fmla="*/ 947 h 1794"/>
              <a:gd name="T10" fmla="*/ 54 w 1800"/>
              <a:gd name="T11" fmla="*/ 607 h 1794"/>
              <a:gd name="T12" fmla="*/ 227 w 1800"/>
              <a:gd name="T13" fmla="*/ 310 h 1794"/>
              <a:gd name="T14" fmla="*/ 500 w 1800"/>
              <a:gd name="T15" fmla="*/ 100 h 1794"/>
              <a:gd name="T16" fmla="*/ 831 w 1800"/>
              <a:gd name="T17" fmla="*/ 8 h 1794"/>
              <a:gd name="T18" fmla="*/ 1173 w 1800"/>
              <a:gd name="T19" fmla="*/ 49 h 1794"/>
              <a:gd name="T20" fmla="*/ 1474 w 1800"/>
              <a:gd name="T21" fmla="*/ 215 h 1794"/>
              <a:gd name="T22" fmla="*/ 1689 w 1800"/>
              <a:gd name="T23" fmla="*/ 483 h 1794"/>
              <a:gd name="T24" fmla="*/ 1789 w 1800"/>
              <a:gd name="T25" fmla="*/ 812 h 1794"/>
              <a:gd name="T26" fmla="*/ 1756 w 1800"/>
              <a:gd name="T27" fmla="*/ 1155 h 1794"/>
              <a:gd name="T28" fmla="*/ 1745 w 1800"/>
              <a:gd name="T29" fmla="*/ 1160 h 1794"/>
              <a:gd name="T30" fmla="*/ 1740 w 1800"/>
              <a:gd name="T31" fmla="*/ 1150 h 1794"/>
              <a:gd name="T32" fmla="*/ 1772 w 1800"/>
              <a:gd name="T33" fmla="*/ 814 h 1794"/>
              <a:gd name="T34" fmla="*/ 1674 w 1800"/>
              <a:gd name="T35" fmla="*/ 491 h 1794"/>
              <a:gd name="T36" fmla="*/ 1463 w 1800"/>
              <a:gd name="T37" fmla="*/ 228 h 1794"/>
              <a:gd name="T38" fmla="*/ 1167 w 1800"/>
              <a:gd name="T39" fmla="*/ 65 h 1794"/>
              <a:gd name="T40" fmla="*/ 832 w 1800"/>
              <a:gd name="T41" fmla="*/ 25 h 1794"/>
              <a:gd name="T42" fmla="*/ 507 w 1800"/>
              <a:gd name="T43" fmla="*/ 115 h 1794"/>
              <a:gd name="T44" fmla="*/ 240 w 1800"/>
              <a:gd name="T45" fmla="*/ 321 h 1794"/>
              <a:gd name="T46" fmla="*/ 70 w 1800"/>
              <a:gd name="T47" fmla="*/ 612 h 1794"/>
              <a:gd name="T48" fmla="*/ 23 w 1800"/>
              <a:gd name="T49" fmla="*/ 947 h 1794"/>
              <a:gd name="T50" fmla="*/ 105 w 1800"/>
              <a:gd name="T51" fmla="*/ 1274 h 1794"/>
              <a:gd name="T52" fmla="*/ 305 w 1800"/>
              <a:gd name="T53" fmla="*/ 1546 h 1794"/>
              <a:gd name="T54" fmla="*/ 592 w 1800"/>
              <a:gd name="T55" fmla="*/ 1722 h 1794"/>
              <a:gd name="T56" fmla="*/ 925 w 1800"/>
              <a:gd name="T57" fmla="*/ 1777 h 1794"/>
              <a:gd name="T58" fmla="*/ 1254 w 1800"/>
              <a:gd name="T59" fmla="*/ 1702 h 1794"/>
              <a:gd name="T60" fmla="*/ 1531 w 1800"/>
              <a:gd name="T61" fmla="*/ 1509 h 1794"/>
              <a:gd name="T62" fmla="*/ 1713 w 1800"/>
              <a:gd name="T63" fmla="*/ 1225 h 1794"/>
              <a:gd name="T64" fmla="*/ 1724 w 1800"/>
              <a:gd name="T65" fmla="*/ 1221 h 1794"/>
              <a:gd name="T66" fmla="*/ 1729 w 1800"/>
              <a:gd name="T67" fmla="*/ 1232 h 1794"/>
              <a:gd name="T68" fmla="*/ 1543 w 1800"/>
              <a:gd name="T69" fmla="*/ 1521 h 1794"/>
              <a:gd name="T70" fmla="*/ 1261 w 1800"/>
              <a:gd name="T71" fmla="*/ 1718 h 1794"/>
              <a:gd name="T72" fmla="*/ 926 w 1800"/>
              <a:gd name="T73" fmla="*/ 1794 h 1794"/>
              <a:gd name="T74" fmla="*/ 899 w 1800"/>
              <a:gd name="T75" fmla="*/ 1794 h 17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800" h="1794">
                <a:moveTo>
                  <a:pt x="899" y="1794"/>
                </a:moveTo>
                <a:cubicBezTo>
                  <a:pt x="794" y="1794"/>
                  <a:pt x="686" y="1775"/>
                  <a:pt x="586" y="1738"/>
                </a:cubicBezTo>
                <a:cubicBezTo>
                  <a:pt x="479" y="1698"/>
                  <a:pt x="377" y="1636"/>
                  <a:pt x="293" y="1558"/>
                </a:cubicBezTo>
                <a:cubicBezTo>
                  <a:pt x="209" y="1481"/>
                  <a:pt x="139" y="1385"/>
                  <a:pt x="90" y="1281"/>
                </a:cubicBezTo>
                <a:cubicBezTo>
                  <a:pt x="41" y="1177"/>
                  <a:pt x="12" y="1062"/>
                  <a:pt x="6" y="947"/>
                </a:cubicBezTo>
                <a:cubicBezTo>
                  <a:pt x="0" y="834"/>
                  <a:pt x="16" y="716"/>
                  <a:pt x="54" y="607"/>
                </a:cubicBezTo>
                <a:cubicBezTo>
                  <a:pt x="92" y="498"/>
                  <a:pt x="152" y="395"/>
                  <a:pt x="227" y="310"/>
                </a:cubicBezTo>
                <a:cubicBezTo>
                  <a:pt x="303" y="224"/>
                  <a:pt x="397" y="151"/>
                  <a:pt x="500" y="100"/>
                </a:cubicBezTo>
                <a:cubicBezTo>
                  <a:pt x="603" y="49"/>
                  <a:pt x="717" y="17"/>
                  <a:pt x="831" y="8"/>
                </a:cubicBezTo>
                <a:cubicBezTo>
                  <a:pt x="945" y="0"/>
                  <a:pt x="1063" y="14"/>
                  <a:pt x="1173" y="49"/>
                </a:cubicBezTo>
                <a:cubicBezTo>
                  <a:pt x="1282" y="85"/>
                  <a:pt x="1387" y="142"/>
                  <a:pt x="1474" y="215"/>
                </a:cubicBezTo>
                <a:cubicBezTo>
                  <a:pt x="1561" y="289"/>
                  <a:pt x="1636" y="381"/>
                  <a:pt x="1689" y="483"/>
                </a:cubicBezTo>
                <a:cubicBezTo>
                  <a:pt x="1743" y="585"/>
                  <a:pt x="1777" y="698"/>
                  <a:pt x="1789" y="812"/>
                </a:cubicBezTo>
                <a:cubicBezTo>
                  <a:pt x="1800" y="926"/>
                  <a:pt x="1789" y="1044"/>
                  <a:pt x="1756" y="1155"/>
                </a:cubicBezTo>
                <a:cubicBezTo>
                  <a:pt x="1755" y="1159"/>
                  <a:pt x="1750" y="1162"/>
                  <a:pt x="1745" y="1160"/>
                </a:cubicBezTo>
                <a:cubicBezTo>
                  <a:pt x="1741" y="1159"/>
                  <a:pt x="1738" y="1154"/>
                  <a:pt x="1740" y="1150"/>
                </a:cubicBezTo>
                <a:cubicBezTo>
                  <a:pt x="1772" y="1042"/>
                  <a:pt x="1783" y="925"/>
                  <a:pt x="1772" y="814"/>
                </a:cubicBezTo>
                <a:cubicBezTo>
                  <a:pt x="1761" y="702"/>
                  <a:pt x="1727" y="591"/>
                  <a:pt x="1674" y="491"/>
                </a:cubicBezTo>
                <a:cubicBezTo>
                  <a:pt x="1622" y="391"/>
                  <a:pt x="1549" y="300"/>
                  <a:pt x="1463" y="228"/>
                </a:cubicBezTo>
                <a:cubicBezTo>
                  <a:pt x="1377" y="156"/>
                  <a:pt x="1275" y="100"/>
                  <a:pt x="1167" y="65"/>
                </a:cubicBezTo>
                <a:cubicBezTo>
                  <a:pt x="1060" y="31"/>
                  <a:pt x="944" y="17"/>
                  <a:pt x="832" y="25"/>
                </a:cubicBezTo>
                <a:cubicBezTo>
                  <a:pt x="721" y="34"/>
                  <a:pt x="608" y="65"/>
                  <a:pt x="507" y="115"/>
                </a:cubicBezTo>
                <a:cubicBezTo>
                  <a:pt x="406" y="166"/>
                  <a:pt x="314" y="237"/>
                  <a:pt x="240" y="321"/>
                </a:cubicBezTo>
                <a:cubicBezTo>
                  <a:pt x="166" y="405"/>
                  <a:pt x="107" y="506"/>
                  <a:pt x="70" y="612"/>
                </a:cubicBezTo>
                <a:cubicBezTo>
                  <a:pt x="33" y="719"/>
                  <a:pt x="17" y="835"/>
                  <a:pt x="23" y="947"/>
                </a:cubicBezTo>
                <a:cubicBezTo>
                  <a:pt x="29" y="1059"/>
                  <a:pt x="57" y="1172"/>
                  <a:pt x="105" y="1274"/>
                </a:cubicBezTo>
                <a:cubicBezTo>
                  <a:pt x="153" y="1376"/>
                  <a:pt x="222" y="1470"/>
                  <a:pt x="305" y="1546"/>
                </a:cubicBezTo>
                <a:cubicBezTo>
                  <a:pt x="387" y="1622"/>
                  <a:pt x="486" y="1683"/>
                  <a:pt x="592" y="1722"/>
                </a:cubicBezTo>
                <a:cubicBezTo>
                  <a:pt x="698" y="1761"/>
                  <a:pt x="813" y="1781"/>
                  <a:pt x="925" y="1777"/>
                </a:cubicBezTo>
                <a:cubicBezTo>
                  <a:pt x="1037" y="1774"/>
                  <a:pt x="1151" y="1748"/>
                  <a:pt x="1254" y="1702"/>
                </a:cubicBezTo>
                <a:cubicBezTo>
                  <a:pt x="1357" y="1656"/>
                  <a:pt x="1453" y="1590"/>
                  <a:pt x="1531" y="1509"/>
                </a:cubicBezTo>
                <a:cubicBezTo>
                  <a:pt x="1608" y="1428"/>
                  <a:pt x="1672" y="1330"/>
                  <a:pt x="1713" y="1225"/>
                </a:cubicBezTo>
                <a:cubicBezTo>
                  <a:pt x="1715" y="1221"/>
                  <a:pt x="1720" y="1219"/>
                  <a:pt x="1724" y="1221"/>
                </a:cubicBezTo>
                <a:cubicBezTo>
                  <a:pt x="1729" y="1222"/>
                  <a:pt x="1731" y="1227"/>
                  <a:pt x="1729" y="1232"/>
                </a:cubicBezTo>
                <a:cubicBezTo>
                  <a:pt x="1687" y="1338"/>
                  <a:pt x="1622" y="1438"/>
                  <a:pt x="1543" y="1521"/>
                </a:cubicBezTo>
                <a:cubicBezTo>
                  <a:pt x="1463" y="1603"/>
                  <a:pt x="1366" y="1671"/>
                  <a:pt x="1261" y="1718"/>
                </a:cubicBezTo>
                <a:cubicBezTo>
                  <a:pt x="1156" y="1764"/>
                  <a:pt x="1040" y="1791"/>
                  <a:pt x="926" y="1794"/>
                </a:cubicBezTo>
                <a:cubicBezTo>
                  <a:pt x="917" y="1794"/>
                  <a:pt x="908" y="1794"/>
                  <a:pt x="899" y="1794"/>
                </a:cubicBezTo>
                <a:close/>
              </a:path>
            </a:pathLst>
          </a:custGeom>
          <a:solidFill>
            <a:srgbClr val="377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250BFA0E-E377-4251-95AD-25EB8729EA96}"/>
              </a:ext>
            </a:extLst>
          </p:cNvPr>
          <p:cNvSpPr>
            <a:spLocks noEditPoints="1"/>
          </p:cNvSpPr>
          <p:nvPr/>
        </p:nvSpPr>
        <p:spPr bwMode="auto">
          <a:xfrm>
            <a:off x="4732515" y="2061547"/>
            <a:ext cx="2726970" cy="2730938"/>
          </a:xfrm>
          <a:custGeom>
            <a:avLst/>
            <a:gdLst>
              <a:gd name="T0" fmla="*/ 634 w 1716"/>
              <a:gd name="T1" fmla="*/ 1679 h 1718"/>
              <a:gd name="T2" fmla="*/ 866 w 1716"/>
              <a:gd name="T3" fmla="*/ 1718 h 1718"/>
              <a:gd name="T4" fmla="*/ 903 w 1716"/>
              <a:gd name="T5" fmla="*/ 1708 h 1718"/>
              <a:gd name="T6" fmla="*/ 916 w 1716"/>
              <a:gd name="T7" fmla="*/ 1701 h 1718"/>
              <a:gd name="T8" fmla="*/ 1092 w 1716"/>
              <a:gd name="T9" fmla="*/ 1685 h 1718"/>
              <a:gd name="T10" fmla="*/ 623 w 1716"/>
              <a:gd name="T11" fmla="*/ 1676 h 1718"/>
              <a:gd name="T12" fmla="*/ 379 w 1716"/>
              <a:gd name="T13" fmla="*/ 1561 h 1718"/>
              <a:gd name="T14" fmla="*/ 588 w 1716"/>
              <a:gd name="T15" fmla="*/ 1674 h 1718"/>
              <a:gd name="T16" fmla="*/ 1178 w 1716"/>
              <a:gd name="T17" fmla="*/ 1647 h 1718"/>
              <a:gd name="T18" fmla="*/ 1339 w 1716"/>
              <a:gd name="T19" fmla="*/ 1550 h 1718"/>
              <a:gd name="T20" fmla="*/ 1199 w 1716"/>
              <a:gd name="T21" fmla="*/ 1647 h 1718"/>
              <a:gd name="T22" fmla="*/ 367 w 1716"/>
              <a:gd name="T23" fmla="*/ 1543 h 1718"/>
              <a:gd name="T24" fmla="*/ 251 w 1716"/>
              <a:gd name="T25" fmla="*/ 1467 h 1718"/>
              <a:gd name="T26" fmla="*/ 345 w 1716"/>
              <a:gd name="T27" fmla="*/ 1526 h 1718"/>
              <a:gd name="T28" fmla="*/ 1418 w 1716"/>
              <a:gd name="T29" fmla="*/ 1499 h 1718"/>
              <a:gd name="T30" fmla="*/ 1538 w 1716"/>
              <a:gd name="T31" fmla="*/ 1354 h 1718"/>
              <a:gd name="T32" fmla="*/ 1438 w 1716"/>
              <a:gd name="T33" fmla="*/ 1492 h 1718"/>
              <a:gd name="T34" fmla="*/ 159 w 1716"/>
              <a:gd name="T35" fmla="*/ 1343 h 1718"/>
              <a:gd name="T36" fmla="*/ 67 w 1716"/>
              <a:gd name="T37" fmla="*/ 1193 h 1718"/>
              <a:gd name="T38" fmla="*/ 155 w 1716"/>
              <a:gd name="T39" fmla="*/ 1322 h 1718"/>
              <a:gd name="T40" fmla="*/ 1584 w 1716"/>
              <a:gd name="T41" fmla="*/ 1284 h 1718"/>
              <a:gd name="T42" fmla="*/ 1601 w 1716"/>
              <a:gd name="T43" fmla="*/ 1271 h 1718"/>
              <a:gd name="T44" fmla="*/ 1687 w 1716"/>
              <a:gd name="T45" fmla="*/ 1044 h 1718"/>
              <a:gd name="T46" fmla="*/ 42 w 1716"/>
              <a:gd name="T47" fmla="*/ 1105 h 1718"/>
              <a:gd name="T48" fmla="*/ 35 w 1716"/>
              <a:gd name="T49" fmla="*/ 1077 h 1718"/>
              <a:gd name="T50" fmla="*/ 9 w 1716"/>
              <a:gd name="T51" fmla="*/ 836 h 1718"/>
              <a:gd name="T52" fmla="*/ 42 w 1716"/>
              <a:gd name="T53" fmla="*/ 1073 h 1718"/>
              <a:gd name="T54" fmla="*/ 1700 w 1716"/>
              <a:gd name="T55" fmla="*/ 1027 h 1718"/>
              <a:gd name="T56" fmla="*/ 1699 w 1716"/>
              <a:gd name="T57" fmla="*/ 829 h 1718"/>
              <a:gd name="T58" fmla="*/ 1716 w 1716"/>
              <a:gd name="T59" fmla="*/ 859 h 1718"/>
              <a:gd name="T60" fmla="*/ 9 w 1716"/>
              <a:gd name="T61" fmla="*/ 825 h 1718"/>
              <a:gd name="T62" fmla="*/ 11 w 1716"/>
              <a:gd name="T63" fmla="*/ 797 h 1718"/>
              <a:gd name="T64" fmla="*/ 26 w 1716"/>
              <a:gd name="T65" fmla="*/ 733 h 1718"/>
              <a:gd name="T66" fmla="*/ 1699 w 1716"/>
              <a:gd name="T67" fmla="*/ 735 h 1718"/>
              <a:gd name="T68" fmla="*/ 1647 w 1716"/>
              <a:gd name="T69" fmla="*/ 569 h 1718"/>
              <a:gd name="T70" fmla="*/ 1704 w 1716"/>
              <a:gd name="T71" fmla="*/ 714 h 1718"/>
              <a:gd name="T72" fmla="*/ 78 w 1716"/>
              <a:gd name="T73" fmla="*/ 545 h 1718"/>
              <a:gd name="T74" fmla="*/ 98 w 1716"/>
              <a:gd name="T75" fmla="*/ 461 h 1718"/>
              <a:gd name="T76" fmla="*/ 81 w 1716"/>
              <a:gd name="T77" fmla="*/ 524 h 1718"/>
              <a:gd name="T78" fmla="*/ 1624 w 1716"/>
              <a:gd name="T79" fmla="*/ 478 h 1718"/>
              <a:gd name="T80" fmla="*/ 1479 w 1716"/>
              <a:gd name="T81" fmla="*/ 292 h 1718"/>
              <a:gd name="T82" fmla="*/ 1610 w 1716"/>
              <a:gd name="T83" fmla="*/ 446 h 1718"/>
              <a:gd name="T84" fmla="*/ 224 w 1716"/>
              <a:gd name="T85" fmla="*/ 307 h 1718"/>
              <a:gd name="T86" fmla="*/ 237 w 1716"/>
              <a:gd name="T87" fmla="*/ 267 h 1718"/>
              <a:gd name="T88" fmla="*/ 242 w 1716"/>
              <a:gd name="T89" fmla="*/ 286 h 1718"/>
              <a:gd name="T90" fmla="*/ 1454 w 1716"/>
              <a:gd name="T91" fmla="*/ 242 h 1718"/>
              <a:gd name="T92" fmla="*/ 1287 w 1716"/>
              <a:gd name="T93" fmla="*/ 136 h 1718"/>
              <a:gd name="T94" fmla="*/ 1434 w 1716"/>
              <a:gd name="T95" fmla="*/ 235 h 1718"/>
              <a:gd name="T96" fmla="*/ 439 w 1716"/>
              <a:gd name="T97" fmla="*/ 130 h 1718"/>
              <a:gd name="T98" fmla="*/ 518 w 1716"/>
              <a:gd name="T99" fmla="*/ 81 h 1718"/>
              <a:gd name="T100" fmla="*/ 1212 w 1716"/>
              <a:gd name="T101" fmla="*/ 97 h 1718"/>
              <a:gd name="T102" fmla="*/ 1190 w 1716"/>
              <a:gd name="T103" fmla="*/ 86 h 1718"/>
              <a:gd name="T104" fmla="*/ 1030 w 1716"/>
              <a:gd name="T105" fmla="*/ 19 h 1718"/>
              <a:gd name="T106" fmla="*/ 582 w 1716"/>
              <a:gd name="T107" fmla="*/ 64 h 1718"/>
              <a:gd name="T108" fmla="*/ 639 w 1716"/>
              <a:gd name="T109" fmla="*/ 47 h 1718"/>
              <a:gd name="T110" fmla="*/ 662 w 1716"/>
              <a:gd name="T111" fmla="*/ 24 h 1718"/>
              <a:gd name="T112" fmla="*/ 683 w 1716"/>
              <a:gd name="T113" fmla="*/ 28 h 1718"/>
              <a:gd name="T114" fmla="*/ 916 w 1716"/>
              <a:gd name="T115" fmla="*/ 20 h 1718"/>
              <a:gd name="T116" fmla="*/ 945 w 1716"/>
              <a:gd name="T117" fmla="*/ 23 h 1718"/>
              <a:gd name="T118" fmla="*/ 945 w 1716"/>
              <a:gd name="T119" fmla="*/ 23 h 17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716" h="1718">
                <a:moveTo>
                  <a:pt x="859" y="1718"/>
                </a:moveTo>
                <a:cubicBezTo>
                  <a:pt x="855" y="1718"/>
                  <a:pt x="852" y="1718"/>
                  <a:pt x="849" y="1718"/>
                </a:cubicBezTo>
                <a:cubicBezTo>
                  <a:pt x="836" y="1718"/>
                  <a:pt x="822" y="1717"/>
                  <a:pt x="809" y="1716"/>
                </a:cubicBezTo>
                <a:cubicBezTo>
                  <a:pt x="753" y="1713"/>
                  <a:pt x="696" y="1704"/>
                  <a:pt x="641" y="1690"/>
                </a:cubicBezTo>
                <a:cubicBezTo>
                  <a:pt x="640" y="1689"/>
                  <a:pt x="640" y="1689"/>
                  <a:pt x="640" y="1689"/>
                </a:cubicBezTo>
                <a:cubicBezTo>
                  <a:pt x="638" y="1689"/>
                  <a:pt x="636" y="1688"/>
                  <a:pt x="635" y="1686"/>
                </a:cubicBezTo>
                <a:cubicBezTo>
                  <a:pt x="634" y="1684"/>
                  <a:pt x="634" y="1681"/>
                  <a:pt x="634" y="1679"/>
                </a:cubicBezTo>
                <a:cubicBezTo>
                  <a:pt x="635" y="1675"/>
                  <a:pt x="640" y="1672"/>
                  <a:pt x="645" y="1673"/>
                </a:cubicBezTo>
                <a:cubicBezTo>
                  <a:pt x="699" y="1687"/>
                  <a:pt x="755" y="1696"/>
                  <a:pt x="810" y="1699"/>
                </a:cubicBezTo>
                <a:cubicBezTo>
                  <a:pt x="823" y="1700"/>
                  <a:pt x="836" y="1701"/>
                  <a:pt x="849" y="1701"/>
                </a:cubicBezTo>
                <a:cubicBezTo>
                  <a:pt x="855" y="1701"/>
                  <a:pt x="861" y="1701"/>
                  <a:pt x="866" y="1701"/>
                </a:cubicBezTo>
                <a:cubicBezTo>
                  <a:pt x="866" y="1701"/>
                  <a:pt x="866" y="1701"/>
                  <a:pt x="866" y="1701"/>
                </a:cubicBezTo>
                <a:cubicBezTo>
                  <a:pt x="871" y="1701"/>
                  <a:pt x="875" y="1704"/>
                  <a:pt x="875" y="1709"/>
                </a:cubicBezTo>
                <a:cubicBezTo>
                  <a:pt x="875" y="1714"/>
                  <a:pt x="871" y="1718"/>
                  <a:pt x="866" y="1718"/>
                </a:cubicBezTo>
                <a:cubicBezTo>
                  <a:pt x="864" y="1718"/>
                  <a:pt x="862" y="1718"/>
                  <a:pt x="859" y="1718"/>
                </a:cubicBezTo>
                <a:close/>
                <a:moveTo>
                  <a:pt x="895" y="1717"/>
                </a:moveTo>
                <a:cubicBezTo>
                  <a:pt x="890" y="1717"/>
                  <a:pt x="886" y="1713"/>
                  <a:pt x="886" y="1709"/>
                </a:cubicBezTo>
                <a:cubicBezTo>
                  <a:pt x="886" y="1707"/>
                  <a:pt x="887" y="1704"/>
                  <a:pt x="888" y="1703"/>
                </a:cubicBezTo>
                <a:cubicBezTo>
                  <a:pt x="890" y="1701"/>
                  <a:pt x="892" y="1700"/>
                  <a:pt x="894" y="1700"/>
                </a:cubicBezTo>
                <a:cubicBezTo>
                  <a:pt x="894" y="1700"/>
                  <a:pt x="894" y="1700"/>
                  <a:pt x="894" y="1700"/>
                </a:cubicBezTo>
                <a:cubicBezTo>
                  <a:pt x="899" y="1700"/>
                  <a:pt x="903" y="1703"/>
                  <a:pt x="903" y="1708"/>
                </a:cubicBezTo>
                <a:cubicBezTo>
                  <a:pt x="903" y="1713"/>
                  <a:pt x="900" y="1717"/>
                  <a:pt x="895" y="1717"/>
                </a:cubicBezTo>
                <a:cubicBezTo>
                  <a:pt x="895" y="1717"/>
                  <a:pt x="895" y="1717"/>
                  <a:pt x="895" y="1717"/>
                </a:cubicBezTo>
                <a:cubicBezTo>
                  <a:pt x="895" y="1717"/>
                  <a:pt x="895" y="1717"/>
                  <a:pt x="895" y="1717"/>
                </a:cubicBezTo>
                <a:close/>
                <a:moveTo>
                  <a:pt x="923" y="1715"/>
                </a:moveTo>
                <a:cubicBezTo>
                  <a:pt x="923" y="1715"/>
                  <a:pt x="923" y="1715"/>
                  <a:pt x="923" y="1715"/>
                </a:cubicBezTo>
                <a:cubicBezTo>
                  <a:pt x="919" y="1715"/>
                  <a:pt x="915" y="1712"/>
                  <a:pt x="914" y="1707"/>
                </a:cubicBezTo>
                <a:cubicBezTo>
                  <a:pt x="914" y="1705"/>
                  <a:pt x="915" y="1703"/>
                  <a:pt x="916" y="1701"/>
                </a:cubicBezTo>
                <a:cubicBezTo>
                  <a:pt x="918" y="1700"/>
                  <a:pt x="920" y="1698"/>
                  <a:pt x="922" y="1698"/>
                </a:cubicBezTo>
                <a:cubicBezTo>
                  <a:pt x="978" y="1694"/>
                  <a:pt x="1033" y="1684"/>
                  <a:pt x="1087" y="1669"/>
                </a:cubicBezTo>
                <a:cubicBezTo>
                  <a:pt x="1105" y="1664"/>
                  <a:pt x="1123" y="1658"/>
                  <a:pt x="1141" y="1652"/>
                </a:cubicBezTo>
                <a:cubicBezTo>
                  <a:pt x="1145" y="1650"/>
                  <a:pt x="1150" y="1653"/>
                  <a:pt x="1152" y="1657"/>
                </a:cubicBezTo>
                <a:cubicBezTo>
                  <a:pt x="1152" y="1659"/>
                  <a:pt x="1152" y="1661"/>
                  <a:pt x="1151" y="1663"/>
                </a:cubicBezTo>
                <a:cubicBezTo>
                  <a:pt x="1150" y="1665"/>
                  <a:pt x="1148" y="1667"/>
                  <a:pt x="1146" y="1668"/>
                </a:cubicBezTo>
                <a:cubicBezTo>
                  <a:pt x="1128" y="1674"/>
                  <a:pt x="1110" y="1680"/>
                  <a:pt x="1092" y="1685"/>
                </a:cubicBezTo>
                <a:cubicBezTo>
                  <a:pt x="1037" y="1701"/>
                  <a:pt x="980" y="1711"/>
                  <a:pt x="923" y="1715"/>
                </a:cubicBezTo>
                <a:close/>
                <a:moveTo>
                  <a:pt x="615" y="1682"/>
                </a:moveTo>
                <a:cubicBezTo>
                  <a:pt x="614" y="1682"/>
                  <a:pt x="614" y="1682"/>
                  <a:pt x="613" y="1682"/>
                </a:cubicBezTo>
                <a:cubicBezTo>
                  <a:pt x="608" y="1680"/>
                  <a:pt x="606" y="1676"/>
                  <a:pt x="607" y="1671"/>
                </a:cubicBezTo>
                <a:cubicBezTo>
                  <a:pt x="608" y="1667"/>
                  <a:pt x="613" y="1664"/>
                  <a:pt x="618" y="1665"/>
                </a:cubicBezTo>
                <a:cubicBezTo>
                  <a:pt x="620" y="1666"/>
                  <a:pt x="622" y="1668"/>
                  <a:pt x="623" y="1670"/>
                </a:cubicBezTo>
                <a:cubicBezTo>
                  <a:pt x="624" y="1672"/>
                  <a:pt x="624" y="1674"/>
                  <a:pt x="623" y="1676"/>
                </a:cubicBezTo>
                <a:cubicBezTo>
                  <a:pt x="622" y="1680"/>
                  <a:pt x="619" y="1682"/>
                  <a:pt x="615" y="1682"/>
                </a:cubicBezTo>
                <a:close/>
                <a:moveTo>
                  <a:pt x="588" y="1674"/>
                </a:moveTo>
                <a:cubicBezTo>
                  <a:pt x="587" y="1674"/>
                  <a:pt x="586" y="1673"/>
                  <a:pt x="586" y="1673"/>
                </a:cubicBezTo>
                <a:cubicBezTo>
                  <a:pt x="568" y="1667"/>
                  <a:pt x="550" y="1660"/>
                  <a:pt x="532" y="1653"/>
                </a:cubicBezTo>
                <a:cubicBezTo>
                  <a:pt x="530" y="1652"/>
                  <a:pt x="527" y="1651"/>
                  <a:pt x="525" y="1650"/>
                </a:cubicBezTo>
                <a:cubicBezTo>
                  <a:pt x="475" y="1629"/>
                  <a:pt x="427" y="1603"/>
                  <a:pt x="381" y="1573"/>
                </a:cubicBezTo>
                <a:cubicBezTo>
                  <a:pt x="377" y="1570"/>
                  <a:pt x="376" y="1565"/>
                  <a:pt x="379" y="1561"/>
                </a:cubicBezTo>
                <a:cubicBezTo>
                  <a:pt x="381" y="1557"/>
                  <a:pt x="387" y="1556"/>
                  <a:pt x="390" y="1559"/>
                </a:cubicBezTo>
                <a:cubicBezTo>
                  <a:pt x="435" y="1589"/>
                  <a:pt x="483" y="1614"/>
                  <a:pt x="532" y="1635"/>
                </a:cubicBezTo>
                <a:cubicBezTo>
                  <a:pt x="533" y="1635"/>
                  <a:pt x="535" y="1636"/>
                  <a:pt x="536" y="1637"/>
                </a:cubicBezTo>
                <a:cubicBezTo>
                  <a:pt x="539" y="1637"/>
                  <a:pt x="539" y="1637"/>
                  <a:pt x="539" y="1637"/>
                </a:cubicBezTo>
                <a:cubicBezTo>
                  <a:pt x="556" y="1645"/>
                  <a:pt x="573" y="1651"/>
                  <a:pt x="591" y="1657"/>
                </a:cubicBezTo>
                <a:cubicBezTo>
                  <a:pt x="595" y="1659"/>
                  <a:pt x="598" y="1663"/>
                  <a:pt x="596" y="1668"/>
                </a:cubicBezTo>
                <a:cubicBezTo>
                  <a:pt x="595" y="1671"/>
                  <a:pt x="592" y="1674"/>
                  <a:pt x="588" y="1674"/>
                </a:cubicBezTo>
                <a:close/>
                <a:moveTo>
                  <a:pt x="1170" y="1658"/>
                </a:moveTo>
                <a:cubicBezTo>
                  <a:pt x="1166" y="1658"/>
                  <a:pt x="1163" y="1656"/>
                  <a:pt x="1162" y="1653"/>
                </a:cubicBezTo>
                <a:cubicBezTo>
                  <a:pt x="1161" y="1651"/>
                  <a:pt x="1161" y="1649"/>
                  <a:pt x="1162" y="1646"/>
                </a:cubicBezTo>
                <a:cubicBezTo>
                  <a:pt x="1163" y="1644"/>
                  <a:pt x="1165" y="1643"/>
                  <a:pt x="1167" y="1642"/>
                </a:cubicBezTo>
                <a:cubicBezTo>
                  <a:pt x="1167" y="1642"/>
                  <a:pt x="1167" y="1642"/>
                  <a:pt x="1167" y="1642"/>
                </a:cubicBezTo>
                <a:cubicBezTo>
                  <a:pt x="1167" y="1642"/>
                  <a:pt x="1167" y="1642"/>
                  <a:pt x="1167" y="1642"/>
                </a:cubicBezTo>
                <a:cubicBezTo>
                  <a:pt x="1171" y="1640"/>
                  <a:pt x="1176" y="1643"/>
                  <a:pt x="1178" y="1647"/>
                </a:cubicBezTo>
                <a:cubicBezTo>
                  <a:pt x="1180" y="1651"/>
                  <a:pt x="1177" y="1656"/>
                  <a:pt x="1173" y="1658"/>
                </a:cubicBezTo>
                <a:cubicBezTo>
                  <a:pt x="1172" y="1658"/>
                  <a:pt x="1171" y="1658"/>
                  <a:pt x="1170" y="1658"/>
                </a:cubicBezTo>
                <a:close/>
                <a:moveTo>
                  <a:pt x="1196" y="1648"/>
                </a:moveTo>
                <a:cubicBezTo>
                  <a:pt x="1193" y="1648"/>
                  <a:pt x="1190" y="1645"/>
                  <a:pt x="1188" y="1642"/>
                </a:cubicBezTo>
                <a:cubicBezTo>
                  <a:pt x="1187" y="1640"/>
                  <a:pt x="1187" y="1638"/>
                  <a:pt x="1188" y="1636"/>
                </a:cubicBezTo>
                <a:cubicBezTo>
                  <a:pt x="1189" y="1634"/>
                  <a:pt x="1191" y="1632"/>
                  <a:pt x="1193" y="1631"/>
                </a:cubicBezTo>
                <a:cubicBezTo>
                  <a:pt x="1244" y="1609"/>
                  <a:pt x="1293" y="1581"/>
                  <a:pt x="1339" y="1550"/>
                </a:cubicBezTo>
                <a:cubicBezTo>
                  <a:pt x="1354" y="1539"/>
                  <a:pt x="1369" y="1528"/>
                  <a:pt x="1384" y="1516"/>
                </a:cubicBezTo>
                <a:cubicBezTo>
                  <a:pt x="1388" y="1513"/>
                  <a:pt x="1393" y="1514"/>
                  <a:pt x="1396" y="1517"/>
                </a:cubicBezTo>
                <a:cubicBezTo>
                  <a:pt x="1397" y="1519"/>
                  <a:pt x="1398" y="1521"/>
                  <a:pt x="1398" y="1524"/>
                </a:cubicBezTo>
                <a:cubicBezTo>
                  <a:pt x="1398" y="1526"/>
                  <a:pt x="1396" y="1528"/>
                  <a:pt x="1395" y="1529"/>
                </a:cubicBezTo>
                <a:cubicBezTo>
                  <a:pt x="1380" y="1541"/>
                  <a:pt x="1365" y="1553"/>
                  <a:pt x="1349" y="1563"/>
                </a:cubicBezTo>
                <a:cubicBezTo>
                  <a:pt x="1302" y="1596"/>
                  <a:pt x="1252" y="1624"/>
                  <a:pt x="1199" y="1647"/>
                </a:cubicBezTo>
                <a:cubicBezTo>
                  <a:pt x="1199" y="1647"/>
                  <a:pt x="1199" y="1647"/>
                  <a:pt x="1199" y="1647"/>
                </a:cubicBezTo>
                <a:cubicBezTo>
                  <a:pt x="1199" y="1647"/>
                  <a:pt x="1199" y="1647"/>
                  <a:pt x="1199" y="1647"/>
                </a:cubicBezTo>
                <a:cubicBezTo>
                  <a:pt x="1198" y="1647"/>
                  <a:pt x="1197" y="1648"/>
                  <a:pt x="1196" y="1648"/>
                </a:cubicBezTo>
                <a:close/>
                <a:moveTo>
                  <a:pt x="362" y="1558"/>
                </a:moveTo>
                <a:cubicBezTo>
                  <a:pt x="361" y="1558"/>
                  <a:pt x="359" y="1558"/>
                  <a:pt x="358" y="1557"/>
                </a:cubicBezTo>
                <a:cubicBezTo>
                  <a:pt x="354" y="1554"/>
                  <a:pt x="353" y="1549"/>
                  <a:pt x="356" y="1545"/>
                </a:cubicBezTo>
                <a:cubicBezTo>
                  <a:pt x="358" y="1541"/>
                  <a:pt x="363" y="1540"/>
                  <a:pt x="367" y="1543"/>
                </a:cubicBezTo>
                <a:cubicBezTo>
                  <a:pt x="367" y="1543"/>
                  <a:pt x="367" y="1543"/>
                  <a:pt x="367" y="1543"/>
                </a:cubicBezTo>
                <a:cubicBezTo>
                  <a:pt x="367" y="1543"/>
                  <a:pt x="367" y="1543"/>
                  <a:pt x="367" y="1543"/>
                </a:cubicBezTo>
                <a:cubicBezTo>
                  <a:pt x="371" y="1545"/>
                  <a:pt x="372" y="1551"/>
                  <a:pt x="369" y="1555"/>
                </a:cubicBezTo>
                <a:cubicBezTo>
                  <a:pt x="368" y="1557"/>
                  <a:pt x="365" y="1558"/>
                  <a:pt x="362" y="1558"/>
                </a:cubicBezTo>
                <a:close/>
                <a:moveTo>
                  <a:pt x="340" y="1541"/>
                </a:moveTo>
                <a:cubicBezTo>
                  <a:pt x="338" y="1541"/>
                  <a:pt x="336" y="1541"/>
                  <a:pt x="335" y="1540"/>
                </a:cubicBezTo>
                <a:cubicBezTo>
                  <a:pt x="319" y="1528"/>
                  <a:pt x="305" y="1516"/>
                  <a:pt x="290" y="1503"/>
                </a:cubicBezTo>
                <a:cubicBezTo>
                  <a:pt x="277" y="1491"/>
                  <a:pt x="264" y="1479"/>
                  <a:pt x="251" y="1467"/>
                </a:cubicBezTo>
                <a:cubicBezTo>
                  <a:pt x="224" y="1439"/>
                  <a:pt x="198" y="1409"/>
                  <a:pt x="174" y="1378"/>
                </a:cubicBezTo>
                <a:cubicBezTo>
                  <a:pt x="171" y="1374"/>
                  <a:pt x="172" y="1369"/>
                  <a:pt x="176" y="1366"/>
                </a:cubicBezTo>
                <a:cubicBezTo>
                  <a:pt x="179" y="1363"/>
                  <a:pt x="185" y="1364"/>
                  <a:pt x="188" y="1368"/>
                </a:cubicBezTo>
                <a:cubicBezTo>
                  <a:pt x="211" y="1398"/>
                  <a:pt x="236" y="1428"/>
                  <a:pt x="263" y="1455"/>
                </a:cubicBezTo>
                <a:cubicBezTo>
                  <a:pt x="276" y="1467"/>
                  <a:pt x="288" y="1479"/>
                  <a:pt x="302" y="1491"/>
                </a:cubicBezTo>
                <a:cubicBezTo>
                  <a:pt x="302" y="1491"/>
                  <a:pt x="302" y="1491"/>
                  <a:pt x="302" y="1491"/>
                </a:cubicBezTo>
                <a:cubicBezTo>
                  <a:pt x="316" y="1503"/>
                  <a:pt x="330" y="1515"/>
                  <a:pt x="345" y="1526"/>
                </a:cubicBezTo>
                <a:cubicBezTo>
                  <a:pt x="349" y="1529"/>
                  <a:pt x="349" y="1534"/>
                  <a:pt x="346" y="1538"/>
                </a:cubicBezTo>
                <a:cubicBezTo>
                  <a:pt x="345" y="1540"/>
                  <a:pt x="342" y="1541"/>
                  <a:pt x="340" y="1541"/>
                </a:cubicBezTo>
                <a:close/>
                <a:moveTo>
                  <a:pt x="1411" y="1513"/>
                </a:moveTo>
                <a:cubicBezTo>
                  <a:pt x="1409" y="1513"/>
                  <a:pt x="1406" y="1512"/>
                  <a:pt x="1405" y="1510"/>
                </a:cubicBezTo>
                <a:cubicBezTo>
                  <a:pt x="1403" y="1508"/>
                  <a:pt x="1403" y="1506"/>
                  <a:pt x="1403" y="1504"/>
                </a:cubicBezTo>
                <a:cubicBezTo>
                  <a:pt x="1403" y="1502"/>
                  <a:pt x="1404" y="1500"/>
                  <a:pt x="1406" y="1498"/>
                </a:cubicBezTo>
                <a:cubicBezTo>
                  <a:pt x="1409" y="1495"/>
                  <a:pt x="1415" y="1496"/>
                  <a:pt x="1418" y="1499"/>
                </a:cubicBezTo>
                <a:cubicBezTo>
                  <a:pt x="1421" y="1503"/>
                  <a:pt x="1420" y="1508"/>
                  <a:pt x="1417" y="1511"/>
                </a:cubicBezTo>
                <a:cubicBezTo>
                  <a:pt x="1415" y="1512"/>
                  <a:pt x="1413" y="1513"/>
                  <a:pt x="1411" y="1513"/>
                </a:cubicBezTo>
                <a:close/>
                <a:moveTo>
                  <a:pt x="1432" y="1494"/>
                </a:moveTo>
                <a:cubicBezTo>
                  <a:pt x="1430" y="1494"/>
                  <a:pt x="1428" y="1493"/>
                  <a:pt x="1426" y="1492"/>
                </a:cubicBezTo>
                <a:cubicBezTo>
                  <a:pt x="1423" y="1488"/>
                  <a:pt x="1423" y="1483"/>
                  <a:pt x="1427" y="1480"/>
                </a:cubicBezTo>
                <a:cubicBezTo>
                  <a:pt x="1431" y="1475"/>
                  <a:pt x="1435" y="1471"/>
                  <a:pt x="1439" y="1468"/>
                </a:cubicBezTo>
                <a:cubicBezTo>
                  <a:pt x="1475" y="1433"/>
                  <a:pt x="1509" y="1395"/>
                  <a:pt x="1538" y="1354"/>
                </a:cubicBezTo>
                <a:cubicBezTo>
                  <a:pt x="1549" y="1339"/>
                  <a:pt x="1560" y="1324"/>
                  <a:pt x="1570" y="1308"/>
                </a:cubicBezTo>
                <a:cubicBezTo>
                  <a:pt x="1572" y="1304"/>
                  <a:pt x="1577" y="1303"/>
                  <a:pt x="1581" y="1305"/>
                </a:cubicBezTo>
                <a:cubicBezTo>
                  <a:pt x="1585" y="1308"/>
                  <a:pt x="1586" y="1313"/>
                  <a:pt x="1584" y="1317"/>
                </a:cubicBezTo>
                <a:cubicBezTo>
                  <a:pt x="1574" y="1333"/>
                  <a:pt x="1563" y="1349"/>
                  <a:pt x="1552" y="1364"/>
                </a:cubicBezTo>
                <a:cubicBezTo>
                  <a:pt x="1522" y="1406"/>
                  <a:pt x="1488" y="1445"/>
                  <a:pt x="1451" y="1480"/>
                </a:cubicBezTo>
                <a:cubicBezTo>
                  <a:pt x="1447" y="1484"/>
                  <a:pt x="1442" y="1488"/>
                  <a:pt x="1438" y="1492"/>
                </a:cubicBezTo>
                <a:cubicBezTo>
                  <a:pt x="1438" y="1492"/>
                  <a:pt x="1438" y="1492"/>
                  <a:pt x="1438" y="1492"/>
                </a:cubicBezTo>
                <a:cubicBezTo>
                  <a:pt x="1438" y="1492"/>
                  <a:pt x="1438" y="1492"/>
                  <a:pt x="1438" y="1492"/>
                </a:cubicBezTo>
                <a:cubicBezTo>
                  <a:pt x="1436" y="1494"/>
                  <a:pt x="1434" y="1494"/>
                  <a:pt x="1432" y="1494"/>
                </a:cubicBezTo>
                <a:close/>
                <a:moveTo>
                  <a:pt x="164" y="1358"/>
                </a:moveTo>
                <a:cubicBezTo>
                  <a:pt x="161" y="1358"/>
                  <a:pt x="159" y="1357"/>
                  <a:pt x="157" y="1355"/>
                </a:cubicBezTo>
                <a:cubicBezTo>
                  <a:pt x="157" y="1355"/>
                  <a:pt x="157" y="1355"/>
                  <a:pt x="157" y="1355"/>
                </a:cubicBezTo>
                <a:cubicBezTo>
                  <a:pt x="156" y="1353"/>
                  <a:pt x="155" y="1351"/>
                  <a:pt x="156" y="1348"/>
                </a:cubicBezTo>
                <a:cubicBezTo>
                  <a:pt x="156" y="1346"/>
                  <a:pt x="157" y="1344"/>
                  <a:pt x="159" y="1343"/>
                </a:cubicBezTo>
                <a:cubicBezTo>
                  <a:pt x="163" y="1340"/>
                  <a:pt x="168" y="1341"/>
                  <a:pt x="171" y="1345"/>
                </a:cubicBezTo>
                <a:cubicBezTo>
                  <a:pt x="174" y="1349"/>
                  <a:pt x="173" y="1354"/>
                  <a:pt x="169" y="1357"/>
                </a:cubicBezTo>
                <a:cubicBezTo>
                  <a:pt x="168" y="1358"/>
                  <a:pt x="166" y="1358"/>
                  <a:pt x="164" y="1358"/>
                </a:cubicBezTo>
                <a:close/>
                <a:moveTo>
                  <a:pt x="148" y="1335"/>
                </a:moveTo>
                <a:cubicBezTo>
                  <a:pt x="145" y="1335"/>
                  <a:pt x="143" y="1334"/>
                  <a:pt x="141" y="1331"/>
                </a:cubicBezTo>
                <a:cubicBezTo>
                  <a:pt x="131" y="1315"/>
                  <a:pt x="121" y="1299"/>
                  <a:pt x="111" y="1282"/>
                </a:cubicBezTo>
                <a:cubicBezTo>
                  <a:pt x="95" y="1253"/>
                  <a:pt x="80" y="1223"/>
                  <a:pt x="67" y="1193"/>
                </a:cubicBezTo>
                <a:cubicBezTo>
                  <a:pt x="58" y="1171"/>
                  <a:pt x="50" y="1148"/>
                  <a:pt x="42" y="1126"/>
                </a:cubicBezTo>
                <a:cubicBezTo>
                  <a:pt x="42" y="1124"/>
                  <a:pt x="42" y="1121"/>
                  <a:pt x="43" y="1119"/>
                </a:cubicBezTo>
                <a:cubicBezTo>
                  <a:pt x="44" y="1117"/>
                  <a:pt x="46" y="1116"/>
                  <a:pt x="48" y="1115"/>
                </a:cubicBezTo>
                <a:cubicBezTo>
                  <a:pt x="52" y="1114"/>
                  <a:pt x="57" y="1116"/>
                  <a:pt x="59" y="1121"/>
                </a:cubicBezTo>
                <a:cubicBezTo>
                  <a:pt x="66" y="1143"/>
                  <a:pt x="74" y="1165"/>
                  <a:pt x="83" y="1186"/>
                </a:cubicBezTo>
                <a:cubicBezTo>
                  <a:pt x="96" y="1216"/>
                  <a:pt x="110" y="1246"/>
                  <a:pt x="126" y="1274"/>
                </a:cubicBezTo>
                <a:cubicBezTo>
                  <a:pt x="135" y="1290"/>
                  <a:pt x="145" y="1306"/>
                  <a:pt x="155" y="1322"/>
                </a:cubicBezTo>
                <a:cubicBezTo>
                  <a:pt x="158" y="1326"/>
                  <a:pt x="157" y="1331"/>
                  <a:pt x="153" y="1334"/>
                </a:cubicBezTo>
                <a:cubicBezTo>
                  <a:pt x="151" y="1335"/>
                  <a:pt x="150" y="1335"/>
                  <a:pt x="148" y="1335"/>
                </a:cubicBezTo>
                <a:close/>
                <a:moveTo>
                  <a:pt x="1591" y="1297"/>
                </a:moveTo>
                <a:cubicBezTo>
                  <a:pt x="1590" y="1297"/>
                  <a:pt x="1588" y="1296"/>
                  <a:pt x="1587" y="1296"/>
                </a:cubicBezTo>
                <a:cubicBezTo>
                  <a:pt x="1583" y="1293"/>
                  <a:pt x="1582" y="1288"/>
                  <a:pt x="1584" y="1284"/>
                </a:cubicBezTo>
                <a:cubicBezTo>
                  <a:pt x="1584" y="1284"/>
                  <a:pt x="1584" y="1284"/>
                  <a:pt x="1584" y="1284"/>
                </a:cubicBezTo>
                <a:cubicBezTo>
                  <a:pt x="1584" y="1284"/>
                  <a:pt x="1584" y="1284"/>
                  <a:pt x="1584" y="1284"/>
                </a:cubicBezTo>
                <a:cubicBezTo>
                  <a:pt x="1586" y="1280"/>
                  <a:pt x="1592" y="1279"/>
                  <a:pt x="1596" y="1281"/>
                </a:cubicBezTo>
                <a:cubicBezTo>
                  <a:pt x="1598" y="1282"/>
                  <a:pt x="1599" y="1284"/>
                  <a:pt x="1600" y="1286"/>
                </a:cubicBezTo>
                <a:cubicBezTo>
                  <a:pt x="1600" y="1288"/>
                  <a:pt x="1600" y="1291"/>
                  <a:pt x="1599" y="1293"/>
                </a:cubicBezTo>
                <a:cubicBezTo>
                  <a:pt x="1599" y="1293"/>
                  <a:pt x="1599" y="1293"/>
                  <a:pt x="1599" y="1293"/>
                </a:cubicBezTo>
                <a:cubicBezTo>
                  <a:pt x="1597" y="1295"/>
                  <a:pt x="1594" y="1297"/>
                  <a:pt x="1591" y="1297"/>
                </a:cubicBezTo>
                <a:close/>
                <a:moveTo>
                  <a:pt x="1605" y="1272"/>
                </a:moveTo>
                <a:cubicBezTo>
                  <a:pt x="1604" y="1272"/>
                  <a:pt x="1602" y="1272"/>
                  <a:pt x="1601" y="1271"/>
                </a:cubicBezTo>
                <a:cubicBezTo>
                  <a:pt x="1599" y="1270"/>
                  <a:pt x="1598" y="1268"/>
                  <a:pt x="1597" y="1266"/>
                </a:cubicBezTo>
                <a:cubicBezTo>
                  <a:pt x="1596" y="1264"/>
                  <a:pt x="1597" y="1262"/>
                  <a:pt x="1598" y="1260"/>
                </a:cubicBezTo>
                <a:cubicBezTo>
                  <a:pt x="1608" y="1241"/>
                  <a:pt x="1617" y="1222"/>
                  <a:pt x="1626" y="1203"/>
                </a:cubicBezTo>
                <a:cubicBezTo>
                  <a:pt x="1640" y="1171"/>
                  <a:pt x="1652" y="1138"/>
                  <a:pt x="1662" y="1105"/>
                </a:cubicBezTo>
                <a:cubicBezTo>
                  <a:pt x="1663" y="1105"/>
                  <a:pt x="1663" y="1105"/>
                  <a:pt x="1663" y="1105"/>
                </a:cubicBezTo>
                <a:cubicBezTo>
                  <a:pt x="1668" y="1087"/>
                  <a:pt x="1673" y="1069"/>
                  <a:pt x="1677" y="1051"/>
                </a:cubicBezTo>
                <a:cubicBezTo>
                  <a:pt x="1678" y="1046"/>
                  <a:pt x="1683" y="1043"/>
                  <a:pt x="1687" y="1044"/>
                </a:cubicBezTo>
                <a:cubicBezTo>
                  <a:pt x="1690" y="1045"/>
                  <a:pt x="1691" y="1046"/>
                  <a:pt x="1693" y="1048"/>
                </a:cubicBezTo>
                <a:cubicBezTo>
                  <a:pt x="1694" y="1050"/>
                  <a:pt x="1694" y="1052"/>
                  <a:pt x="1694" y="1055"/>
                </a:cubicBezTo>
                <a:cubicBezTo>
                  <a:pt x="1689" y="1073"/>
                  <a:pt x="1684" y="1092"/>
                  <a:pt x="1679" y="1110"/>
                </a:cubicBezTo>
                <a:cubicBezTo>
                  <a:pt x="1668" y="1144"/>
                  <a:pt x="1656" y="1178"/>
                  <a:pt x="1641" y="1210"/>
                </a:cubicBezTo>
                <a:cubicBezTo>
                  <a:pt x="1633" y="1229"/>
                  <a:pt x="1623" y="1249"/>
                  <a:pt x="1613" y="1268"/>
                </a:cubicBezTo>
                <a:cubicBezTo>
                  <a:pt x="1611" y="1270"/>
                  <a:pt x="1608" y="1272"/>
                  <a:pt x="1605" y="1272"/>
                </a:cubicBezTo>
                <a:close/>
                <a:moveTo>
                  <a:pt x="42" y="1105"/>
                </a:moveTo>
                <a:cubicBezTo>
                  <a:pt x="38" y="1105"/>
                  <a:pt x="35" y="1102"/>
                  <a:pt x="34" y="1098"/>
                </a:cubicBezTo>
                <a:cubicBezTo>
                  <a:pt x="33" y="1094"/>
                  <a:pt x="35" y="1089"/>
                  <a:pt x="40" y="1088"/>
                </a:cubicBezTo>
                <a:cubicBezTo>
                  <a:pt x="44" y="1087"/>
                  <a:pt x="49" y="1089"/>
                  <a:pt x="50" y="1094"/>
                </a:cubicBezTo>
                <a:cubicBezTo>
                  <a:pt x="51" y="1096"/>
                  <a:pt x="51" y="1098"/>
                  <a:pt x="50" y="1100"/>
                </a:cubicBezTo>
                <a:cubicBezTo>
                  <a:pt x="48" y="1102"/>
                  <a:pt x="47" y="1104"/>
                  <a:pt x="44" y="1104"/>
                </a:cubicBezTo>
                <a:cubicBezTo>
                  <a:pt x="44" y="1104"/>
                  <a:pt x="43" y="1105"/>
                  <a:pt x="42" y="1105"/>
                </a:cubicBezTo>
                <a:close/>
                <a:moveTo>
                  <a:pt x="35" y="1077"/>
                </a:moveTo>
                <a:cubicBezTo>
                  <a:pt x="31" y="1077"/>
                  <a:pt x="27" y="1075"/>
                  <a:pt x="26" y="1071"/>
                </a:cubicBezTo>
                <a:cubicBezTo>
                  <a:pt x="22" y="1053"/>
                  <a:pt x="18" y="1034"/>
                  <a:pt x="14" y="1015"/>
                </a:cubicBezTo>
                <a:cubicBezTo>
                  <a:pt x="5" y="967"/>
                  <a:pt x="0" y="918"/>
                  <a:pt x="0" y="870"/>
                </a:cubicBezTo>
                <a:cubicBezTo>
                  <a:pt x="0" y="866"/>
                  <a:pt x="0" y="863"/>
                  <a:pt x="0" y="859"/>
                </a:cubicBezTo>
                <a:cubicBezTo>
                  <a:pt x="0" y="854"/>
                  <a:pt x="0" y="849"/>
                  <a:pt x="0" y="845"/>
                </a:cubicBezTo>
                <a:cubicBezTo>
                  <a:pt x="0" y="840"/>
                  <a:pt x="4" y="836"/>
                  <a:pt x="8" y="836"/>
                </a:cubicBezTo>
                <a:cubicBezTo>
                  <a:pt x="9" y="836"/>
                  <a:pt x="9" y="836"/>
                  <a:pt x="9" y="836"/>
                </a:cubicBezTo>
                <a:cubicBezTo>
                  <a:pt x="11" y="836"/>
                  <a:pt x="13" y="837"/>
                  <a:pt x="14" y="839"/>
                </a:cubicBezTo>
                <a:cubicBezTo>
                  <a:pt x="16" y="841"/>
                  <a:pt x="17" y="843"/>
                  <a:pt x="17" y="845"/>
                </a:cubicBezTo>
                <a:cubicBezTo>
                  <a:pt x="17" y="850"/>
                  <a:pt x="17" y="855"/>
                  <a:pt x="17" y="859"/>
                </a:cubicBezTo>
                <a:cubicBezTo>
                  <a:pt x="17" y="863"/>
                  <a:pt x="17" y="866"/>
                  <a:pt x="17" y="869"/>
                </a:cubicBezTo>
                <a:cubicBezTo>
                  <a:pt x="17" y="917"/>
                  <a:pt x="22" y="965"/>
                  <a:pt x="31" y="1012"/>
                </a:cubicBezTo>
                <a:cubicBezTo>
                  <a:pt x="34" y="1030"/>
                  <a:pt x="38" y="1049"/>
                  <a:pt x="43" y="1067"/>
                </a:cubicBezTo>
                <a:cubicBezTo>
                  <a:pt x="43" y="1069"/>
                  <a:pt x="43" y="1071"/>
                  <a:pt x="42" y="1073"/>
                </a:cubicBezTo>
                <a:cubicBezTo>
                  <a:pt x="41" y="1075"/>
                  <a:pt x="39" y="1077"/>
                  <a:pt x="37" y="1077"/>
                </a:cubicBezTo>
                <a:cubicBezTo>
                  <a:pt x="36" y="1077"/>
                  <a:pt x="35" y="1077"/>
                  <a:pt x="35" y="1077"/>
                </a:cubicBezTo>
                <a:close/>
                <a:moveTo>
                  <a:pt x="1691" y="1034"/>
                </a:moveTo>
                <a:cubicBezTo>
                  <a:pt x="1691" y="1034"/>
                  <a:pt x="1690" y="1034"/>
                  <a:pt x="1690" y="1033"/>
                </a:cubicBezTo>
                <a:cubicBezTo>
                  <a:pt x="1685" y="1033"/>
                  <a:pt x="1682" y="1028"/>
                  <a:pt x="1683" y="1023"/>
                </a:cubicBezTo>
                <a:cubicBezTo>
                  <a:pt x="1684" y="1019"/>
                  <a:pt x="1689" y="1016"/>
                  <a:pt x="1693" y="1017"/>
                </a:cubicBezTo>
                <a:cubicBezTo>
                  <a:pt x="1698" y="1018"/>
                  <a:pt x="1701" y="1022"/>
                  <a:pt x="1700" y="1027"/>
                </a:cubicBezTo>
                <a:cubicBezTo>
                  <a:pt x="1699" y="1031"/>
                  <a:pt x="1695" y="1034"/>
                  <a:pt x="1691" y="1034"/>
                </a:cubicBezTo>
                <a:close/>
                <a:moveTo>
                  <a:pt x="1696" y="1006"/>
                </a:moveTo>
                <a:cubicBezTo>
                  <a:pt x="1696" y="1006"/>
                  <a:pt x="1696" y="1006"/>
                  <a:pt x="1695" y="1006"/>
                </a:cubicBezTo>
                <a:cubicBezTo>
                  <a:pt x="1690" y="1005"/>
                  <a:pt x="1687" y="1001"/>
                  <a:pt x="1688" y="996"/>
                </a:cubicBezTo>
                <a:cubicBezTo>
                  <a:pt x="1694" y="960"/>
                  <a:pt x="1698" y="924"/>
                  <a:pt x="1699" y="888"/>
                </a:cubicBezTo>
                <a:cubicBezTo>
                  <a:pt x="1699" y="878"/>
                  <a:pt x="1699" y="869"/>
                  <a:pt x="1699" y="859"/>
                </a:cubicBezTo>
                <a:cubicBezTo>
                  <a:pt x="1699" y="849"/>
                  <a:pt x="1699" y="839"/>
                  <a:pt x="1699" y="829"/>
                </a:cubicBezTo>
                <a:cubicBezTo>
                  <a:pt x="1699" y="829"/>
                  <a:pt x="1699" y="829"/>
                  <a:pt x="1699" y="829"/>
                </a:cubicBezTo>
                <a:cubicBezTo>
                  <a:pt x="1699" y="829"/>
                  <a:pt x="1699" y="829"/>
                  <a:pt x="1699" y="829"/>
                </a:cubicBezTo>
                <a:cubicBezTo>
                  <a:pt x="1698" y="810"/>
                  <a:pt x="1697" y="791"/>
                  <a:pt x="1695" y="773"/>
                </a:cubicBezTo>
                <a:cubicBezTo>
                  <a:pt x="1694" y="768"/>
                  <a:pt x="1698" y="764"/>
                  <a:pt x="1702" y="763"/>
                </a:cubicBezTo>
                <a:cubicBezTo>
                  <a:pt x="1707" y="763"/>
                  <a:pt x="1711" y="766"/>
                  <a:pt x="1712" y="771"/>
                </a:cubicBezTo>
                <a:cubicBezTo>
                  <a:pt x="1714" y="790"/>
                  <a:pt x="1715" y="809"/>
                  <a:pt x="1716" y="828"/>
                </a:cubicBezTo>
                <a:cubicBezTo>
                  <a:pt x="1716" y="838"/>
                  <a:pt x="1716" y="849"/>
                  <a:pt x="1716" y="859"/>
                </a:cubicBezTo>
                <a:cubicBezTo>
                  <a:pt x="1716" y="869"/>
                  <a:pt x="1716" y="879"/>
                  <a:pt x="1716" y="888"/>
                </a:cubicBezTo>
                <a:cubicBezTo>
                  <a:pt x="1715" y="925"/>
                  <a:pt x="1711" y="962"/>
                  <a:pt x="1705" y="998"/>
                </a:cubicBezTo>
                <a:cubicBezTo>
                  <a:pt x="1705" y="998"/>
                  <a:pt x="1705" y="998"/>
                  <a:pt x="1705" y="998"/>
                </a:cubicBezTo>
                <a:cubicBezTo>
                  <a:pt x="1705" y="999"/>
                  <a:pt x="1705" y="999"/>
                  <a:pt x="1705" y="999"/>
                </a:cubicBezTo>
                <a:cubicBezTo>
                  <a:pt x="1704" y="1003"/>
                  <a:pt x="1701" y="1006"/>
                  <a:pt x="1696" y="1006"/>
                </a:cubicBezTo>
                <a:close/>
                <a:moveTo>
                  <a:pt x="9" y="825"/>
                </a:moveTo>
                <a:cubicBezTo>
                  <a:pt x="9" y="825"/>
                  <a:pt x="9" y="825"/>
                  <a:pt x="9" y="825"/>
                </a:cubicBezTo>
                <a:cubicBezTo>
                  <a:pt x="4" y="825"/>
                  <a:pt x="1" y="821"/>
                  <a:pt x="1" y="816"/>
                </a:cubicBezTo>
                <a:cubicBezTo>
                  <a:pt x="1" y="811"/>
                  <a:pt x="5" y="808"/>
                  <a:pt x="10" y="808"/>
                </a:cubicBezTo>
                <a:cubicBezTo>
                  <a:pt x="14" y="808"/>
                  <a:pt x="18" y="812"/>
                  <a:pt x="18" y="817"/>
                </a:cubicBezTo>
                <a:cubicBezTo>
                  <a:pt x="18" y="821"/>
                  <a:pt x="14" y="825"/>
                  <a:pt x="9" y="825"/>
                </a:cubicBezTo>
                <a:close/>
                <a:moveTo>
                  <a:pt x="11" y="797"/>
                </a:moveTo>
                <a:cubicBezTo>
                  <a:pt x="11" y="797"/>
                  <a:pt x="11" y="797"/>
                  <a:pt x="11" y="797"/>
                </a:cubicBezTo>
                <a:cubicBezTo>
                  <a:pt x="11" y="797"/>
                  <a:pt x="11" y="797"/>
                  <a:pt x="11" y="797"/>
                </a:cubicBezTo>
                <a:cubicBezTo>
                  <a:pt x="8" y="797"/>
                  <a:pt x="6" y="796"/>
                  <a:pt x="5" y="794"/>
                </a:cubicBezTo>
                <a:cubicBezTo>
                  <a:pt x="3" y="792"/>
                  <a:pt x="3" y="790"/>
                  <a:pt x="3" y="788"/>
                </a:cubicBezTo>
                <a:cubicBezTo>
                  <a:pt x="4" y="769"/>
                  <a:pt x="7" y="750"/>
                  <a:pt x="10" y="731"/>
                </a:cubicBezTo>
                <a:cubicBezTo>
                  <a:pt x="18" y="674"/>
                  <a:pt x="32" y="619"/>
                  <a:pt x="52" y="565"/>
                </a:cubicBezTo>
                <a:cubicBezTo>
                  <a:pt x="54" y="561"/>
                  <a:pt x="59" y="558"/>
                  <a:pt x="63" y="560"/>
                </a:cubicBezTo>
                <a:cubicBezTo>
                  <a:pt x="67" y="562"/>
                  <a:pt x="70" y="567"/>
                  <a:pt x="68" y="571"/>
                </a:cubicBezTo>
                <a:cubicBezTo>
                  <a:pt x="49" y="623"/>
                  <a:pt x="35" y="678"/>
                  <a:pt x="26" y="733"/>
                </a:cubicBezTo>
                <a:cubicBezTo>
                  <a:pt x="24" y="752"/>
                  <a:pt x="21" y="771"/>
                  <a:pt x="20" y="789"/>
                </a:cubicBezTo>
                <a:cubicBezTo>
                  <a:pt x="19" y="793"/>
                  <a:pt x="16" y="797"/>
                  <a:pt x="11" y="797"/>
                </a:cubicBezTo>
                <a:close/>
                <a:moveTo>
                  <a:pt x="1700" y="752"/>
                </a:moveTo>
                <a:cubicBezTo>
                  <a:pt x="1696" y="752"/>
                  <a:pt x="1692" y="749"/>
                  <a:pt x="1691" y="745"/>
                </a:cubicBezTo>
                <a:cubicBezTo>
                  <a:pt x="1691" y="745"/>
                  <a:pt x="1691" y="745"/>
                  <a:pt x="1691" y="745"/>
                </a:cubicBezTo>
                <a:cubicBezTo>
                  <a:pt x="1691" y="743"/>
                  <a:pt x="1692" y="740"/>
                  <a:pt x="1693" y="739"/>
                </a:cubicBezTo>
                <a:cubicBezTo>
                  <a:pt x="1694" y="737"/>
                  <a:pt x="1696" y="736"/>
                  <a:pt x="1699" y="735"/>
                </a:cubicBezTo>
                <a:cubicBezTo>
                  <a:pt x="1703" y="735"/>
                  <a:pt x="1708" y="738"/>
                  <a:pt x="1708" y="743"/>
                </a:cubicBezTo>
                <a:cubicBezTo>
                  <a:pt x="1709" y="745"/>
                  <a:pt x="1708" y="747"/>
                  <a:pt x="1707" y="749"/>
                </a:cubicBezTo>
                <a:cubicBezTo>
                  <a:pt x="1705" y="751"/>
                  <a:pt x="1703" y="752"/>
                  <a:pt x="1701" y="752"/>
                </a:cubicBezTo>
                <a:cubicBezTo>
                  <a:pt x="1701" y="752"/>
                  <a:pt x="1700" y="752"/>
                  <a:pt x="1700" y="752"/>
                </a:cubicBezTo>
                <a:close/>
                <a:moveTo>
                  <a:pt x="1695" y="724"/>
                </a:moveTo>
                <a:cubicBezTo>
                  <a:pt x="1691" y="724"/>
                  <a:pt x="1688" y="721"/>
                  <a:pt x="1687" y="717"/>
                </a:cubicBezTo>
                <a:cubicBezTo>
                  <a:pt x="1678" y="667"/>
                  <a:pt x="1665" y="617"/>
                  <a:pt x="1647" y="569"/>
                </a:cubicBezTo>
                <a:cubicBezTo>
                  <a:pt x="1646" y="564"/>
                  <a:pt x="1644" y="560"/>
                  <a:pt x="1642" y="556"/>
                </a:cubicBezTo>
                <a:cubicBezTo>
                  <a:pt x="1635" y="538"/>
                  <a:pt x="1628" y="521"/>
                  <a:pt x="1620" y="504"/>
                </a:cubicBezTo>
                <a:cubicBezTo>
                  <a:pt x="1618" y="500"/>
                  <a:pt x="1620" y="495"/>
                  <a:pt x="1624" y="493"/>
                </a:cubicBezTo>
                <a:cubicBezTo>
                  <a:pt x="1628" y="491"/>
                  <a:pt x="1634" y="493"/>
                  <a:pt x="1636" y="497"/>
                </a:cubicBezTo>
                <a:cubicBezTo>
                  <a:pt x="1644" y="514"/>
                  <a:pt x="1651" y="532"/>
                  <a:pt x="1658" y="549"/>
                </a:cubicBezTo>
                <a:cubicBezTo>
                  <a:pt x="1660" y="554"/>
                  <a:pt x="1661" y="558"/>
                  <a:pt x="1663" y="563"/>
                </a:cubicBezTo>
                <a:cubicBezTo>
                  <a:pt x="1681" y="612"/>
                  <a:pt x="1695" y="663"/>
                  <a:pt x="1704" y="714"/>
                </a:cubicBezTo>
                <a:cubicBezTo>
                  <a:pt x="1705" y="719"/>
                  <a:pt x="1701" y="723"/>
                  <a:pt x="1697" y="724"/>
                </a:cubicBezTo>
                <a:cubicBezTo>
                  <a:pt x="1696" y="724"/>
                  <a:pt x="1696" y="724"/>
                  <a:pt x="1695" y="724"/>
                </a:cubicBezTo>
                <a:close/>
                <a:moveTo>
                  <a:pt x="70" y="550"/>
                </a:moveTo>
                <a:cubicBezTo>
                  <a:pt x="69" y="550"/>
                  <a:pt x="68" y="550"/>
                  <a:pt x="67" y="550"/>
                </a:cubicBezTo>
                <a:cubicBezTo>
                  <a:pt x="63" y="548"/>
                  <a:pt x="61" y="543"/>
                  <a:pt x="62" y="538"/>
                </a:cubicBezTo>
                <a:cubicBezTo>
                  <a:pt x="64" y="534"/>
                  <a:pt x="69" y="532"/>
                  <a:pt x="73" y="534"/>
                </a:cubicBezTo>
                <a:cubicBezTo>
                  <a:pt x="78" y="536"/>
                  <a:pt x="80" y="540"/>
                  <a:pt x="78" y="545"/>
                </a:cubicBezTo>
                <a:cubicBezTo>
                  <a:pt x="77" y="548"/>
                  <a:pt x="74" y="550"/>
                  <a:pt x="70" y="550"/>
                </a:cubicBezTo>
                <a:close/>
                <a:moveTo>
                  <a:pt x="81" y="524"/>
                </a:moveTo>
                <a:cubicBezTo>
                  <a:pt x="80" y="524"/>
                  <a:pt x="79" y="524"/>
                  <a:pt x="78" y="523"/>
                </a:cubicBezTo>
                <a:cubicBezTo>
                  <a:pt x="76" y="522"/>
                  <a:pt x="74" y="521"/>
                  <a:pt x="73" y="519"/>
                </a:cubicBezTo>
                <a:cubicBezTo>
                  <a:pt x="72" y="517"/>
                  <a:pt x="73" y="514"/>
                  <a:pt x="73" y="512"/>
                </a:cubicBezTo>
                <a:cubicBezTo>
                  <a:pt x="81" y="495"/>
                  <a:pt x="89" y="478"/>
                  <a:pt x="98" y="461"/>
                </a:cubicBezTo>
                <a:cubicBezTo>
                  <a:pt x="98" y="461"/>
                  <a:pt x="98" y="461"/>
                  <a:pt x="98" y="461"/>
                </a:cubicBezTo>
                <a:cubicBezTo>
                  <a:pt x="98" y="461"/>
                  <a:pt x="98" y="461"/>
                  <a:pt x="98" y="460"/>
                </a:cubicBezTo>
                <a:cubicBezTo>
                  <a:pt x="125" y="410"/>
                  <a:pt x="157" y="362"/>
                  <a:pt x="192" y="318"/>
                </a:cubicBezTo>
                <a:cubicBezTo>
                  <a:pt x="195" y="314"/>
                  <a:pt x="201" y="314"/>
                  <a:pt x="204" y="317"/>
                </a:cubicBezTo>
                <a:cubicBezTo>
                  <a:pt x="208" y="320"/>
                  <a:pt x="209" y="325"/>
                  <a:pt x="206" y="329"/>
                </a:cubicBezTo>
                <a:cubicBezTo>
                  <a:pt x="170" y="372"/>
                  <a:pt x="139" y="419"/>
                  <a:pt x="113" y="469"/>
                </a:cubicBezTo>
                <a:cubicBezTo>
                  <a:pt x="105" y="485"/>
                  <a:pt x="96" y="502"/>
                  <a:pt x="89" y="519"/>
                </a:cubicBezTo>
                <a:cubicBezTo>
                  <a:pt x="88" y="522"/>
                  <a:pt x="85" y="524"/>
                  <a:pt x="81" y="524"/>
                </a:cubicBezTo>
                <a:close/>
                <a:moveTo>
                  <a:pt x="1616" y="484"/>
                </a:moveTo>
                <a:cubicBezTo>
                  <a:pt x="1613" y="484"/>
                  <a:pt x="1610" y="482"/>
                  <a:pt x="1608" y="480"/>
                </a:cubicBezTo>
                <a:cubicBezTo>
                  <a:pt x="1608" y="480"/>
                  <a:pt x="1608" y="480"/>
                  <a:pt x="1608" y="480"/>
                </a:cubicBezTo>
                <a:cubicBezTo>
                  <a:pt x="1608" y="479"/>
                  <a:pt x="1608" y="479"/>
                  <a:pt x="1608" y="479"/>
                </a:cubicBezTo>
                <a:cubicBezTo>
                  <a:pt x="1606" y="475"/>
                  <a:pt x="1608" y="470"/>
                  <a:pt x="1612" y="467"/>
                </a:cubicBezTo>
                <a:cubicBezTo>
                  <a:pt x="1616" y="465"/>
                  <a:pt x="1621" y="467"/>
                  <a:pt x="1623" y="471"/>
                </a:cubicBezTo>
                <a:cubicBezTo>
                  <a:pt x="1624" y="473"/>
                  <a:pt x="1624" y="476"/>
                  <a:pt x="1624" y="478"/>
                </a:cubicBezTo>
                <a:cubicBezTo>
                  <a:pt x="1623" y="480"/>
                  <a:pt x="1621" y="482"/>
                  <a:pt x="1619" y="483"/>
                </a:cubicBezTo>
                <a:cubicBezTo>
                  <a:pt x="1618" y="483"/>
                  <a:pt x="1617" y="484"/>
                  <a:pt x="1616" y="484"/>
                </a:cubicBezTo>
                <a:close/>
                <a:moveTo>
                  <a:pt x="1602" y="459"/>
                </a:moveTo>
                <a:cubicBezTo>
                  <a:pt x="1599" y="459"/>
                  <a:pt x="1596" y="457"/>
                  <a:pt x="1595" y="454"/>
                </a:cubicBezTo>
                <a:cubicBezTo>
                  <a:pt x="1568" y="405"/>
                  <a:pt x="1536" y="358"/>
                  <a:pt x="1500" y="316"/>
                </a:cubicBezTo>
                <a:cubicBezTo>
                  <a:pt x="1500" y="316"/>
                  <a:pt x="1500" y="316"/>
                  <a:pt x="1500" y="316"/>
                </a:cubicBezTo>
                <a:cubicBezTo>
                  <a:pt x="1493" y="308"/>
                  <a:pt x="1486" y="300"/>
                  <a:pt x="1479" y="292"/>
                </a:cubicBezTo>
                <a:cubicBezTo>
                  <a:pt x="1474" y="286"/>
                  <a:pt x="1468" y="280"/>
                  <a:pt x="1462" y="274"/>
                </a:cubicBezTo>
                <a:cubicBezTo>
                  <a:pt x="1461" y="273"/>
                  <a:pt x="1460" y="271"/>
                  <a:pt x="1460" y="268"/>
                </a:cubicBezTo>
                <a:cubicBezTo>
                  <a:pt x="1460" y="266"/>
                  <a:pt x="1461" y="264"/>
                  <a:pt x="1463" y="262"/>
                </a:cubicBezTo>
                <a:cubicBezTo>
                  <a:pt x="1466" y="259"/>
                  <a:pt x="1471" y="259"/>
                  <a:pt x="1475" y="263"/>
                </a:cubicBezTo>
                <a:cubicBezTo>
                  <a:pt x="1480" y="268"/>
                  <a:pt x="1486" y="275"/>
                  <a:pt x="1492" y="281"/>
                </a:cubicBezTo>
                <a:cubicBezTo>
                  <a:pt x="1499" y="289"/>
                  <a:pt x="1506" y="297"/>
                  <a:pt x="1513" y="305"/>
                </a:cubicBezTo>
                <a:cubicBezTo>
                  <a:pt x="1550" y="348"/>
                  <a:pt x="1582" y="396"/>
                  <a:pt x="1610" y="446"/>
                </a:cubicBezTo>
                <a:cubicBezTo>
                  <a:pt x="1612" y="450"/>
                  <a:pt x="1611" y="455"/>
                  <a:pt x="1606" y="457"/>
                </a:cubicBezTo>
                <a:cubicBezTo>
                  <a:pt x="1605" y="458"/>
                  <a:pt x="1604" y="459"/>
                  <a:pt x="1602" y="459"/>
                </a:cubicBezTo>
                <a:close/>
                <a:moveTo>
                  <a:pt x="217" y="310"/>
                </a:moveTo>
                <a:cubicBezTo>
                  <a:pt x="215" y="310"/>
                  <a:pt x="213" y="309"/>
                  <a:pt x="212" y="308"/>
                </a:cubicBezTo>
                <a:cubicBezTo>
                  <a:pt x="208" y="305"/>
                  <a:pt x="208" y="299"/>
                  <a:pt x="211" y="296"/>
                </a:cubicBezTo>
                <a:cubicBezTo>
                  <a:pt x="214" y="293"/>
                  <a:pt x="219" y="292"/>
                  <a:pt x="223" y="295"/>
                </a:cubicBezTo>
                <a:cubicBezTo>
                  <a:pt x="226" y="298"/>
                  <a:pt x="227" y="304"/>
                  <a:pt x="224" y="307"/>
                </a:cubicBezTo>
                <a:cubicBezTo>
                  <a:pt x="224" y="307"/>
                  <a:pt x="224" y="307"/>
                  <a:pt x="224" y="307"/>
                </a:cubicBezTo>
                <a:cubicBezTo>
                  <a:pt x="222" y="309"/>
                  <a:pt x="220" y="310"/>
                  <a:pt x="217" y="310"/>
                </a:cubicBezTo>
                <a:close/>
                <a:moveTo>
                  <a:pt x="236" y="289"/>
                </a:moveTo>
                <a:cubicBezTo>
                  <a:pt x="234" y="289"/>
                  <a:pt x="232" y="288"/>
                  <a:pt x="230" y="287"/>
                </a:cubicBezTo>
                <a:cubicBezTo>
                  <a:pt x="229" y="285"/>
                  <a:pt x="228" y="283"/>
                  <a:pt x="228" y="281"/>
                </a:cubicBezTo>
                <a:cubicBezTo>
                  <a:pt x="228" y="279"/>
                  <a:pt x="228" y="276"/>
                  <a:pt x="230" y="275"/>
                </a:cubicBezTo>
                <a:cubicBezTo>
                  <a:pt x="232" y="272"/>
                  <a:pt x="235" y="269"/>
                  <a:pt x="237" y="267"/>
                </a:cubicBezTo>
                <a:cubicBezTo>
                  <a:pt x="248" y="256"/>
                  <a:pt x="259" y="245"/>
                  <a:pt x="270" y="234"/>
                </a:cubicBezTo>
                <a:cubicBezTo>
                  <a:pt x="312" y="195"/>
                  <a:pt x="357" y="160"/>
                  <a:pt x="406" y="130"/>
                </a:cubicBezTo>
                <a:cubicBezTo>
                  <a:pt x="410" y="128"/>
                  <a:pt x="415" y="129"/>
                  <a:pt x="418" y="133"/>
                </a:cubicBezTo>
                <a:cubicBezTo>
                  <a:pt x="420" y="137"/>
                  <a:pt x="419" y="142"/>
                  <a:pt x="415" y="144"/>
                </a:cubicBezTo>
                <a:cubicBezTo>
                  <a:pt x="367" y="174"/>
                  <a:pt x="322" y="208"/>
                  <a:pt x="282" y="247"/>
                </a:cubicBezTo>
                <a:cubicBezTo>
                  <a:pt x="271" y="257"/>
                  <a:pt x="260" y="268"/>
                  <a:pt x="250" y="279"/>
                </a:cubicBezTo>
                <a:cubicBezTo>
                  <a:pt x="247" y="281"/>
                  <a:pt x="245" y="284"/>
                  <a:pt x="242" y="286"/>
                </a:cubicBezTo>
                <a:cubicBezTo>
                  <a:pt x="241" y="288"/>
                  <a:pt x="238" y="289"/>
                  <a:pt x="236" y="289"/>
                </a:cubicBezTo>
                <a:close/>
                <a:moveTo>
                  <a:pt x="1449" y="257"/>
                </a:moveTo>
                <a:cubicBezTo>
                  <a:pt x="1446" y="257"/>
                  <a:pt x="1444" y="256"/>
                  <a:pt x="1443" y="255"/>
                </a:cubicBezTo>
                <a:cubicBezTo>
                  <a:pt x="1441" y="253"/>
                  <a:pt x="1440" y="251"/>
                  <a:pt x="1440" y="249"/>
                </a:cubicBezTo>
                <a:cubicBezTo>
                  <a:pt x="1440" y="246"/>
                  <a:pt x="1441" y="244"/>
                  <a:pt x="1442" y="243"/>
                </a:cubicBezTo>
                <a:cubicBezTo>
                  <a:pt x="1445" y="239"/>
                  <a:pt x="1451" y="239"/>
                  <a:pt x="1454" y="242"/>
                </a:cubicBezTo>
                <a:cubicBezTo>
                  <a:pt x="1454" y="242"/>
                  <a:pt x="1454" y="242"/>
                  <a:pt x="1454" y="242"/>
                </a:cubicBezTo>
                <a:cubicBezTo>
                  <a:pt x="1454" y="242"/>
                  <a:pt x="1454" y="242"/>
                  <a:pt x="1454" y="242"/>
                </a:cubicBezTo>
                <a:cubicBezTo>
                  <a:pt x="1456" y="244"/>
                  <a:pt x="1457" y="246"/>
                  <a:pt x="1457" y="248"/>
                </a:cubicBezTo>
                <a:cubicBezTo>
                  <a:pt x="1457" y="251"/>
                  <a:pt x="1456" y="253"/>
                  <a:pt x="1455" y="254"/>
                </a:cubicBezTo>
                <a:cubicBezTo>
                  <a:pt x="1453" y="256"/>
                  <a:pt x="1451" y="257"/>
                  <a:pt x="1449" y="257"/>
                </a:cubicBezTo>
                <a:close/>
                <a:moveTo>
                  <a:pt x="1428" y="238"/>
                </a:moveTo>
                <a:cubicBezTo>
                  <a:pt x="1426" y="238"/>
                  <a:pt x="1424" y="237"/>
                  <a:pt x="1422" y="235"/>
                </a:cubicBezTo>
                <a:cubicBezTo>
                  <a:pt x="1381" y="198"/>
                  <a:pt x="1335" y="165"/>
                  <a:pt x="1287" y="136"/>
                </a:cubicBezTo>
                <a:cubicBezTo>
                  <a:pt x="1271" y="127"/>
                  <a:pt x="1255" y="118"/>
                  <a:pt x="1238" y="109"/>
                </a:cubicBezTo>
                <a:cubicBezTo>
                  <a:pt x="1236" y="108"/>
                  <a:pt x="1234" y="106"/>
                  <a:pt x="1234" y="104"/>
                </a:cubicBezTo>
                <a:cubicBezTo>
                  <a:pt x="1233" y="102"/>
                  <a:pt x="1233" y="100"/>
                  <a:pt x="1234" y="98"/>
                </a:cubicBezTo>
                <a:cubicBezTo>
                  <a:pt x="1236" y="94"/>
                  <a:pt x="1242" y="92"/>
                  <a:pt x="1246" y="94"/>
                </a:cubicBezTo>
                <a:cubicBezTo>
                  <a:pt x="1263" y="103"/>
                  <a:pt x="1279" y="112"/>
                  <a:pt x="1296" y="121"/>
                </a:cubicBezTo>
                <a:cubicBezTo>
                  <a:pt x="1345" y="151"/>
                  <a:pt x="1391" y="185"/>
                  <a:pt x="1434" y="223"/>
                </a:cubicBezTo>
                <a:cubicBezTo>
                  <a:pt x="1437" y="226"/>
                  <a:pt x="1437" y="231"/>
                  <a:pt x="1434" y="235"/>
                </a:cubicBezTo>
                <a:cubicBezTo>
                  <a:pt x="1433" y="237"/>
                  <a:pt x="1430" y="238"/>
                  <a:pt x="1428" y="238"/>
                </a:cubicBezTo>
                <a:close/>
                <a:moveTo>
                  <a:pt x="435" y="131"/>
                </a:moveTo>
                <a:cubicBezTo>
                  <a:pt x="435" y="131"/>
                  <a:pt x="435" y="131"/>
                  <a:pt x="435" y="131"/>
                </a:cubicBezTo>
                <a:cubicBezTo>
                  <a:pt x="432" y="131"/>
                  <a:pt x="429" y="130"/>
                  <a:pt x="427" y="127"/>
                </a:cubicBezTo>
                <a:cubicBezTo>
                  <a:pt x="425" y="123"/>
                  <a:pt x="426" y="118"/>
                  <a:pt x="430" y="115"/>
                </a:cubicBezTo>
                <a:cubicBezTo>
                  <a:pt x="434" y="113"/>
                  <a:pt x="440" y="115"/>
                  <a:pt x="442" y="119"/>
                </a:cubicBezTo>
                <a:cubicBezTo>
                  <a:pt x="444" y="123"/>
                  <a:pt x="443" y="128"/>
                  <a:pt x="439" y="130"/>
                </a:cubicBezTo>
                <a:cubicBezTo>
                  <a:pt x="438" y="131"/>
                  <a:pt x="436" y="131"/>
                  <a:pt x="435" y="131"/>
                </a:cubicBezTo>
                <a:close/>
                <a:moveTo>
                  <a:pt x="459" y="118"/>
                </a:moveTo>
                <a:cubicBezTo>
                  <a:pt x="456" y="118"/>
                  <a:pt x="453" y="116"/>
                  <a:pt x="452" y="113"/>
                </a:cubicBezTo>
                <a:cubicBezTo>
                  <a:pt x="451" y="111"/>
                  <a:pt x="451" y="109"/>
                  <a:pt x="451" y="107"/>
                </a:cubicBezTo>
                <a:cubicBezTo>
                  <a:pt x="452" y="104"/>
                  <a:pt x="453" y="103"/>
                  <a:pt x="455" y="102"/>
                </a:cubicBezTo>
                <a:cubicBezTo>
                  <a:pt x="472" y="93"/>
                  <a:pt x="489" y="84"/>
                  <a:pt x="507" y="77"/>
                </a:cubicBezTo>
                <a:cubicBezTo>
                  <a:pt x="511" y="75"/>
                  <a:pt x="516" y="77"/>
                  <a:pt x="518" y="81"/>
                </a:cubicBezTo>
                <a:cubicBezTo>
                  <a:pt x="520" y="85"/>
                  <a:pt x="518" y="90"/>
                  <a:pt x="514" y="92"/>
                </a:cubicBezTo>
                <a:cubicBezTo>
                  <a:pt x="497" y="100"/>
                  <a:pt x="480" y="108"/>
                  <a:pt x="463" y="117"/>
                </a:cubicBezTo>
                <a:cubicBezTo>
                  <a:pt x="462" y="117"/>
                  <a:pt x="461" y="118"/>
                  <a:pt x="459" y="118"/>
                </a:cubicBezTo>
                <a:close/>
                <a:moveTo>
                  <a:pt x="1216" y="98"/>
                </a:moveTo>
                <a:cubicBezTo>
                  <a:pt x="1215" y="98"/>
                  <a:pt x="1214" y="97"/>
                  <a:pt x="1213" y="97"/>
                </a:cubicBezTo>
                <a:cubicBezTo>
                  <a:pt x="1212" y="97"/>
                  <a:pt x="1212" y="97"/>
                  <a:pt x="1212" y="97"/>
                </a:cubicBezTo>
                <a:cubicBezTo>
                  <a:pt x="1212" y="97"/>
                  <a:pt x="1212" y="97"/>
                  <a:pt x="1212" y="97"/>
                </a:cubicBezTo>
                <a:cubicBezTo>
                  <a:pt x="1208" y="94"/>
                  <a:pt x="1207" y="90"/>
                  <a:pt x="1209" y="86"/>
                </a:cubicBezTo>
                <a:cubicBezTo>
                  <a:pt x="1211" y="82"/>
                  <a:pt x="1216" y="80"/>
                  <a:pt x="1220" y="82"/>
                </a:cubicBezTo>
                <a:cubicBezTo>
                  <a:pt x="1220" y="82"/>
                  <a:pt x="1220" y="82"/>
                  <a:pt x="1220" y="82"/>
                </a:cubicBezTo>
                <a:cubicBezTo>
                  <a:pt x="1222" y="82"/>
                  <a:pt x="1224" y="84"/>
                  <a:pt x="1224" y="86"/>
                </a:cubicBezTo>
                <a:cubicBezTo>
                  <a:pt x="1225" y="88"/>
                  <a:pt x="1225" y="91"/>
                  <a:pt x="1224" y="93"/>
                </a:cubicBezTo>
                <a:cubicBezTo>
                  <a:pt x="1223" y="96"/>
                  <a:pt x="1220" y="98"/>
                  <a:pt x="1216" y="98"/>
                </a:cubicBezTo>
                <a:close/>
                <a:moveTo>
                  <a:pt x="1190" y="86"/>
                </a:moveTo>
                <a:cubicBezTo>
                  <a:pt x="1189" y="86"/>
                  <a:pt x="1188" y="86"/>
                  <a:pt x="1187" y="86"/>
                </a:cubicBezTo>
                <a:cubicBezTo>
                  <a:pt x="1136" y="64"/>
                  <a:pt x="1082" y="47"/>
                  <a:pt x="1027" y="36"/>
                </a:cubicBezTo>
                <a:cubicBezTo>
                  <a:pt x="1009" y="32"/>
                  <a:pt x="990" y="29"/>
                  <a:pt x="972" y="26"/>
                </a:cubicBezTo>
                <a:cubicBezTo>
                  <a:pt x="970" y="26"/>
                  <a:pt x="968" y="25"/>
                  <a:pt x="966" y="23"/>
                </a:cubicBezTo>
                <a:cubicBezTo>
                  <a:pt x="965" y="21"/>
                  <a:pt x="964" y="19"/>
                  <a:pt x="965" y="16"/>
                </a:cubicBezTo>
                <a:cubicBezTo>
                  <a:pt x="965" y="12"/>
                  <a:pt x="970" y="9"/>
                  <a:pt x="974" y="9"/>
                </a:cubicBezTo>
                <a:cubicBezTo>
                  <a:pt x="993" y="12"/>
                  <a:pt x="1012" y="15"/>
                  <a:pt x="1030" y="19"/>
                </a:cubicBezTo>
                <a:cubicBezTo>
                  <a:pt x="1030" y="19"/>
                  <a:pt x="1030" y="19"/>
                  <a:pt x="1030" y="19"/>
                </a:cubicBezTo>
                <a:cubicBezTo>
                  <a:pt x="1031" y="19"/>
                  <a:pt x="1031" y="19"/>
                  <a:pt x="1031" y="19"/>
                </a:cubicBezTo>
                <a:cubicBezTo>
                  <a:pt x="1087" y="31"/>
                  <a:pt x="1141" y="48"/>
                  <a:pt x="1194" y="70"/>
                </a:cubicBezTo>
                <a:cubicBezTo>
                  <a:pt x="1196" y="71"/>
                  <a:pt x="1198" y="72"/>
                  <a:pt x="1198" y="75"/>
                </a:cubicBezTo>
                <a:cubicBezTo>
                  <a:pt x="1199" y="77"/>
                  <a:pt x="1199" y="79"/>
                  <a:pt x="1198" y="81"/>
                </a:cubicBezTo>
                <a:cubicBezTo>
                  <a:pt x="1197" y="84"/>
                  <a:pt x="1194" y="86"/>
                  <a:pt x="1190" y="86"/>
                </a:cubicBezTo>
                <a:close/>
                <a:moveTo>
                  <a:pt x="582" y="64"/>
                </a:moveTo>
                <a:cubicBezTo>
                  <a:pt x="579" y="64"/>
                  <a:pt x="576" y="62"/>
                  <a:pt x="574" y="59"/>
                </a:cubicBezTo>
                <a:cubicBezTo>
                  <a:pt x="574" y="56"/>
                  <a:pt x="574" y="54"/>
                  <a:pt x="575" y="52"/>
                </a:cubicBezTo>
                <a:cubicBezTo>
                  <a:pt x="576" y="50"/>
                  <a:pt x="577" y="49"/>
                  <a:pt x="580" y="48"/>
                </a:cubicBezTo>
                <a:cubicBezTo>
                  <a:pt x="598" y="42"/>
                  <a:pt x="616" y="36"/>
                  <a:pt x="634" y="31"/>
                </a:cubicBezTo>
                <a:cubicBezTo>
                  <a:pt x="639" y="30"/>
                  <a:pt x="644" y="33"/>
                  <a:pt x="645" y="37"/>
                </a:cubicBezTo>
                <a:cubicBezTo>
                  <a:pt x="645" y="39"/>
                  <a:pt x="645" y="41"/>
                  <a:pt x="644" y="43"/>
                </a:cubicBezTo>
                <a:cubicBezTo>
                  <a:pt x="643" y="45"/>
                  <a:pt x="641" y="47"/>
                  <a:pt x="639" y="47"/>
                </a:cubicBezTo>
                <a:cubicBezTo>
                  <a:pt x="621" y="52"/>
                  <a:pt x="603" y="58"/>
                  <a:pt x="585" y="64"/>
                </a:cubicBezTo>
                <a:cubicBezTo>
                  <a:pt x="584" y="64"/>
                  <a:pt x="583" y="64"/>
                  <a:pt x="582" y="64"/>
                </a:cubicBezTo>
                <a:close/>
                <a:moveTo>
                  <a:pt x="664" y="41"/>
                </a:moveTo>
                <a:cubicBezTo>
                  <a:pt x="660" y="41"/>
                  <a:pt x="657" y="38"/>
                  <a:pt x="656" y="34"/>
                </a:cubicBezTo>
                <a:cubicBezTo>
                  <a:pt x="655" y="32"/>
                  <a:pt x="656" y="30"/>
                  <a:pt x="657" y="28"/>
                </a:cubicBezTo>
                <a:cubicBezTo>
                  <a:pt x="658" y="26"/>
                  <a:pt x="660" y="25"/>
                  <a:pt x="662" y="24"/>
                </a:cubicBezTo>
                <a:cubicBezTo>
                  <a:pt x="662" y="24"/>
                  <a:pt x="662" y="24"/>
                  <a:pt x="662" y="24"/>
                </a:cubicBezTo>
                <a:cubicBezTo>
                  <a:pt x="663" y="24"/>
                  <a:pt x="663" y="24"/>
                  <a:pt x="664" y="24"/>
                </a:cubicBezTo>
                <a:cubicBezTo>
                  <a:pt x="668" y="24"/>
                  <a:pt x="671" y="26"/>
                  <a:pt x="672" y="30"/>
                </a:cubicBezTo>
                <a:cubicBezTo>
                  <a:pt x="673" y="33"/>
                  <a:pt x="672" y="35"/>
                  <a:pt x="671" y="37"/>
                </a:cubicBezTo>
                <a:cubicBezTo>
                  <a:pt x="670" y="39"/>
                  <a:pt x="668" y="40"/>
                  <a:pt x="666" y="41"/>
                </a:cubicBezTo>
                <a:cubicBezTo>
                  <a:pt x="665" y="41"/>
                  <a:pt x="665" y="41"/>
                  <a:pt x="664" y="41"/>
                </a:cubicBezTo>
                <a:close/>
                <a:moveTo>
                  <a:pt x="692" y="35"/>
                </a:moveTo>
                <a:cubicBezTo>
                  <a:pt x="688" y="35"/>
                  <a:pt x="684" y="32"/>
                  <a:pt x="683" y="28"/>
                </a:cubicBezTo>
                <a:cubicBezTo>
                  <a:pt x="683" y="26"/>
                  <a:pt x="683" y="23"/>
                  <a:pt x="685" y="22"/>
                </a:cubicBezTo>
                <a:cubicBezTo>
                  <a:pt x="686" y="20"/>
                  <a:pt x="688" y="18"/>
                  <a:pt x="690" y="18"/>
                </a:cubicBezTo>
                <a:cubicBezTo>
                  <a:pt x="709" y="14"/>
                  <a:pt x="728" y="11"/>
                  <a:pt x="746" y="9"/>
                </a:cubicBezTo>
                <a:cubicBezTo>
                  <a:pt x="799" y="2"/>
                  <a:pt x="853" y="0"/>
                  <a:pt x="907" y="3"/>
                </a:cubicBezTo>
                <a:cubicBezTo>
                  <a:pt x="910" y="3"/>
                  <a:pt x="914" y="3"/>
                  <a:pt x="917" y="3"/>
                </a:cubicBezTo>
                <a:cubicBezTo>
                  <a:pt x="922" y="4"/>
                  <a:pt x="926" y="8"/>
                  <a:pt x="925" y="12"/>
                </a:cubicBezTo>
                <a:cubicBezTo>
                  <a:pt x="925" y="17"/>
                  <a:pt x="921" y="21"/>
                  <a:pt x="916" y="20"/>
                </a:cubicBezTo>
                <a:cubicBezTo>
                  <a:pt x="913" y="20"/>
                  <a:pt x="910" y="20"/>
                  <a:pt x="906" y="20"/>
                </a:cubicBezTo>
                <a:cubicBezTo>
                  <a:pt x="890" y="19"/>
                  <a:pt x="874" y="18"/>
                  <a:pt x="858" y="18"/>
                </a:cubicBezTo>
                <a:cubicBezTo>
                  <a:pt x="821" y="18"/>
                  <a:pt x="785" y="21"/>
                  <a:pt x="749" y="25"/>
                </a:cubicBezTo>
                <a:cubicBezTo>
                  <a:pt x="749" y="25"/>
                  <a:pt x="749" y="25"/>
                  <a:pt x="749" y="25"/>
                </a:cubicBezTo>
                <a:cubicBezTo>
                  <a:pt x="730" y="28"/>
                  <a:pt x="711" y="31"/>
                  <a:pt x="693" y="35"/>
                </a:cubicBezTo>
                <a:cubicBezTo>
                  <a:pt x="693" y="35"/>
                  <a:pt x="692" y="35"/>
                  <a:pt x="692" y="35"/>
                </a:cubicBezTo>
                <a:close/>
                <a:moveTo>
                  <a:pt x="945" y="23"/>
                </a:moveTo>
                <a:cubicBezTo>
                  <a:pt x="945" y="23"/>
                  <a:pt x="944" y="23"/>
                  <a:pt x="944" y="23"/>
                </a:cubicBezTo>
                <a:cubicBezTo>
                  <a:pt x="942" y="22"/>
                  <a:pt x="940" y="21"/>
                  <a:pt x="938" y="20"/>
                </a:cubicBezTo>
                <a:cubicBezTo>
                  <a:pt x="937" y="18"/>
                  <a:pt x="936" y="16"/>
                  <a:pt x="937" y="13"/>
                </a:cubicBezTo>
                <a:cubicBezTo>
                  <a:pt x="937" y="9"/>
                  <a:pt x="941" y="5"/>
                  <a:pt x="946" y="6"/>
                </a:cubicBezTo>
                <a:cubicBezTo>
                  <a:pt x="946" y="6"/>
                  <a:pt x="946" y="6"/>
                  <a:pt x="946" y="6"/>
                </a:cubicBezTo>
                <a:cubicBezTo>
                  <a:pt x="950" y="6"/>
                  <a:pt x="954" y="10"/>
                  <a:pt x="953" y="15"/>
                </a:cubicBezTo>
                <a:cubicBezTo>
                  <a:pt x="953" y="19"/>
                  <a:pt x="949" y="23"/>
                  <a:pt x="945" y="23"/>
                </a:cubicBezTo>
                <a:close/>
              </a:path>
            </a:pathLst>
          </a:custGeom>
          <a:solidFill>
            <a:srgbClr val="377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AD8F959F-211E-4D26-996F-1F73BF8C7298}"/>
              </a:ext>
            </a:extLst>
          </p:cNvPr>
          <p:cNvSpPr>
            <a:spLocks noEditPoints="1"/>
          </p:cNvSpPr>
          <p:nvPr/>
        </p:nvSpPr>
        <p:spPr bwMode="auto">
          <a:xfrm>
            <a:off x="4789658" y="2121071"/>
            <a:ext cx="2614272" cy="2614272"/>
          </a:xfrm>
          <a:custGeom>
            <a:avLst/>
            <a:gdLst>
              <a:gd name="T0" fmla="*/ 598 w 1645"/>
              <a:gd name="T1" fmla="*/ 1611 h 1645"/>
              <a:gd name="T2" fmla="*/ 820 w 1645"/>
              <a:gd name="T3" fmla="*/ 1637 h 1645"/>
              <a:gd name="T4" fmla="*/ 840 w 1645"/>
              <a:gd name="T5" fmla="*/ 1628 h 1645"/>
              <a:gd name="T6" fmla="*/ 978 w 1645"/>
              <a:gd name="T7" fmla="*/ 1613 h 1645"/>
              <a:gd name="T8" fmla="*/ 982 w 1645"/>
              <a:gd name="T9" fmla="*/ 1629 h 1645"/>
              <a:gd name="T10" fmla="*/ 581 w 1645"/>
              <a:gd name="T11" fmla="*/ 1591 h 1645"/>
              <a:gd name="T12" fmla="*/ 548 w 1645"/>
              <a:gd name="T13" fmla="*/ 1598 h 1645"/>
              <a:gd name="T14" fmla="*/ 466 w 1645"/>
              <a:gd name="T15" fmla="*/ 1545 h 1645"/>
              <a:gd name="T16" fmla="*/ 1092 w 1645"/>
              <a:gd name="T17" fmla="*/ 1590 h 1645"/>
              <a:gd name="T18" fmla="*/ 1100 w 1645"/>
              <a:gd name="T19" fmla="*/ 1596 h 1645"/>
              <a:gd name="T20" fmla="*/ 1304 w 1645"/>
              <a:gd name="T21" fmla="*/ 1469 h 1645"/>
              <a:gd name="T22" fmla="*/ 342 w 1645"/>
              <a:gd name="T23" fmla="*/ 1488 h 1645"/>
              <a:gd name="T24" fmla="*/ 342 w 1645"/>
              <a:gd name="T25" fmla="*/ 1488 h 1645"/>
              <a:gd name="T26" fmla="*/ 166 w 1645"/>
              <a:gd name="T27" fmla="*/ 1318 h 1645"/>
              <a:gd name="T28" fmla="*/ 253 w 1645"/>
              <a:gd name="T29" fmla="*/ 1392 h 1645"/>
              <a:gd name="T30" fmla="*/ 1326 w 1645"/>
              <a:gd name="T31" fmla="*/ 1452 h 1645"/>
              <a:gd name="T32" fmla="*/ 1347 w 1645"/>
              <a:gd name="T33" fmla="*/ 1434 h 1645"/>
              <a:gd name="T34" fmla="*/ 1358 w 1645"/>
              <a:gd name="T35" fmla="*/ 1447 h 1645"/>
              <a:gd name="T36" fmla="*/ 163 w 1645"/>
              <a:gd name="T37" fmla="*/ 1285 h 1645"/>
              <a:gd name="T38" fmla="*/ 42 w 1645"/>
              <a:gd name="T39" fmla="*/ 1081 h 1645"/>
              <a:gd name="T40" fmla="*/ 141 w 1645"/>
              <a:gd name="T41" fmla="*/ 1275 h 1645"/>
              <a:gd name="T42" fmla="*/ 1508 w 1645"/>
              <a:gd name="T43" fmla="*/ 1270 h 1645"/>
              <a:gd name="T44" fmla="*/ 1597 w 1645"/>
              <a:gd name="T45" fmla="*/ 1043 h 1645"/>
              <a:gd name="T46" fmla="*/ 1530 w 1645"/>
              <a:gd name="T47" fmla="*/ 1242 h 1645"/>
              <a:gd name="T48" fmla="*/ 49 w 1645"/>
              <a:gd name="T49" fmla="*/ 1056 h 1645"/>
              <a:gd name="T50" fmla="*/ 1 w 1645"/>
              <a:gd name="T51" fmla="*/ 818 h 1645"/>
              <a:gd name="T52" fmla="*/ 25 w 1645"/>
              <a:gd name="T53" fmla="*/ 929 h 1645"/>
              <a:gd name="T54" fmla="*/ 1604 w 1645"/>
              <a:gd name="T55" fmla="*/ 1016 h 1645"/>
              <a:gd name="T56" fmla="*/ 1619 w 1645"/>
              <a:gd name="T57" fmla="*/ 940 h 1645"/>
              <a:gd name="T58" fmla="*/ 1645 w 1645"/>
              <a:gd name="T59" fmla="*/ 823 h 1645"/>
              <a:gd name="T60" fmla="*/ 3 w 1645"/>
              <a:gd name="T61" fmla="*/ 795 h 1645"/>
              <a:gd name="T62" fmla="*/ 11 w 1645"/>
              <a:gd name="T63" fmla="*/ 769 h 1645"/>
              <a:gd name="T64" fmla="*/ 46 w 1645"/>
              <a:gd name="T65" fmla="*/ 554 h 1645"/>
              <a:gd name="T66" fmla="*/ 1634 w 1645"/>
              <a:gd name="T67" fmla="*/ 763 h 1645"/>
              <a:gd name="T68" fmla="*/ 1642 w 1645"/>
              <a:gd name="T69" fmla="*/ 754 h 1645"/>
              <a:gd name="T70" fmla="*/ 1611 w 1645"/>
              <a:gd name="T71" fmla="*/ 620 h 1645"/>
              <a:gd name="T72" fmla="*/ 1547 w 1645"/>
              <a:gd name="T73" fmla="*/ 472 h 1645"/>
              <a:gd name="T74" fmla="*/ 1592 w 1645"/>
              <a:gd name="T75" fmla="*/ 566 h 1645"/>
              <a:gd name="T76" fmla="*/ 72 w 1645"/>
              <a:gd name="T77" fmla="*/ 533 h 1645"/>
              <a:gd name="T78" fmla="*/ 96 w 1645"/>
              <a:gd name="T79" fmla="*/ 438 h 1645"/>
              <a:gd name="T80" fmla="*/ 82 w 1645"/>
              <a:gd name="T81" fmla="*/ 507 h 1645"/>
              <a:gd name="T82" fmla="*/ 1546 w 1645"/>
              <a:gd name="T83" fmla="*/ 451 h 1645"/>
              <a:gd name="T84" fmla="*/ 1397 w 1645"/>
              <a:gd name="T85" fmla="*/ 246 h 1645"/>
              <a:gd name="T86" fmla="*/ 198 w 1645"/>
              <a:gd name="T87" fmla="*/ 310 h 1645"/>
              <a:gd name="T88" fmla="*/ 198 w 1645"/>
              <a:gd name="T89" fmla="*/ 310 h 1645"/>
              <a:gd name="T90" fmla="*/ 370 w 1645"/>
              <a:gd name="T91" fmla="*/ 137 h 1645"/>
              <a:gd name="T92" fmla="*/ 223 w 1645"/>
              <a:gd name="T93" fmla="*/ 286 h 1645"/>
              <a:gd name="T94" fmla="*/ 1391 w 1645"/>
              <a:gd name="T95" fmla="*/ 232 h 1645"/>
              <a:gd name="T96" fmla="*/ 1180 w 1645"/>
              <a:gd name="T97" fmla="*/ 99 h 1645"/>
              <a:gd name="T98" fmla="*/ 1361 w 1645"/>
              <a:gd name="T99" fmla="*/ 222 h 1645"/>
              <a:gd name="T100" fmla="*/ 398 w 1645"/>
              <a:gd name="T101" fmla="*/ 137 h 1645"/>
              <a:gd name="T102" fmla="*/ 614 w 1645"/>
              <a:gd name="T103" fmla="*/ 28 h 1645"/>
              <a:gd name="T104" fmla="*/ 423 w 1645"/>
              <a:gd name="T105" fmla="*/ 123 h 1645"/>
              <a:gd name="T106" fmla="*/ 1163 w 1645"/>
              <a:gd name="T107" fmla="*/ 92 h 1645"/>
              <a:gd name="T108" fmla="*/ 928 w 1645"/>
              <a:gd name="T109" fmla="*/ 16 h 1645"/>
              <a:gd name="T110" fmla="*/ 635 w 1645"/>
              <a:gd name="T111" fmla="*/ 31 h 1645"/>
              <a:gd name="T112" fmla="*/ 664 w 1645"/>
              <a:gd name="T113" fmla="*/ 19 h 1645"/>
              <a:gd name="T114" fmla="*/ 767 w 1645"/>
              <a:gd name="T115" fmla="*/ 20 h 1645"/>
              <a:gd name="T116" fmla="*/ 899 w 1645"/>
              <a:gd name="T117" fmla="*/ 13 h 16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645" h="1645">
                <a:moveTo>
                  <a:pt x="812" y="1645"/>
                </a:moveTo>
                <a:cubicBezTo>
                  <a:pt x="812" y="1645"/>
                  <a:pt x="812" y="1645"/>
                  <a:pt x="812" y="1645"/>
                </a:cubicBezTo>
                <a:cubicBezTo>
                  <a:pt x="782" y="1645"/>
                  <a:pt x="752" y="1643"/>
                  <a:pt x="722" y="1639"/>
                </a:cubicBezTo>
                <a:cubicBezTo>
                  <a:pt x="721" y="1639"/>
                  <a:pt x="721" y="1639"/>
                  <a:pt x="721" y="1639"/>
                </a:cubicBezTo>
                <a:cubicBezTo>
                  <a:pt x="719" y="1639"/>
                  <a:pt x="717" y="1638"/>
                  <a:pt x="715" y="1638"/>
                </a:cubicBezTo>
                <a:cubicBezTo>
                  <a:pt x="677" y="1633"/>
                  <a:pt x="640" y="1625"/>
                  <a:pt x="603" y="1615"/>
                </a:cubicBezTo>
                <a:cubicBezTo>
                  <a:pt x="601" y="1614"/>
                  <a:pt x="599" y="1613"/>
                  <a:pt x="598" y="1611"/>
                </a:cubicBezTo>
                <a:cubicBezTo>
                  <a:pt x="597" y="1609"/>
                  <a:pt x="596" y="1607"/>
                  <a:pt x="597" y="1605"/>
                </a:cubicBezTo>
                <a:cubicBezTo>
                  <a:pt x="598" y="1600"/>
                  <a:pt x="603" y="1597"/>
                  <a:pt x="607" y="1599"/>
                </a:cubicBezTo>
                <a:cubicBezTo>
                  <a:pt x="643" y="1609"/>
                  <a:pt x="680" y="1616"/>
                  <a:pt x="717" y="1621"/>
                </a:cubicBezTo>
                <a:cubicBezTo>
                  <a:pt x="719" y="1622"/>
                  <a:pt x="722" y="1622"/>
                  <a:pt x="724" y="1622"/>
                </a:cubicBezTo>
                <a:cubicBezTo>
                  <a:pt x="753" y="1626"/>
                  <a:pt x="783" y="1628"/>
                  <a:pt x="812" y="1628"/>
                </a:cubicBezTo>
                <a:cubicBezTo>
                  <a:pt x="814" y="1628"/>
                  <a:pt x="816" y="1629"/>
                  <a:pt x="818" y="1631"/>
                </a:cubicBezTo>
                <a:cubicBezTo>
                  <a:pt x="819" y="1632"/>
                  <a:pt x="820" y="1634"/>
                  <a:pt x="820" y="1637"/>
                </a:cubicBezTo>
                <a:cubicBezTo>
                  <a:pt x="820" y="1641"/>
                  <a:pt x="816" y="1645"/>
                  <a:pt x="812" y="1645"/>
                </a:cubicBezTo>
                <a:close/>
                <a:moveTo>
                  <a:pt x="840" y="1645"/>
                </a:moveTo>
                <a:cubicBezTo>
                  <a:pt x="840" y="1645"/>
                  <a:pt x="840" y="1645"/>
                  <a:pt x="840" y="1645"/>
                </a:cubicBezTo>
                <a:cubicBezTo>
                  <a:pt x="835" y="1645"/>
                  <a:pt x="832" y="1641"/>
                  <a:pt x="831" y="1637"/>
                </a:cubicBezTo>
                <a:cubicBezTo>
                  <a:pt x="831" y="1634"/>
                  <a:pt x="832" y="1632"/>
                  <a:pt x="834" y="1631"/>
                </a:cubicBezTo>
                <a:cubicBezTo>
                  <a:pt x="835" y="1629"/>
                  <a:pt x="838" y="1628"/>
                  <a:pt x="840" y="1628"/>
                </a:cubicBezTo>
                <a:cubicBezTo>
                  <a:pt x="840" y="1628"/>
                  <a:pt x="840" y="1628"/>
                  <a:pt x="840" y="1628"/>
                </a:cubicBezTo>
                <a:cubicBezTo>
                  <a:pt x="845" y="1628"/>
                  <a:pt x="848" y="1632"/>
                  <a:pt x="848" y="1636"/>
                </a:cubicBezTo>
                <a:cubicBezTo>
                  <a:pt x="849" y="1641"/>
                  <a:pt x="845" y="1645"/>
                  <a:pt x="840" y="1645"/>
                </a:cubicBezTo>
                <a:close/>
                <a:moveTo>
                  <a:pt x="868" y="1644"/>
                </a:moveTo>
                <a:cubicBezTo>
                  <a:pt x="864" y="1644"/>
                  <a:pt x="860" y="1640"/>
                  <a:pt x="860" y="1636"/>
                </a:cubicBezTo>
                <a:cubicBezTo>
                  <a:pt x="860" y="1634"/>
                  <a:pt x="860" y="1631"/>
                  <a:pt x="862" y="1630"/>
                </a:cubicBezTo>
                <a:cubicBezTo>
                  <a:pt x="863" y="1628"/>
                  <a:pt x="865" y="1627"/>
                  <a:pt x="868" y="1627"/>
                </a:cubicBezTo>
                <a:cubicBezTo>
                  <a:pt x="905" y="1625"/>
                  <a:pt x="942" y="1620"/>
                  <a:pt x="978" y="1613"/>
                </a:cubicBezTo>
                <a:cubicBezTo>
                  <a:pt x="978" y="1613"/>
                  <a:pt x="979" y="1613"/>
                  <a:pt x="979" y="1613"/>
                </a:cubicBezTo>
                <a:cubicBezTo>
                  <a:pt x="997" y="1609"/>
                  <a:pt x="1015" y="1605"/>
                  <a:pt x="1033" y="1600"/>
                </a:cubicBezTo>
                <a:cubicBezTo>
                  <a:pt x="1045" y="1597"/>
                  <a:pt x="1058" y="1593"/>
                  <a:pt x="1071" y="1589"/>
                </a:cubicBezTo>
                <a:cubicBezTo>
                  <a:pt x="1075" y="1587"/>
                  <a:pt x="1080" y="1590"/>
                  <a:pt x="1081" y="1594"/>
                </a:cubicBezTo>
                <a:cubicBezTo>
                  <a:pt x="1083" y="1599"/>
                  <a:pt x="1080" y="1603"/>
                  <a:pt x="1076" y="1605"/>
                </a:cubicBezTo>
                <a:cubicBezTo>
                  <a:pt x="1063" y="1609"/>
                  <a:pt x="1050" y="1613"/>
                  <a:pt x="1037" y="1616"/>
                </a:cubicBezTo>
                <a:cubicBezTo>
                  <a:pt x="1019" y="1621"/>
                  <a:pt x="1000" y="1626"/>
                  <a:pt x="982" y="1629"/>
                </a:cubicBezTo>
                <a:cubicBezTo>
                  <a:pt x="945" y="1637"/>
                  <a:pt x="907" y="1642"/>
                  <a:pt x="869" y="1644"/>
                </a:cubicBezTo>
                <a:cubicBezTo>
                  <a:pt x="869" y="1644"/>
                  <a:pt x="868" y="1644"/>
                  <a:pt x="868" y="1644"/>
                </a:cubicBezTo>
                <a:close/>
                <a:moveTo>
                  <a:pt x="578" y="1607"/>
                </a:moveTo>
                <a:cubicBezTo>
                  <a:pt x="577" y="1607"/>
                  <a:pt x="576" y="1607"/>
                  <a:pt x="575" y="1607"/>
                </a:cubicBezTo>
                <a:cubicBezTo>
                  <a:pt x="573" y="1606"/>
                  <a:pt x="571" y="1605"/>
                  <a:pt x="570" y="1603"/>
                </a:cubicBezTo>
                <a:cubicBezTo>
                  <a:pt x="569" y="1601"/>
                  <a:pt x="569" y="1598"/>
                  <a:pt x="570" y="1596"/>
                </a:cubicBezTo>
                <a:cubicBezTo>
                  <a:pt x="571" y="1592"/>
                  <a:pt x="576" y="1589"/>
                  <a:pt x="581" y="1591"/>
                </a:cubicBezTo>
                <a:cubicBezTo>
                  <a:pt x="582" y="1591"/>
                  <a:pt x="582" y="1591"/>
                  <a:pt x="582" y="1591"/>
                </a:cubicBezTo>
                <a:cubicBezTo>
                  <a:pt x="582" y="1591"/>
                  <a:pt x="582" y="1591"/>
                  <a:pt x="582" y="1591"/>
                </a:cubicBezTo>
                <a:cubicBezTo>
                  <a:pt x="583" y="1592"/>
                  <a:pt x="585" y="1593"/>
                  <a:pt x="586" y="1595"/>
                </a:cubicBezTo>
                <a:cubicBezTo>
                  <a:pt x="587" y="1597"/>
                  <a:pt x="587" y="1599"/>
                  <a:pt x="586" y="1601"/>
                </a:cubicBezTo>
                <a:cubicBezTo>
                  <a:pt x="585" y="1605"/>
                  <a:pt x="582" y="1607"/>
                  <a:pt x="578" y="1607"/>
                </a:cubicBezTo>
                <a:close/>
                <a:moveTo>
                  <a:pt x="551" y="1598"/>
                </a:moveTo>
                <a:cubicBezTo>
                  <a:pt x="550" y="1598"/>
                  <a:pt x="549" y="1598"/>
                  <a:pt x="548" y="1598"/>
                </a:cubicBezTo>
                <a:cubicBezTo>
                  <a:pt x="518" y="1587"/>
                  <a:pt x="488" y="1574"/>
                  <a:pt x="459" y="1560"/>
                </a:cubicBezTo>
                <a:cubicBezTo>
                  <a:pt x="446" y="1554"/>
                  <a:pt x="434" y="1547"/>
                  <a:pt x="422" y="1540"/>
                </a:cubicBezTo>
                <a:cubicBezTo>
                  <a:pt x="401" y="1529"/>
                  <a:pt x="380" y="1516"/>
                  <a:pt x="360" y="1502"/>
                </a:cubicBezTo>
                <a:cubicBezTo>
                  <a:pt x="356" y="1500"/>
                  <a:pt x="355" y="1495"/>
                  <a:pt x="358" y="1491"/>
                </a:cubicBezTo>
                <a:cubicBezTo>
                  <a:pt x="361" y="1487"/>
                  <a:pt x="366" y="1486"/>
                  <a:pt x="370" y="1488"/>
                </a:cubicBezTo>
                <a:cubicBezTo>
                  <a:pt x="389" y="1502"/>
                  <a:pt x="410" y="1514"/>
                  <a:pt x="430" y="1526"/>
                </a:cubicBezTo>
                <a:cubicBezTo>
                  <a:pt x="442" y="1532"/>
                  <a:pt x="454" y="1539"/>
                  <a:pt x="466" y="1545"/>
                </a:cubicBezTo>
                <a:cubicBezTo>
                  <a:pt x="466" y="1545"/>
                  <a:pt x="466" y="1545"/>
                  <a:pt x="466" y="1545"/>
                </a:cubicBezTo>
                <a:cubicBezTo>
                  <a:pt x="495" y="1559"/>
                  <a:pt x="524" y="1571"/>
                  <a:pt x="554" y="1582"/>
                </a:cubicBezTo>
                <a:cubicBezTo>
                  <a:pt x="558" y="1583"/>
                  <a:pt x="561" y="1588"/>
                  <a:pt x="559" y="1593"/>
                </a:cubicBezTo>
                <a:cubicBezTo>
                  <a:pt x="558" y="1596"/>
                  <a:pt x="555" y="1598"/>
                  <a:pt x="551" y="1598"/>
                </a:cubicBezTo>
                <a:close/>
                <a:moveTo>
                  <a:pt x="1100" y="1596"/>
                </a:moveTo>
                <a:cubicBezTo>
                  <a:pt x="1100" y="1596"/>
                  <a:pt x="1100" y="1596"/>
                  <a:pt x="1100" y="1596"/>
                </a:cubicBezTo>
                <a:cubicBezTo>
                  <a:pt x="1097" y="1596"/>
                  <a:pt x="1093" y="1594"/>
                  <a:pt x="1092" y="1590"/>
                </a:cubicBezTo>
                <a:cubicBezTo>
                  <a:pt x="1091" y="1588"/>
                  <a:pt x="1091" y="1586"/>
                  <a:pt x="1092" y="1584"/>
                </a:cubicBezTo>
                <a:cubicBezTo>
                  <a:pt x="1093" y="1582"/>
                  <a:pt x="1095" y="1580"/>
                  <a:pt x="1097" y="1580"/>
                </a:cubicBezTo>
                <a:cubicBezTo>
                  <a:pt x="1098" y="1580"/>
                  <a:pt x="1098" y="1580"/>
                  <a:pt x="1098" y="1580"/>
                </a:cubicBezTo>
                <a:cubicBezTo>
                  <a:pt x="1098" y="1580"/>
                  <a:pt x="1098" y="1580"/>
                  <a:pt x="1098" y="1580"/>
                </a:cubicBezTo>
                <a:cubicBezTo>
                  <a:pt x="1102" y="1578"/>
                  <a:pt x="1107" y="1581"/>
                  <a:pt x="1108" y="1585"/>
                </a:cubicBezTo>
                <a:cubicBezTo>
                  <a:pt x="1110" y="1589"/>
                  <a:pt x="1107" y="1594"/>
                  <a:pt x="1103" y="1596"/>
                </a:cubicBezTo>
                <a:cubicBezTo>
                  <a:pt x="1102" y="1596"/>
                  <a:pt x="1101" y="1596"/>
                  <a:pt x="1100" y="1596"/>
                </a:cubicBezTo>
                <a:close/>
                <a:moveTo>
                  <a:pt x="1127" y="1586"/>
                </a:moveTo>
                <a:cubicBezTo>
                  <a:pt x="1123" y="1586"/>
                  <a:pt x="1120" y="1584"/>
                  <a:pt x="1119" y="1581"/>
                </a:cubicBezTo>
                <a:cubicBezTo>
                  <a:pt x="1118" y="1579"/>
                  <a:pt x="1118" y="1576"/>
                  <a:pt x="1119" y="1574"/>
                </a:cubicBezTo>
                <a:cubicBezTo>
                  <a:pt x="1120" y="1572"/>
                  <a:pt x="1121" y="1570"/>
                  <a:pt x="1123" y="1570"/>
                </a:cubicBezTo>
                <a:cubicBezTo>
                  <a:pt x="1158" y="1556"/>
                  <a:pt x="1192" y="1539"/>
                  <a:pt x="1224" y="1521"/>
                </a:cubicBezTo>
                <a:cubicBezTo>
                  <a:pt x="1224" y="1521"/>
                  <a:pt x="1224" y="1521"/>
                  <a:pt x="1224" y="1521"/>
                </a:cubicBezTo>
                <a:cubicBezTo>
                  <a:pt x="1252" y="1505"/>
                  <a:pt x="1278" y="1488"/>
                  <a:pt x="1304" y="1469"/>
                </a:cubicBezTo>
                <a:cubicBezTo>
                  <a:pt x="1307" y="1466"/>
                  <a:pt x="1313" y="1467"/>
                  <a:pt x="1316" y="1471"/>
                </a:cubicBezTo>
                <a:cubicBezTo>
                  <a:pt x="1318" y="1474"/>
                  <a:pt x="1318" y="1480"/>
                  <a:pt x="1314" y="1482"/>
                </a:cubicBezTo>
                <a:cubicBezTo>
                  <a:pt x="1288" y="1502"/>
                  <a:pt x="1261" y="1520"/>
                  <a:pt x="1233" y="1536"/>
                </a:cubicBezTo>
                <a:cubicBezTo>
                  <a:pt x="1200" y="1554"/>
                  <a:pt x="1165" y="1571"/>
                  <a:pt x="1130" y="1585"/>
                </a:cubicBezTo>
                <a:cubicBezTo>
                  <a:pt x="1130" y="1585"/>
                  <a:pt x="1130" y="1585"/>
                  <a:pt x="1130" y="1585"/>
                </a:cubicBezTo>
                <a:cubicBezTo>
                  <a:pt x="1129" y="1586"/>
                  <a:pt x="1128" y="1586"/>
                  <a:pt x="1127" y="1586"/>
                </a:cubicBezTo>
                <a:close/>
                <a:moveTo>
                  <a:pt x="342" y="1488"/>
                </a:moveTo>
                <a:cubicBezTo>
                  <a:pt x="340" y="1488"/>
                  <a:pt x="338" y="1487"/>
                  <a:pt x="337" y="1486"/>
                </a:cubicBezTo>
                <a:cubicBezTo>
                  <a:pt x="337" y="1486"/>
                  <a:pt x="337" y="1486"/>
                  <a:pt x="337" y="1486"/>
                </a:cubicBezTo>
                <a:cubicBezTo>
                  <a:pt x="335" y="1485"/>
                  <a:pt x="334" y="1483"/>
                  <a:pt x="333" y="1480"/>
                </a:cubicBezTo>
                <a:cubicBezTo>
                  <a:pt x="333" y="1478"/>
                  <a:pt x="334" y="1476"/>
                  <a:pt x="335" y="1474"/>
                </a:cubicBezTo>
                <a:cubicBezTo>
                  <a:pt x="338" y="1470"/>
                  <a:pt x="343" y="1470"/>
                  <a:pt x="347" y="1472"/>
                </a:cubicBezTo>
                <a:cubicBezTo>
                  <a:pt x="351" y="1475"/>
                  <a:pt x="351" y="1480"/>
                  <a:pt x="349" y="1484"/>
                </a:cubicBezTo>
                <a:cubicBezTo>
                  <a:pt x="347" y="1486"/>
                  <a:pt x="345" y="1488"/>
                  <a:pt x="342" y="1488"/>
                </a:cubicBezTo>
                <a:close/>
                <a:moveTo>
                  <a:pt x="319" y="1471"/>
                </a:moveTo>
                <a:cubicBezTo>
                  <a:pt x="317" y="1471"/>
                  <a:pt x="316" y="1470"/>
                  <a:pt x="314" y="1469"/>
                </a:cubicBezTo>
                <a:cubicBezTo>
                  <a:pt x="289" y="1449"/>
                  <a:pt x="264" y="1427"/>
                  <a:pt x="242" y="1404"/>
                </a:cubicBezTo>
                <a:cubicBezTo>
                  <a:pt x="241" y="1404"/>
                  <a:pt x="241" y="1404"/>
                  <a:pt x="241" y="1404"/>
                </a:cubicBezTo>
                <a:cubicBezTo>
                  <a:pt x="241" y="1404"/>
                  <a:pt x="241" y="1404"/>
                  <a:pt x="241" y="1404"/>
                </a:cubicBezTo>
                <a:cubicBezTo>
                  <a:pt x="220" y="1383"/>
                  <a:pt x="199" y="1360"/>
                  <a:pt x="180" y="1336"/>
                </a:cubicBezTo>
                <a:cubicBezTo>
                  <a:pt x="176" y="1330"/>
                  <a:pt x="171" y="1324"/>
                  <a:pt x="166" y="1318"/>
                </a:cubicBezTo>
                <a:cubicBezTo>
                  <a:pt x="166" y="1318"/>
                  <a:pt x="166" y="1318"/>
                  <a:pt x="166" y="1318"/>
                </a:cubicBezTo>
                <a:cubicBezTo>
                  <a:pt x="165" y="1316"/>
                  <a:pt x="164" y="1314"/>
                  <a:pt x="165" y="1312"/>
                </a:cubicBezTo>
                <a:cubicBezTo>
                  <a:pt x="165" y="1310"/>
                  <a:pt x="166" y="1308"/>
                  <a:pt x="168" y="1306"/>
                </a:cubicBezTo>
                <a:cubicBezTo>
                  <a:pt x="172" y="1304"/>
                  <a:pt x="177" y="1304"/>
                  <a:pt x="180" y="1308"/>
                </a:cubicBezTo>
                <a:cubicBezTo>
                  <a:pt x="184" y="1314"/>
                  <a:pt x="189" y="1320"/>
                  <a:pt x="194" y="1325"/>
                </a:cubicBezTo>
                <a:cubicBezTo>
                  <a:pt x="212" y="1349"/>
                  <a:pt x="232" y="1371"/>
                  <a:pt x="253" y="1392"/>
                </a:cubicBezTo>
                <a:cubicBezTo>
                  <a:pt x="253" y="1392"/>
                  <a:pt x="253" y="1392"/>
                  <a:pt x="253" y="1392"/>
                </a:cubicBezTo>
                <a:cubicBezTo>
                  <a:pt x="276" y="1415"/>
                  <a:pt x="300" y="1436"/>
                  <a:pt x="325" y="1455"/>
                </a:cubicBezTo>
                <a:cubicBezTo>
                  <a:pt x="328" y="1458"/>
                  <a:pt x="329" y="1464"/>
                  <a:pt x="326" y="1467"/>
                </a:cubicBezTo>
                <a:cubicBezTo>
                  <a:pt x="324" y="1469"/>
                  <a:pt x="322" y="1471"/>
                  <a:pt x="319" y="1471"/>
                </a:cubicBezTo>
                <a:close/>
                <a:moveTo>
                  <a:pt x="1331" y="1467"/>
                </a:moveTo>
                <a:cubicBezTo>
                  <a:pt x="1329" y="1467"/>
                  <a:pt x="1326" y="1466"/>
                  <a:pt x="1324" y="1464"/>
                </a:cubicBezTo>
                <a:cubicBezTo>
                  <a:pt x="1323" y="1462"/>
                  <a:pt x="1322" y="1460"/>
                  <a:pt x="1323" y="1457"/>
                </a:cubicBezTo>
                <a:cubicBezTo>
                  <a:pt x="1323" y="1455"/>
                  <a:pt x="1324" y="1453"/>
                  <a:pt x="1326" y="1452"/>
                </a:cubicBezTo>
                <a:cubicBezTo>
                  <a:pt x="1329" y="1449"/>
                  <a:pt x="1335" y="1449"/>
                  <a:pt x="1338" y="1453"/>
                </a:cubicBezTo>
                <a:cubicBezTo>
                  <a:pt x="1341" y="1457"/>
                  <a:pt x="1340" y="1462"/>
                  <a:pt x="1336" y="1465"/>
                </a:cubicBezTo>
                <a:cubicBezTo>
                  <a:pt x="1335" y="1466"/>
                  <a:pt x="1333" y="1467"/>
                  <a:pt x="1331" y="1467"/>
                </a:cubicBezTo>
                <a:close/>
                <a:moveTo>
                  <a:pt x="1353" y="1449"/>
                </a:moveTo>
                <a:cubicBezTo>
                  <a:pt x="1350" y="1449"/>
                  <a:pt x="1348" y="1448"/>
                  <a:pt x="1346" y="1446"/>
                </a:cubicBezTo>
                <a:cubicBezTo>
                  <a:pt x="1345" y="1444"/>
                  <a:pt x="1344" y="1442"/>
                  <a:pt x="1344" y="1440"/>
                </a:cubicBezTo>
                <a:cubicBezTo>
                  <a:pt x="1345" y="1437"/>
                  <a:pt x="1346" y="1435"/>
                  <a:pt x="1347" y="1434"/>
                </a:cubicBezTo>
                <a:cubicBezTo>
                  <a:pt x="1375" y="1410"/>
                  <a:pt x="1402" y="1383"/>
                  <a:pt x="1427" y="1355"/>
                </a:cubicBezTo>
                <a:cubicBezTo>
                  <a:pt x="1427" y="1355"/>
                  <a:pt x="1427" y="1355"/>
                  <a:pt x="1427" y="1355"/>
                </a:cubicBezTo>
                <a:cubicBezTo>
                  <a:pt x="1448" y="1331"/>
                  <a:pt x="1467" y="1306"/>
                  <a:pt x="1485" y="1280"/>
                </a:cubicBezTo>
                <a:cubicBezTo>
                  <a:pt x="1488" y="1276"/>
                  <a:pt x="1493" y="1275"/>
                  <a:pt x="1497" y="1278"/>
                </a:cubicBezTo>
                <a:cubicBezTo>
                  <a:pt x="1501" y="1281"/>
                  <a:pt x="1502" y="1286"/>
                  <a:pt x="1499" y="1290"/>
                </a:cubicBezTo>
                <a:cubicBezTo>
                  <a:pt x="1481" y="1316"/>
                  <a:pt x="1461" y="1342"/>
                  <a:pt x="1440" y="1366"/>
                </a:cubicBezTo>
                <a:cubicBezTo>
                  <a:pt x="1414" y="1395"/>
                  <a:pt x="1387" y="1422"/>
                  <a:pt x="1358" y="1447"/>
                </a:cubicBezTo>
                <a:cubicBezTo>
                  <a:pt x="1357" y="1448"/>
                  <a:pt x="1355" y="1449"/>
                  <a:pt x="1353" y="1449"/>
                </a:cubicBezTo>
                <a:close/>
                <a:moveTo>
                  <a:pt x="157" y="1299"/>
                </a:moveTo>
                <a:cubicBezTo>
                  <a:pt x="154" y="1299"/>
                  <a:pt x="151" y="1297"/>
                  <a:pt x="150" y="1295"/>
                </a:cubicBezTo>
                <a:cubicBezTo>
                  <a:pt x="150" y="1295"/>
                  <a:pt x="150" y="1295"/>
                  <a:pt x="150" y="1295"/>
                </a:cubicBezTo>
                <a:cubicBezTo>
                  <a:pt x="148" y="1293"/>
                  <a:pt x="148" y="1291"/>
                  <a:pt x="148" y="1289"/>
                </a:cubicBezTo>
                <a:cubicBezTo>
                  <a:pt x="149" y="1286"/>
                  <a:pt x="150" y="1285"/>
                  <a:pt x="152" y="1283"/>
                </a:cubicBezTo>
                <a:cubicBezTo>
                  <a:pt x="155" y="1281"/>
                  <a:pt x="161" y="1282"/>
                  <a:pt x="163" y="1285"/>
                </a:cubicBezTo>
                <a:cubicBezTo>
                  <a:pt x="163" y="1285"/>
                  <a:pt x="163" y="1285"/>
                  <a:pt x="163" y="1285"/>
                </a:cubicBezTo>
                <a:cubicBezTo>
                  <a:pt x="166" y="1289"/>
                  <a:pt x="165" y="1294"/>
                  <a:pt x="161" y="1297"/>
                </a:cubicBezTo>
                <a:cubicBezTo>
                  <a:pt x="160" y="1298"/>
                  <a:pt x="158" y="1299"/>
                  <a:pt x="157" y="1299"/>
                </a:cubicBezTo>
                <a:close/>
                <a:moveTo>
                  <a:pt x="141" y="1275"/>
                </a:moveTo>
                <a:cubicBezTo>
                  <a:pt x="138" y="1275"/>
                  <a:pt x="135" y="1274"/>
                  <a:pt x="134" y="1271"/>
                </a:cubicBezTo>
                <a:cubicBezTo>
                  <a:pt x="116" y="1244"/>
                  <a:pt x="100" y="1216"/>
                  <a:pt x="86" y="1187"/>
                </a:cubicBezTo>
                <a:cubicBezTo>
                  <a:pt x="69" y="1153"/>
                  <a:pt x="54" y="1117"/>
                  <a:pt x="42" y="1081"/>
                </a:cubicBezTo>
                <a:cubicBezTo>
                  <a:pt x="42" y="1079"/>
                  <a:pt x="42" y="1077"/>
                  <a:pt x="43" y="1075"/>
                </a:cubicBezTo>
                <a:cubicBezTo>
                  <a:pt x="44" y="1073"/>
                  <a:pt x="45" y="1071"/>
                  <a:pt x="48" y="1071"/>
                </a:cubicBezTo>
                <a:cubicBezTo>
                  <a:pt x="52" y="1069"/>
                  <a:pt x="57" y="1072"/>
                  <a:pt x="58" y="1076"/>
                </a:cubicBezTo>
                <a:cubicBezTo>
                  <a:pt x="70" y="1111"/>
                  <a:pt x="84" y="1146"/>
                  <a:pt x="101" y="1179"/>
                </a:cubicBezTo>
                <a:cubicBezTo>
                  <a:pt x="115" y="1208"/>
                  <a:pt x="131" y="1236"/>
                  <a:pt x="148" y="1262"/>
                </a:cubicBezTo>
                <a:cubicBezTo>
                  <a:pt x="150" y="1266"/>
                  <a:pt x="149" y="1271"/>
                  <a:pt x="145" y="1274"/>
                </a:cubicBezTo>
                <a:cubicBezTo>
                  <a:pt x="144" y="1275"/>
                  <a:pt x="142" y="1275"/>
                  <a:pt x="141" y="1275"/>
                </a:cubicBezTo>
                <a:close/>
                <a:moveTo>
                  <a:pt x="1508" y="1270"/>
                </a:moveTo>
                <a:cubicBezTo>
                  <a:pt x="1506" y="1270"/>
                  <a:pt x="1505" y="1269"/>
                  <a:pt x="1503" y="1269"/>
                </a:cubicBezTo>
                <a:cubicBezTo>
                  <a:pt x="1502" y="1267"/>
                  <a:pt x="1500" y="1265"/>
                  <a:pt x="1500" y="1263"/>
                </a:cubicBezTo>
                <a:cubicBezTo>
                  <a:pt x="1499" y="1261"/>
                  <a:pt x="1500" y="1259"/>
                  <a:pt x="1501" y="1257"/>
                </a:cubicBezTo>
                <a:cubicBezTo>
                  <a:pt x="1503" y="1253"/>
                  <a:pt x="1509" y="1252"/>
                  <a:pt x="1513" y="1254"/>
                </a:cubicBezTo>
                <a:cubicBezTo>
                  <a:pt x="1516" y="1257"/>
                  <a:pt x="1518" y="1262"/>
                  <a:pt x="1515" y="1266"/>
                </a:cubicBezTo>
                <a:cubicBezTo>
                  <a:pt x="1514" y="1268"/>
                  <a:pt x="1511" y="1270"/>
                  <a:pt x="1508" y="1270"/>
                </a:cubicBezTo>
                <a:close/>
                <a:moveTo>
                  <a:pt x="1523" y="1246"/>
                </a:moveTo>
                <a:cubicBezTo>
                  <a:pt x="1521" y="1246"/>
                  <a:pt x="1520" y="1245"/>
                  <a:pt x="1518" y="1245"/>
                </a:cubicBezTo>
                <a:cubicBezTo>
                  <a:pt x="1514" y="1242"/>
                  <a:pt x="1513" y="1237"/>
                  <a:pt x="1515" y="1233"/>
                </a:cubicBezTo>
                <a:cubicBezTo>
                  <a:pt x="1516" y="1233"/>
                  <a:pt x="1516" y="1232"/>
                  <a:pt x="1516" y="1232"/>
                </a:cubicBezTo>
                <a:cubicBezTo>
                  <a:pt x="1516" y="1232"/>
                  <a:pt x="1516" y="1232"/>
                  <a:pt x="1516" y="1232"/>
                </a:cubicBezTo>
                <a:cubicBezTo>
                  <a:pt x="1535" y="1200"/>
                  <a:pt x="1552" y="1167"/>
                  <a:pt x="1566" y="1133"/>
                </a:cubicBezTo>
                <a:cubicBezTo>
                  <a:pt x="1578" y="1104"/>
                  <a:pt x="1588" y="1074"/>
                  <a:pt x="1597" y="1043"/>
                </a:cubicBezTo>
                <a:cubicBezTo>
                  <a:pt x="1598" y="1039"/>
                  <a:pt x="1603" y="1036"/>
                  <a:pt x="1608" y="1037"/>
                </a:cubicBezTo>
                <a:cubicBezTo>
                  <a:pt x="1610" y="1038"/>
                  <a:pt x="1612" y="1039"/>
                  <a:pt x="1613" y="1041"/>
                </a:cubicBezTo>
                <a:cubicBezTo>
                  <a:pt x="1614" y="1043"/>
                  <a:pt x="1614" y="1046"/>
                  <a:pt x="1613" y="1048"/>
                </a:cubicBezTo>
                <a:cubicBezTo>
                  <a:pt x="1605" y="1079"/>
                  <a:pt x="1594" y="1110"/>
                  <a:pt x="1581" y="1140"/>
                </a:cubicBezTo>
                <a:cubicBezTo>
                  <a:pt x="1567" y="1174"/>
                  <a:pt x="1550" y="1208"/>
                  <a:pt x="1531" y="1240"/>
                </a:cubicBezTo>
                <a:cubicBezTo>
                  <a:pt x="1531" y="1241"/>
                  <a:pt x="1531" y="1241"/>
                  <a:pt x="1531" y="1241"/>
                </a:cubicBezTo>
                <a:cubicBezTo>
                  <a:pt x="1530" y="1241"/>
                  <a:pt x="1530" y="1241"/>
                  <a:pt x="1530" y="1242"/>
                </a:cubicBezTo>
                <a:cubicBezTo>
                  <a:pt x="1529" y="1244"/>
                  <a:pt x="1526" y="1246"/>
                  <a:pt x="1523" y="1246"/>
                </a:cubicBezTo>
                <a:close/>
                <a:moveTo>
                  <a:pt x="42" y="1060"/>
                </a:moveTo>
                <a:cubicBezTo>
                  <a:pt x="38" y="1060"/>
                  <a:pt x="35" y="1058"/>
                  <a:pt x="34" y="1054"/>
                </a:cubicBezTo>
                <a:cubicBezTo>
                  <a:pt x="33" y="1052"/>
                  <a:pt x="33" y="1050"/>
                  <a:pt x="34" y="1048"/>
                </a:cubicBezTo>
                <a:cubicBezTo>
                  <a:pt x="35" y="1046"/>
                  <a:pt x="37" y="1044"/>
                  <a:pt x="39" y="1043"/>
                </a:cubicBezTo>
                <a:cubicBezTo>
                  <a:pt x="44" y="1042"/>
                  <a:pt x="49" y="1045"/>
                  <a:pt x="50" y="1049"/>
                </a:cubicBezTo>
                <a:cubicBezTo>
                  <a:pt x="51" y="1051"/>
                  <a:pt x="50" y="1054"/>
                  <a:pt x="49" y="1056"/>
                </a:cubicBezTo>
                <a:cubicBezTo>
                  <a:pt x="48" y="1058"/>
                  <a:pt x="46" y="1059"/>
                  <a:pt x="44" y="1060"/>
                </a:cubicBezTo>
                <a:cubicBezTo>
                  <a:pt x="43" y="1060"/>
                  <a:pt x="43" y="1060"/>
                  <a:pt x="42" y="1060"/>
                </a:cubicBezTo>
                <a:close/>
                <a:moveTo>
                  <a:pt x="34" y="1033"/>
                </a:moveTo>
                <a:cubicBezTo>
                  <a:pt x="30" y="1033"/>
                  <a:pt x="27" y="1030"/>
                  <a:pt x="26" y="1026"/>
                </a:cubicBezTo>
                <a:cubicBezTo>
                  <a:pt x="18" y="995"/>
                  <a:pt x="12" y="963"/>
                  <a:pt x="8" y="931"/>
                </a:cubicBezTo>
                <a:cubicBezTo>
                  <a:pt x="3" y="895"/>
                  <a:pt x="0" y="859"/>
                  <a:pt x="0" y="822"/>
                </a:cubicBezTo>
                <a:cubicBezTo>
                  <a:pt x="0" y="821"/>
                  <a:pt x="1" y="820"/>
                  <a:pt x="1" y="818"/>
                </a:cubicBezTo>
                <a:cubicBezTo>
                  <a:pt x="1" y="817"/>
                  <a:pt x="1" y="817"/>
                  <a:pt x="1" y="817"/>
                </a:cubicBezTo>
                <a:cubicBezTo>
                  <a:pt x="1" y="812"/>
                  <a:pt x="4" y="809"/>
                  <a:pt x="9" y="809"/>
                </a:cubicBezTo>
                <a:cubicBezTo>
                  <a:pt x="9" y="809"/>
                  <a:pt x="9" y="809"/>
                  <a:pt x="9" y="809"/>
                </a:cubicBezTo>
                <a:cubicBezTo>
                  <a:pt x="11" y="809"/>
                  <a:pt x="13" y="810"/>
                  <a:pt x="15" y="811"/>
                </a:cubicBezTo>
                <a:cubicBezTo>
                  <a:pt x="17" y="813"/>
                  <a:pt x="17" y="815"/>
                  <a:pt x="17" y="817"/>
                </a:cubicBezTo>
                <a:cubicBezTo>
                  <a:pt x="17" y="819"/>
                  <a:pt x="17" y="821"/>
                  <a:pt x="17" y="822"/>
                </a:cubicBezTo>
                <a:cubicBezTo>
                  <a:pt x="17" y="858"/>
                  <a:pt x="20" y="894"/>
                  <a:pt x="25" y="929"/>
                </a:cubicBezTo>
                <a:cubicBezTo>
                  <a:pt x="29" y="960"/>
                  <a:pt x="35" y="992"/>
                  <a:pt x="43" y="1022"/>
                </a:cubicBezTo>
                <a:cubicBezTo>
                  <a:pt x="44" y="1027"/>
                  <a:pt x="41" y="1031"/>
                  <a:pt x="36" y="1033"/>
                </a:cubicBezTo>
                <a:cubicBezTo>
                  <a:pt x="36" y="1033"/>
                  <a:pt x="35" y="1033"/>
                  <a:pt x="34" y="1033"/>
                </a:cubicBezTo>
                <a:close/>
                <a:moveTo>
                  <a:pt x="1613" y="1027"/>
                </a:moveTo>
                <a:cubicBezTo>
                  <a:pt x="1612" y="1027"/>
                  <a:pt x="1611" y="1027"/>
                  <a:pt x="1611" y="1027"/>
                </a:cubicBezTo>
                <a:cubicBezTo>
                  <a:pt x="1608" y="1026"/>
                  <a:pt x="1606" y="1025"/>
                  <a:pt x="1605" y="1023"/>
                </a:cubicBezTo>
                <a:cubicBezTo>
                  <a:pt x="1604" y="1021"/>
                  <a:pt x="1604" y="1018"/>
                  <a:pt x="1604" y="1016"/>
                </a:cubicBezTo>
                <a:cubicBezTo>
                  <a:pt x="1605" y="1012"/>
                  <a:pt x="1610" y="1009"/>
                  <a:pt x="1615" y="1010"/>
                </a:cubicBezTo>
                <a:cubicBezTo>
                  <a:pt x="1619" y="1011"/>
                  <a:pt x="1622" y="1016"/>
                  <a:pt x="1621" y="1020"/>
                </a:cubicBezTo>
                <a:cubicBezTo>
                  <a:pt x="1620" y="1024"/>
                  <a:pt x="1617" y="1027"/>
                  <a:pt x="1613" y="1027"/>
                </a:cubicBezTo>
                <a:close/>
                <a:moveTo>
                  <a:pt x="1619" y="999"/>
                </a:moveTo>
                <a:cubicBezTo>
                  <a:pt x="1618" y="999"/>
                  <a:pt x="1618" y="999"/>
                  <a:pt x="1617" y="999"/>
                </a:cubicBezTo>
                <a:cubicBezTo>
                  <a:pt x="1613" y="998"/>
                  <a:pt x="1610" y="994"/>
                  <a:pt x="1611" y="989"/>
                </a:cubicBezTo>
                <a:cubicBezTo>
                  <a:pt x="1614" y="973"/>
                  <a:pt x="1617" y="956"/>
                  <a:pt x="1619" y="940"/>
                </a:cubicBezTo>
                <a:cubicBezTo>
                  <a:pt x="1622" y="919"/>
                  <a:pt x="1625" y="899"/>
                  <a:pt x="1626" y="878"/>
                </a:cubicBezTo>
                <a:cubicBezTo>
                  <a:pt x="1627" y="860"/>
                  <a:pt x="1628" y="842"/>
                  <a:pt x="1628" y="823"/>
                </a:cubicBezTo>
                <a:cubicBezTo>
                  <a:pt x="1628" y="810"/>
                  <a:pt x="1628" y="796"/>
                  <a:pt x="1627" y="783"/>
                </a:cubicBezTo>
                <a:cubicBezTo>
                  <a:pt x="1627" y="781"/>
                  <a:pt x="1628" y="779"/>
                  <a:pt x="1629" y="777"/>
                </a:cubicBezTo>
                <a:cubicBezTo>
                  <a:pt x="1631" y="775"/>
                  <a:pt x="1633" y="774"/>
                  <a:pt x="1635" y="774"/>
                </a:cubicBezTo>
                <a:cubicBezTo>
                  <a:pt x="1640" y="774"/>
                  <a:pt x="1644" y="778"/>
                  <a:pt x="1644" y="782"/>
                </a:cubicBezTo>
                <a:cubicBezTo>
                  <a:pt x="1645" y="796"/>
                  <a:pt x="1645" y="810"/>
                  <a:pt x="1645" y="823"/>
                </a:cubicBezTo>
                <a:cubicBezTo>
                  <a:pt x="1645" y="842"/>
                  <a:pt x="1644" y="861"/>
                  <a:pt x="1643" y="879"/>
                </a:cubicBezTo>
                <a:cubicBezTo>
                  <a:pt x="1642" y="900"/>
                  <a:pt x="1639" y="921"/>
                  <a:pt x="1636" y="942"/>
                </a:cubicBezTo>
                <a:cubicBezTo>
                  <a:pt x="1634" y="959"/>
                  <a:pt x="1631" y="976"/>
                  <a:pt x="1627" y="992"/>
                </a:cubicBezTo>
                <a:cubicBezTo>
                  <a:pt x="1626" y="996"/>
                  <a:pt x="1623" y="999"/>
                  <a:pt x="1619" y="999"/>
                </a:cubicBezTo>
                <a:close/>
                <a:moveTo>
                  <a:pt x="10" y="797"/>
                </a:moveTo>
                <a:cubicBezTo>
                  <a:pt x="10" y="797"/>
                  <a:pt x="9" y="797"/>
                  <a:pt x="9" y="797"/>
                </a:cubicBezTo>
                <a:cubicBezTo>
                  <a:pt x="7" y="797"/>
                  <a:pt x="5" y="796"/>
                  <a:pt x="3" y="795"/>
                </a:cubicBezTo>
                <a:cubicBezTo>
                  <a:pt x="2" y="793"/>
                  <a:pt x="1" y="791"/>
                  <a:pt x="1" y="789"/>
                </a:cubicBezTo>
                <a:cubicBezTo>
                  <a:pt x="1" y="784"/>
                  <a:pt x="5" y="780"/>
                  <a:pt x="10" y="780"/>
                </a:cubicBezTo>
                <a:cubicBezTo>
                  <a:pt x="12" y="780"/>
                  <a:pt x="14" y="781"/>
                  <a:pt x="16" y="783"/>
                </a:cubicBezTo>
                <a:cubicBezTo>
                  <a:pt x="17" y="785"/>
                  <a:pt x="18" y="787"/>
                  <a:pt x="18" y="789"/>
                </a:cubicBezTo>
                <a:cubicBezTo>
                  <a:pt x="18" y="794"/>
                  <a:pt x="14" y="797"/>
                  <a:pt x="10" y="797"/>
                </a:cubicBezTo>
                <a:close/>
                <a:moveTo>
                  <a:pt x="11" y="769"/>
                </a:moveTo>
                <a:cubicBezTo>
                  <a:pt x="11" y="769"/>
                  <a:pt x="11" y="769"/>
                  <a:pt x="11" y="769"/>
                </a:cubicBezTo>
                <a:cubicBezTo>
                  <a:pt x="8" y="769"/>
                  <a:pt x="6" y="768"/>
                  <a:pt x="5" y="766"/>
                </a:cubicBezTo>
                <a:cubicBezTo>
                  <a:pt x="3" y="764"/>
                  <a:pt x="3" y="762"/>
                  <a:pt x="3" y="760"/>
                </a:cubicBezTo>
                <a:cubicBezTo>
                  <a:pt x="3" y="754"/>
                  <a:pt x="4" y="748"/>
                  <a:pt x="5" y="741"/>
                </a:cubicBezTo>
                <a:cubicBezTo>
                  <a:pt x="7" y="715"/>
                  <a:pt x="11" y="689"/>
                  <a:pt x="16" y="664"/>
                </a:cubicBezTo>
                <a:cubicBezTo>
                  <a:pt x="16" y="664"/>
                  <a:pt x="16" y="664"/>
                  <a:pt x="16" y="664"/>
                </a:cubicBezTo>
                <a:cubicBezTo>
                  <a:pt x="16" y="664"/>
                  <a:pt x="16" y="663"/>
                  <a:pt x="16" y="663"/>
                </a:cubicBezTo>
                <a:cubicBezTo>
                  <a:pt x="24" y="626"/>
                  <a:pt x="34" y="589"/>
                  <a:pt x="46" y="554"/>
                </a:cubicBezTo>
                <a:cubicBezTo>
                  <a:pt x="48" y="549"/>
                  <a:pt x="52" y="547"/>
                  <a:pt x="57" y="548"/>
                </a:cubicBezTo>
                <a:cubicBezTo>
                  <a:pt x="61" y="550"/>
                  <a:pt x="64" y="555"/>
                  <a:pt x="62" y="559"/>
                </a:cubicBezTo>
                <a:cubicBezTo>
                  <a:pt x="50" y="594"/>
                  <a:pt x="40" y="631"/>
                  <a:pt x="33" y="667"/>
                </a:cubicBezTo>
                <a:cubicBezTo>
                  <a:pt x="28" y="692"/>
                  <a:pt x="24" y="717"/>
                  <a:pt x="21" y="743"/>
                </a:cubicBezTo>
                <a:cubicBezTo>
                  <a:pt x="21" y="749"/>
                  <a:pt x="20" y="755"/>
                  <a:pt x="20" y="761"/>
                </a:cubicBezTo>
                <a:cubicBezTo>
                  <a:pt x="19" y="766"/>
                  <a:pt x="16" y="769"/>
                  <a:pt x="11" y="769"/>
                </a:cubicBezTo>
                <a:close/>
                <a:moveTo>
                  <a:pt x="1634" y="763"/>
                </a:moveTo>
                <a:cubicBezTo>
                  <a:pt x="1629" y="763"/>
                  <a:pt x="1625" y="760"/>
                  <a:pt x="1625" y="755"/>
                </a:cubicBezTo>
                <a:cubicBezTo>
                  <a:pt x="1625" y="755"/>
                  <a:pt x="1625" y="755"/>
                  <a:pt x="1625" y="755"/>
                </a:cubicBezTo>
                <a:cubicBezTo>
                  <a:pt x="1625" y="753"/>
                  <a:pt x="1626" y="751"/>
                  <a:pt x="1627" y="749"/>
                </a:cubicBezTo>
                <a:cubicBezTo>
                  <a:pt x="1629" y="747"/>
                  <a:pt x="1631" y="746"/>
                  <a:pt x="1633" y="746"/>
                </a:cubicBezTo>
                <a:cubicBezTo>
                  <a:pt x="1638" y="746"/>
                  <a:pt x="1642" y="749"/>
                  <a:pt x="1642" y="754"/>
                </a:cubicBezTo>
                <a:cubicBezTo>
                  <a:pt x="1642" y="754"/>
                  <a:pt x="1642" y="754"/>
                  <a:pt x="1642" y="754"/>
                </a:cubicBezTo>
                <a:cubicBezTo>
                  <a:pt x="1642" y="754"/>
                  <a:pt x="1642" y="754"/>
                  <a:pt x="1642" y="754"/>
                </a:cubicBezTo>
                <a:cubicBezTo>
                  <a:pt x="1642" y="756"/>
                  <a:pt x="1641" y="758"/>
                  <a:pt x="1640" y="760"/>
                </a:cubicBezTo>
                <a:cubicBezTo>
                  <a:pt x="1639" y="762"/>
                  <a:pt x="1637" y="763"/>
                  <a:pt x="1634" y="763"/>
                </a:cubicBezTo>
                <a:cubicBezTo>
                  <a:pt x="1634" y="763"/>
                  <a:pt x="1634" y="763"/>
                  <a:pt x="1634" y="763"/>
                </a:cubicBezTo>
                <a:close/>
                <a:moveTo>
                  <a:pt x="1631" y="735"/>
                </a:moveTo>
                <a:cubicBezTo>
                  <a:pt x="1626" y="735"/>
                  <a:pt x="1623" y="732"/>
                  <a:pt x="1622" y="727"/>
                </a:cubicBezTo>
                <a:cubicBezTo>
                  <a:pt x="1618" y="695"/>
                  <a:pt x="1612" y="662"/>
                  <a:pt x="1605" y="630"/>
                </a:cubicBezTo>
                <a:cubicBezTo>
                  <a:pt x="1603" y="626"/>
                  <a:pt x="1606" y="621"/>
                  <a:pt x="1611" y="620"/>
                </a:cubicBezTo>
                <a:cubicBezTo>
                  <a:pt x="1615" y="619"/>
                  <a:pt x="1620" y="622"/>
                  <a:pt x="1621" y="626"/>
                </a:cubicBezTo>
                <a:cubicBezTo>
                  <a:pt x="1629" y="659"/>
                  <a:pt x="1635" y="692"/>
                  <a:pt x="1639" y="725"/>
                </a:cubicBezTo>
                <a:cubicBezTo>
                  <a:pt x="1640" y="730"/>
                  <a:pt x="1636" y="734"/>
                  <a:pt x="1632" y="735"/>
                </a:cubicBezTo>
                <a:cubicBezTo>
                  <a:pt x="1631" y="735"/>
                  <a:pt x="1631" y="735"/>
                  <a:pt x="1631" y="735"/>
                </a:cubicBezTo>
                <a:close/>
                <a:moveTo>
                  <a:pt x="1592" y="566"/>
                </a:moveTo>
                <a:cubicBezTo>
                  <a:pt x="1588" y="566"/>
                  <a:pt x="1585" y="563"/>
                  <a:pt x="1584" y="560"/>
                </a:cubicBezTo>
                <a:cubicBezTo>
                  <a:pt x="1573" y="530"/>
                  <a:pt x="1561" y="500"/>
                  <a:pt x="1547" y="472"/>
                </a:cubicBezTo>
                <a:cubicBezTo>
                  <a:pt x="1546" y="470"/>
                  <a:pt x="1546" y="468"/>
                  <a:pt x="1547" y="465"/>
                </a:cubicBezTo>
                <a:cubicBezTo>
                  <a:pt x="1548" y="463"/>
                  <a:pt x="1549" y="462"/>
                  <a:pt x="1551" y="461"/>
                </a:cubicBezTo>
                <a:cubicBezTo>
                  <a:pt x="1556" y="459"/>
                  <a:pt x="1561" y="461"/>
                  <a:pt x="1563" y="465"/>
                </a:cubicBezTo>
                <a:cubicBezTo>
                  <a:pt x="1577" y="494"/>
                  <a:pt x="1589" y="524"/>
                  <a:pt x="1600" y="554"/>
                </a:cubicBezTo>
                <a:cubicBezTo>
                  <a:pt x="1601" y="556"/>
                  <a:pt x="1600" y="559"/>
                  <a:pt x="1599" y="561"/>
                </a:cubicBezTo>
                <a:cubicBezTo>
                  <a:pt x="1598" y="563"/>
                  <a:pt x="1597" y="564"/>
                  <a:pt x="1595" y="565"/>
                </a:cubicBezTo>
                <a:cubicBezTo>
                  <a:pt x="1594" y="565"/>
                  <a:pt x="1593" y="566"/>
                  <a:pt x="1592" y="566"/>
                </a:cubicBezTo>
                <a:close/>
                <a:moveTo>
                  <a:pt x="64" y="538"/>
                </a:moveTo>
                <a:cubicBezTo>
                  <a:pt x="64" y="538"/>
                  <a:pt x="64" y="538"/>
                  <a:pt x="64" y="538"/>
                </a:cubicBezTo>
                <a:cubicBezTo>
                  <a:pt x="64" y="538"/>
                  <a:pt x="64" y="538"/>
                  <a:pt x="64" y="538"/>
                </a:cubicBezTo>
                <a:cubicBezTo>
                  <a:pt x="63" y="538"/>
                  <a:pt x="62" y="538"/>
                  <a:pt x="61" y="538"/>
                </a:cubicBezTo>
                <a:cubicBezTo>
                  <a:pt x="56" y="536"/>
                  <a:pt x="54" y="531"/>
                  <a:pt x="56" y="527"/>
                </a:cubicBezTo>
                <a:cubicBezTo>
                  <a:pt x="58" y="522"/>
                  <a:pt x="63" y="520"/>
                  <a:pt x="67" y="522"/>
                </a:cubicBezTo>
                <a:cubicBezTo>
                  <a:pt x="71" y="524"/>
                  <a:pt x="73" y="528"/>
                  <a:pt x="72" y="533"/>
                </a:cubicBezTo>
                <a:cubicBezTo>
                  <a:pt x="72" y="533"/>
                  <a:pt x="72" y="533"/>
                  <a:pt x="72" y="533"/>
                </a:cubicBezTo>
                <a:cubicBezTo>
                  <a:pt x="70" y="536"/>
                  <a:pt x="67" y="538"/>
                  <a:pt x="64" y="538"/>
                </a:cubicBezTo>
                <a:close/>
                <a:moveTo>
                  <a:pt x="74" y="512"/>
                </a:moveTo>
                <a:cubicBezTo>
                  <a:pt x="73" y="512"/>
                  <a:pt x="72" y="512"/>
                  <a:pt x="71" y="511"/>
                </a:cubicBezTo>
                <a:cubicBezTo>
                  <a:pt x="69" y="510"/>
                  <a:pt x="67" y="509"/>
                  <a:pt x="67" y="507"/>
                </a:cubicBezTo>
                <a:cubicBezTo>
                  <a:pt x="66" y="505"/>
                  <a:pt x="66" y="502"/>
                  <a:pt x="67" y="500"/>
                </a:cubicBezTo>
                <a:cubicBezTo>
                  <a:pt x="76" y="479"/>
                  <a:pt x="86" y="458"/>
                  <a:pt x="96" y="438"/>
                </a:cubicBezTo>
                <a:cubicBezTo>
                  <a:pt x="101" y="430"/>
                  <a:pt x="105" y="421"/>
                  <a:pt x="110" y="413"/>
                </a:cubicBezTo>
                <a:cubicBezTo>
                  <a:pt x="129" y="380"/>
                  <a:pt x="150" y="349"/>
                  <a:pt x="174" y="318"/>
                </a:cubicBezTo>
                <a:cubicBezTo>
                  <a:pt x="176" y="315"/>
                  <a:pt x="182" y="314"/>
                  <a:pt x="185" y="317"/>
                </a:cubicBezTo>
                <a:cubicBezTo>
                  <a:pt x="189" y="320"/>
                  <a:pt x="190" y="325"/>
                  <a:pt x="187" y="329"/>
                </a:cubicBezTo>
                <a:cubicBezTo>
                  <a:pt x="164" y="358"/>
                  <a:pt x="143" y="390"/>
                  <a:pt x="125" y="422"/>
                </a:cubicBezTo>
                <a:cubicBezTo>
                  <a:pt x="120" y="430"/>
                  <a:pt x="116" y="438"/>
                  <a:pt x="111" y="446"/>
                </a:cubicBezTo>
                <a:cubicBezTo>
                  <a:pt x="101" y="466"/>
                  <a:pt x="91" y="486"/>
                  <a:pt x="82" y="507"/>
                </a:cubicBezTo>
                <a:cubicBezTo>
                  <a:pt x="81" y="510"/>
                  <a:pt x="78" y="512"/>
                  <a:pt x="74" y="512"/>
                </a:cubicBezTo>
                <a:close/>
                <a:moveTo>
                  <a:pt x="1542" y="451"/>
                </a:moveTo>
                <a:cubicBezTo>
                  <a:pt x="1539" y="451"/>
                  <a:pt x="1536" y="450"/>
                  <a:pt x="1535" y="447"/>
                </a:cubicBezTo>
                <a:cubicBezTo>
                  <a:pt x="1533" y="443"/>
                  <a:pt x="1534" y="438"/>
                  <a:pt x="1538" y="436"/>
                </a:cubicBezTo>
                <a:cubicBezTo>
                  <a:pt x="1542" y="433"/>
                  <a:pt x="1548" y="435"/>
                  <a:pt x="1550" y="439"/>
                </a:cubicBezTo>
                <a:cubicBezTo>
                  <a:pt x="1551" y="441"/>
                  <a:pt x="1551" y="443"/>
                  <a:pt x="1550" y="446"/>
                </a:cubicBezTo>
                <a:cubicBezTo>
                  <a:pt x="1550" y="448"/>
                  <a:pt x="1548" y="449"/>
                  <a:pt x="1546" y="451"/>
                </a:cubicBezTo>
                <a:cubicBezTo>
                  <a:pt x="1545" y="451"/>
                  <a:pt x="1544" y="451"/>
                  <a:pt x="1542" y="451"/>
                </a:cubicBezTo>
                <a:close/>
                <a:moveTo>
                  <a:pt x="1529" y="427"/>
                </a:moveTo>
                <a:cubicBezTo>
                  <a:pt x="1526" y="427"/>
                  <a:pt x="1523" y="425"/>
                  <a:pt x="1521" y="422"/>
                </a:cubicBezTo>
                <a:cubicBezTo>
                  <a:pt x="1503" y="390"/>
                  <a:pt x="1482" y="359"/>
                  <a:pt x="1459" y="329"/>
                </a:cubicBezTo>
                <a:cubicBezTo>
                  <a:pt x="1449" y="317"/>
                  <a:pt x="1439" y="304"/>
                  <a:pt x="1428" y="292"/>
                </a:cubicBezTo>
                <a:cubicBezTo>
                  <a:pt x="1418" y="280"/>
                  <a:pt x="1407" y="269"/>
                  <a:pt x="1397" y="258"/>
                </a:cubicBezTo>
                <a:cubicBezTo>
                  <a:pt x="1393" y="255"/>
                  <a:pt x="1393" y="249"/>
                  <a:pt x="1397" y="246"/>
                </a:cubicBezTo>
                <a:cubicBezTo>
                  <a:pt x="1400" y="243"/>
                  <a:pt x="1405" y="243"/>
                  <a:pt x="1409" y="246"/>
                </a:cubicBezTo>
                <a:cubicBezTo>
                  <a:pt x="1420" y="257"/>
                  <a:pt x="1431" y="269"/>
                  <a:pt x="1441" y="281"/>
                </a:cubicBezTo>
                <a:cubicBezTo>
                  <a:pt x="1452" y="293"/>
                  <a:pt x="1462" y="306"/>
                  <a:pt x="1473" y="319"/>
                </a:cubicBezTo>
                <a:cubicBezTo>
                  <a:pt x="1496" y="349"/>
                  <a:pt x="1517" y="381"/>
                  <a:pt x="1536" y="414"/>
                </a:cubicBezTo>
                <a:cubicBezTo>
                  <a:pt x="1538" y="418"/>
                  <a:pt x="1537" y="423"/>
                  <a:pt x="1533" y="426"/>
                </a:cubicBezTo>
                <a:cubicBezTo>
                  <a:pt x="1532" y="426"/>
                  <a:pt x="1530" y="427"/>
                  <a:pt x="1529" y="427"/>
                </a:cubicBezTo>
                <a:close/>
                <a:moveTo>
                  <a:pt x="198" y="310"/>
                </a:moveTo>
                <a:cubicBezTo>
                  <a:pt x="196" y="310"/>
                  <a:pt x="194" y="309"/>
                  <a:pt x="193" y="308"/>
                </a:cubicBezTo>
                <a:cubicBezTo>
                  <a:pt x="191" y="307"/>
                  <a:pt x="190" y="305"/>
                  <a:pt x="190" y="302"/>
                </a:cubicBezTo>
                <a:cubicBezTo>
                  <a:pt x="189" y="300"/>
                  <a:pt x="190" y="298"/>
                  <a:pt x="191" y="296"/>
                </a:cubicBezTo>
                <a:cubicBezTo>
                  <a:pt x="194" y="293"/>
                  <a:pt x="200" y="292"/>
                  <a:pt x="203" y="295"/>
                </a:cubicBezTo>
                <a:cubicBezTo>
                  <a:pt x="207" y="298"/>
                  <a:pt x="208" y="303"/>
                  <a:pt x="205" y="307"/>
                </a:cubicBezTo>
                <a:cubicBezTo>
                  <a:pt x="204" y="307"/>
                  <a:pt x="204" y="307"/>
                  <a:pt x="204" y="307"/>
                </a:cubicBezTo>
                <a:cubicBezTo>
                  <a:pt x="203" y="309"/>
                  <a:pt x="200" y="310"/>
                  <a:pt x="198" y="310"/>
                </a:cubicBezTo>
                <a:close/>
                <a:moveTo>
                  <a:pt x="216" y="289"/>
                </a:moveTo>
                <a:cubicBezTo>
                  <a:pt x="214" y="289"/>
                  <a:pt x="212" y="288"/>
                  <a:pt x="211" y="287"/>
                </a:cubicBezTo>
                <a:cubicBezTo>
                  <a:pt x="209" y="285"/>
                  <a:pt x="208" y="283"/>
                  <a:pt x="208" y="281"/>
                </a:cubicBezTo>
                <a:cubicBezTo>
                  <a:pt x="208" y="278"/>
                  <a:pt x="209" y="276"/>
                  <a:pt x="210" y="275"/>
                </a:cubicBezTo>
                <a:cubicBezTo>
                  <a:pt x="232" y="250"/>
                  <a:pt x="255" y="227"/>
                  <a:pt x="279" y="206"/>
                </a:cubicBezTo>
                <a:cubicBezTo>
                  <a:pt x="284" y="201"/>
                  <a:pt x="290" y="197"/>
                  <a:pt x="295" y="192"/>
                </a:cubicBezTo>
                <a:cubicBezTo>
                  <a:pt x="319" y="172"/>
                  <a:pt x="344" y="154"/>
                  <a:pt x="370" y="137"/>
                </a:cubicBezTo>
                <a:cubicBezTo>
                  <a:pt x="370" y="137"/>
                  <a:pt x="370" y="137"/>
                  <a:pt x="370" y="137"/>
                </a:cubicBezTo>
                <a:cubicBezTo>
                  <a:pt x="374" y="134"/>
                  <a:pt x="379" y="135"/>
                  <a:pt x="381" y="139"/>
                </a:cubicBezTo>
                <a:cubicBezTo>
                  <a:pt x="383" y="141"/>
                  <a:pt x="383" y="143"/>
                  <a:pt x="383" y="145"/>
                </a:cubicBezTo>
                <a:cubicBezTo>
                  <a:pt x="382" y="148"/>
                  <a:pt x="381" y="150"/>
                  <a:pt x="379" y="151"/>
                </a:cubicBezTo>
                <a:cubicBezTo>
                  <a:pt x="354" y="168"/>
                  <a:pt x="329" y="186"/>
                  <a:pt x="306" y="205"/>
                </a:cubicBezTo>
                <a:cubicBezTo>
                  <a:pt x="301" y="210"/>
                  <a:pt x="295" y="214"/>
                  <a:pt x="290" y="219"/>
                </a:cubicBezTo>
                <a:cubicBezTo>
                  <a:pt x="267" y="240"/>
                  <a:pt x="244" y="262"/>
                  <a:pt x="223" y="286"/>
                </a:cubicBezTo>
                <a:cubicBezTo>
                  <a:pt x="221" y="288"/>
                  <a:pt x="219" y="289"/>
                  <a:pt x="216" y="289"/>
                </a:cubicBezTo>
                <a:close/>
                <a:moveTo>
                  <a:pt x="1382" y="241"/>
                </a:moveTo>
                <a:cubicBezTo>
                  <a:pt x="1380" y="241"/>
                  <a:pt x="1378" y="240"/>
                  <a:pt x="1377" y="238"/>
                </a:cubicBezTo>
                <a:cubicBezTo>
                  <a:pt x="1375" y="237"/>
                  <a:pt x="1374" y="235"/>
                  <a:pt x="1374" y="232"/>
                </a:cubicBezTo>
                <a:cubicBezTo>
                  <a:pt x="1374" y="230"/>
                  <a:pt x="1375" y="228"/>
                  <a:pt x="1376" y="226"/>
                </a:cubicBezTo>
                <a:cubicBezTo>
                  <a:pt x="1379" y="223"/>
                  <a:pt x="1385" y="223"/>
                  <a:pt x="1388" y="226"/>
                </a:cubicBezTo>
                <a:cubicBezTo>
                  <a:pt x="1390" y="228"/>
                  <a:pt x="1391" y="230"/>
                  <a:pt x="1391" y="232"/>
                </a:cubicBezTo>
                <a:cubicBezTo>
                  <a:pt x="1391" y="234"/>
                  <a:pt x="1390" y="236"/>
                  <a:pt x="1389" y="238"/>
                </a:cubicBezTo>
                <a:cubicBezTo>
                  <a:pt x="1387" y="240"/>
                  <a:pt x="1385" y="241"/>
                  <a:pt x="1382" y="241"/>
                </a:cubicBezTo>
                <a:close/>
                <a:moveTo>
                  <a:pt x="1361" y="222"/>
                </a:moveTo>
                <a:cubicBezTo>
                  <a:pt x="1359" y="222"/>
                  <a:pt x="1357" y="221"/>
                  <a:pt x="1356" y="219"/>
                </a:cubicBezTo>
                <a:cubicBezTo>
                  <a:pt x="1328" y="195"/>
                  <a:pt x="1298" y="172"/>
                  <a:pt x="1267" y="151"/>
                </a:cubicBezTo>
                <a:cubicBezTo>
                  <a:pt x="1241" y="134"/>
                  <a:pt x="1213" y="118"/>
                  <a:pt x="1185" y="104"/>
                </a:cubicBezTo>
                <a:cubicBezTo>
                  <a:pt x="1183" y="103"/>
                  <a:pt x="1181" y="101"/>
                  <a:pt x="1180" y="99"/>
                </a:cubicBezTo>
                <a:cubicBezTo>
                  <a:pt x="1180" y="97"/>
                  <a:pt x="1180" y="94"/>
                  <a:pt x="1181" y="92"/>
                </a:cubicBezTo>
                <a:cubicBezTo>
                  <a:pt x="1183" y="88"/>
                  <a:pt x="1188" y="87"/>
                  <a:pt x="1192" y="89"/>
                </a:cubicBezTo>
                <a:cubicBezTo>
                  <a:pt x="1221" y="103"/>
                  <a:pt x="1249" y="119"/>
                  <a:pt x="1276" y="137"/>
                </a:cubicBezTo>
                <a:cubicBezTo>
                  <a:pt x="1308" y="158"/>
                  <a:pt x="1339" y="182"/>
                  <a:pt x="1367" y="207"/>
                </a:cubicBezTo>
                <a:cubicBezTo>
                  <a:pt x="1367" y="207"/>
                  <a:pt x="1367" y="207"/>
                  <a:pt x="1367" y="207"/>
                </a:cubicBezTo>
                <a:cubicBezTo>
                  <a:pt x="1371" y="210"/>
                  <a:pt x="1371" y="215"/>
                  <a:pt x="1368" y="219"/>
                </a:cubicBezTo>
                <a:cubicBezTo>
                  <a:pt x="1366" y="221"/>
                  <a:pt x="1364" y="222"/>
                  <a:pt x="1361" y="222"/>
                </a:cubicBezTo>
                <a:close/>
                <a:moveTo>
                  <a:pt x="398" y="137"/>
                </a:moveTo>
                <a:cubicBezTo>
                  <a:pt x="395" y="137"/>
                  <a:pt x="393" y="136"/>
                  <a:pt x="391" y="133"/>
                </a:cubicBezTo>
                <a:cubicBezTo>
                  <a:pt x="390" y="131"/>
                  <a:pt x="390" y="129"/>
                  <a:pt x="390" y="127"/>
                </a:cubicBezTo>
                <a:cubicBezTo>
                  <a:pt x="391" y="124"/>
                  <a:pt x="392" y="123"/>
                  <a:pt x="394" y="121"/>
                </a:cubicBezTo>
                <a:cubicBezTo>
                  <a:pt x="398" y="119"/>
                  <a:pt x="403" y="120"/>
                  <a:pt x="406" y="124"/>
                </a:cubicBezTo>
                <a:cubicBezTo>
                  <a:pt x="408" y="128"/>
                  <a:pt x="407" y="133"/>
                  <a:pt x="403" y="136"/>
                </a:cubicBezTo>
                <a:cubicBezTo>
                  <a:pt x="401" y="137"/>
                  <a:pt x="400" y="137"/>
                  <a:pt x="398" y="137"/>
                </a:cubicBezTo>
                <a:close/>
                <a:moveTo>
                  <a:pt x="423" y="123"/>
                </a:moveTo>
                <a:cubicBezTo>
                  <a:pt x="423" y="123"/>
                  <a:pt x="423" y="123"/>
                  <a:pt x="423" y="123"/>
                </a:cubicBezTo>
                <a:cubicBezTo>
                  <a:pt x="420" y="123"/>
                  <a:pt x="417" y="121"/>
                  <a:pt x="415" y="118"/>
                </a:cubicBezTo>
                <a:cubicBezTo>
                  <a:pt x="413" y="114"/>
                  <a:pt x="414" y="109"/>
                  <a:pt x="419" y="107"/>
                </a:cubicBezTo>
                <a:cubicBezTo>
                  <a:pt x="447" y="91"/>
                  <a:pt x="476" y="77"/>
                  <a:pt x="506" y="64"/>
                </a:cubicBezTo>
                <a:cubicBezTo>
                  <a:pt x="528" y="55"/>
                  <a:pt x="550" y="47"/>
                  <a:pt x="572" y="40"/>
                </a:cubicBezTo>
                <a:cubicBezTo>
                  <a:pt x="586" y="36"/>
                  <a:pt x="600" y="32"/>
                  <a:pt x="614" y="28"/>
                </a:cubicBezTo>
                <a:cubicBezTo>
                  <a:pt x="619" y="27"/>
                  <a:pt x="623" y="29"/>
                  <a:pt x="624" y="34"/>
                </a:cubicBezTo>
                <a:cubicBezTo>
                  <a:pt x="625" y="36"/>
                  <a:pt x="625" y="38"/>
                  <a:pt x="624" y="40"/>
                </a:cubicBezTo>
                <a:cubicBezTo>
                  <a:pt x="622" y="42"/>
                  <a:pt x="621" y="44"/>
                  <a:pt x="618" y="44"/>
                </a:cubicBezTo>
                <a:cubicBezTo>
                  <a:pt x="605" y="48"/>
                  <a:pt x="591" y="52"/>
                  <a:pt x="577" y="56"/>
                </a:cubicBezTo>
                <a:cubicBezTo>
                  <a:pt x="555" y="63"/>
                  <a:pt x="534" y="71"/>
                  <a:pt x="512" y="80"/>
                </a:cubicBezTo>
                <a:cubicBezTo>
                  <a:pt x="483" y="92"/>
                  <a:pt x="454" y="106"/>
                  <a:pt x="427" y="122"/>
                </a:cubicBezTo>
                <a:cubicBezTo>
                  <a:pt x="426" y="122"/>
                  <a:pt x="424" y="123"/>
                  <a:pt x="423" y="123"/>
                </a:cubicBezTo>
                <a:close/>
                <a:moveTo>
                  <a:pt x="1163" y="92"/>
                </a:moveTo>
                <a:cubicBezTo>
                  <a:pt x="1162" y="92"/>
                  <a:pt x="1161" y="92"/>
                  <a:pt x="1160" y="92"/>
                </a:cubicBezTo>
                <a:cubicBezTo>
                  <a:pt x="1157" y="91"/>
                  <a:pt x="1156" y="89"/>
                  <a:pt x="1155" y="87"/>
                </a:cubicBezTo>
                <a:cubicBezTo>
                  <a:pt x="1154" y="85"/>
                  <a:pt x="1154" y="82"/>
                  <a:pt x="1155" y="80"/>
                </a:cubicBezTo>
                <a:cubicBezTo>
                  <a:pt x="1157" y="76"/>
                  <a:pt x="1162" y="74"/>
                  <a:pt x="1167" y="76"/>
                </a:cubicBezTo>
                <a:cubicBezTo>
                  <a:pt x="1171" y="78"/>
                  <a:pt x="1173" y="83"/>
                  <a:pt x="1171" y="87"/>
                </a:cubicBezTo>
                <a:cubicBezTo>
                  <a:pt x="1169" y="90"/>
                  <a:pt x="1166" y="92"/>
                  <a:pt x="1163" y="92"/>
                </a:cubicBezTo>
                <a:close/>
                <a:moveTo>
                  <a:pt x="1137" y="81"/>
                </a:moveTo>
                <a:cubicBezTo>
                  <a:pt x="1136" y="81"/>
                  <a:pt x="1135" y="81"/>
                  <a:pt x="1134" y="80"/>
                </a:cubicBezTo>
                <a:cubicBezTo>
                  <a:pt x="1100" y="66"/>
                  <a:pt x="1064" y="54"/>
                  <a:pt x="1028" y="44"/>
                </a:cubicBezTo>
                <a:cubicBezTo>
                  <a:pt x="1028" y="44"/>
                  <a:pt x="1028" y="44"/>
                  <a:pt x="1028" y="44"/>
                </a:cubicBezTo>
                <a:cubicBezTo>
                  <a:pt x="997" y="36"/>
                  <a:pt x="966" y="30"/>
                  <a:pt x="935" y="25"/>
                </a:cubicBezTo>
                <a:cubicBezTo>
                  <a:pt x="933" y="25"/>
                  <a:pt x="931" y="24"/>
                  <a:pt x="929" y="22"/>
                </a:cubicBezTo>
                <a:cubicBezTo>
                  <a:pt x="928" y="20"/>
                  <a:pt x="927" y="18"/>
                  <a:pt x="928" y="16"/>
                </a:cubicBezTo>
                <a:cubicBezTo>
                  <a:pt x="928" y="11"/>
                  <a:pt x="933" y="8"/>
                  <a:pt x="937" y="9"/>
                </a:cubicBezTo>
                <a:cubicBezTo>
                  <a:pt x="969" y="13"/>
                  <a:pt x="1001" y="20"/>
                  <a:pt x="1032" y="28"/>
                </a:cubicBezTo>
                <a:cubicBezTo>
                  <a:pt x="1069" y="38"/>
                  <a:pt x="1105" y="50"/>
                  <a:pt x="1140" y="65"/>
                </a:cubicBezTo>
                <a:cubicBezTo>
                  <a:pt x="1145" y="66"/>
                  <a:pt x="1147" y="71"/>
                  <a:pt x="1145" y="76"/>
                </a:cubicBezTo>
                <a:cubicBezTo>
                  <a:pt x="1144" y="79"/>
                  <a:pt x="1141" y="81"/>
                  <a:pt x="1137" y="81"/>
                </a:cubicBezTo>
                <a:close/>
                <a:moveTo>
                  <a:pt x="644" y="38"/>
                </a:moveTo>
                <a:cubicBezTo>
                  <a:pt x="640" y="38"/>
                  <a:pt x="636" y="35"/>
                  <a:pt x="635" y="31"/>
                </a:cubicBezTo>
                <a:cubicBezTo>
                  <a:pt x="634" y="27"/>
                  <a:pt x="637" y="22"/>
                  <a:pt x="642" y="21"/>
                </a:cubicBezTo>
                <a:cubicBezTo>
                  <a:pt x="646" y="20"/>
                  <a:pt x="651" y="23"/>
                  <a:pt x="652" y="27"/>
                </a:cubicBezTo>
                <a:cubicBezTo>
                  <a:pt x="653" y="32"/>
                  <a:pt x="650" y="37"/>
                  <a:pt x="646" y="38"/>
                </a:cubicBezTo>
                <a:cubicBezTo>
                  <a:pt x="645" y="38"/>
                  <a:pt x="644" y="38"/>
                  <a:pt x="644" y="38"/>
                </a:cubicBezTo>
                <a:close/>
                <a:moveTo>
                  <a:pt x="671" y="32"/>
                </a:moveTo>
                <a:cubicBezTo>
                  <a:pt x="667" y="32"/>
                  <a:pt x="664" y="29"/>
                  <a:pt x="663" y="25"/>
                </a:cubicBezTo>
                <a:cubicBezTo>
                  <a:pt x="663" y="23"/>
                  <a:pt x="663" y="21"/>
                  <a:pt x="664" y="19"/>
                </a:cubicBezTo>
                <a:cubicBezTo>
                  <a:pt x="666" y="17"/>
                  <a:pt x="668" y="16"/>
                  <a:pt x="670" y="15"/>
                </a:cubicBezTo>
                <a:cubicBezTo>
                  <a:pt x="702" y="9"/>
                  <a:pt x="734" y="5"/>
                  <a:pt x="766" y="3"/>
                </a:cubicBezTo>
                <a:cubicBezTo>
                  <a:pt x="766" y="3"/>
                  <a:pt x="766" y="3"/>
                  <a:pt x="766" y="3"/>
                </a:cubicBezTo>
                <a:cubicBezTo>
                  <a:pt x="804" y="0"/>
                  <a:pt x="843" y="0"/>
                  <a:pt x="880" y="3"/>
                </a:cubicBezTo>
                <a:cubicBezTo>
                  <a:pt x="885" y="3"/>
                  <a:pt x="888" y="7"/>
                  <a:pt x="888" y="12"/>
                </a:cubicBezTo>
                <a:cubicBezTo>
                  <a:pt x="888" y="16"/>
                  <a:pt x="884" y="20"/>
                  <a:pt x="879" y="20"/>
                </a:cubicBezTo>
                <a:cubicBezTo>
                  <a:pt x="842" y="17"/>
                  <a:pt x="804" y="17"/>
                  <a:pt x="767" y="20"/>
                </a:cubicBezTo>
                <a:cubicBezTo>
                  <a:pt x="767" y="20"/>
                  <a:pt x="767" y="20"/>
                  <a:pt x="767" y="20"/>
                </a:cubicBezTo>
                <a:cubicBezTo>
                  <a:pt x="736" y="22"/>
                  <a:pt x="704" y="26"/>
                  <a:pt x="673" y="32"/>
                </a:cubicBezTo>
                <a:cubicBezTo>
                  <a:pt x="672" y="32"/>
                  <a:pt x="672" y="32"/>
                  <a:pt x="671" y="32"/>
                </a:cubicBezTo>
                <a:close/>
                <a:moveTo>
                  <a:pt x="908" y="22"/>
                </a:moveTo>
                <a:cubicBezTo>
                  <a:pt x="908" y="22"/>
                  <a:pt x="907" y="22"/>
                  <a:pt x="907" y="22"/>
                </a:cubicBezTo>
                <a:cubicBezTo>
                  <a:pt x="905" y="22"/>
                  <a:pt x="903" y="21"/>
                  <a:pt x="901" y="19"/>
                </a:cubicBezTo>
                <a:cubicBezTo>
                  <a:pt x="900" y="17"/>
                  <a:pt x="899" y="15"/>
                  <a:pt x="899" y="13"/>
                </a:cubicBezTo>
                <a:cubicBezTo>
                  <a:pt x="900" y="8"/>
                  <a:pt x="904" y="5"/>
                  <a:pt x="909" y="5"/>
                </a:cubicBezTo>
                <a:cubicBezTo>
                  <a:pt x="913" y="6"/>
                  <a:pt x="917" y="10"/>
                  <a:pt x="916" y="14"/>
                </a:cubicBezTo>
                <a:cubicBezTo>
                  <a:pt x="916" y="19"/>
                  <a:pt x="912" y="22"/>
                  <a:pt x="908" y="22"/>
                </a:cubicBezTo>
                <a:close/>
              </a:path>
            </a:pathLst>
          </a:custGeom>
          <a:solidFill>
            <a:srgbClr val="377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9ED9CFE3-ACD7-4CAB-BAB3-0DF1E60EABD9}"/>
              </a:ext>
            </a:extLst>
          </p:cNvPr>
          <p:cNvSpPr>
            <a:spLocks noEditPoints="1"/>
          </p:cNvSpPr>
          <p:nvPr/>
        </p:nvSpPr>
        <p:spPr bwMode="auto">
          <a:xfrm>
            <a:off x="4849182" y="2181388"/>
            <a:ext cx="2497606" cy="2496812"/>
          </a:xfrm>
          <a:custGeom>
            <a:avLst/>
            <a:gdLst>
              <a:gd name="T0" fmla="*/ 922 w 1572"/>
              <a:gd name="T1" fmla="*/ 1542 h 1571"/>
              <a:gd name="T2" fmla="*/ 1160 w 1572"/>
              <a:gd name="T3" fmla="*/ 1467 h 1571"/>
              <a:gd name="T4" fmla="*/ 925 w 1572"/>
              <a:gd name="T5" fmla="*/ 1559 h 1571"/>
              <a:gd name="T6" fmla="*/ 743 w 1572"/>
              <a:gd name="T7" fmla="*/ 1570 h 1571"/>
              <a:gd name="T8" fmla="*/ 744 w 1572"/>
              <a:gd name="T9" fmla="*/ 1553 h 1571"/>
              <a:gd name="T10" fmla="*/ 680 w 1572"/>
              <a:gd name="T11" fmla="*/ 1564 h 1571"/>
              <a:gd name="T12" fmla="*/ 342 w 1572"/>
              <a:gd name="T13" fmla="*/ 1434 h 1571"/>
              <a:gd name="T14" fmla="*/ 453 w 1572"/>
              <a:gd name="T15" fmla="*/ 1479 h 1571"/>
              <a:gd name="T16" fmla="*/ 681 w 1572"/>
              <a:gd name="T17" fmla="*/ 1564 h 1571"/>
              <a:gd name="T18" fmla="*/ 1201 w 1572"/>
              <a:gd name="T19" fmla="*/ 1433 h 1571"/>
              <a:gd name="T20" fmla="*/ 1187 w 1572"/>
              <a:gd name="T21" fmla="*/ 1460 h 1571"/>
              <a:gd name="T22" fmla="*/ 1304 w 1572"/>
              <a:gd name="T23" fmla="*/ 1353 h 1571"/>
              <a:gd name="T24" fmla="*/ 1257 w 1572"/>
              <a:gd name="T25" fmla="*/ 1412 h 1571"/>
              <a:gd name="T26" fmla="*/ 273 w 1572"/>
              <a:gd name="T27" fmla="*/ 1370 h 1571"/>
              <a:gd name="T28" fmla="*/ 297 w 1572"/>
              <a:gd name="T29" fmla="*/ 1398 h 1571"/>
              <a:gd name="T30" fmla="*/ 95 w 1572"/>
              <a:gd name="T31" fmla="*/ 1161 h 1571"/>
              <a:gd name="T32" fmla="*/ 51 w 1572"/>
              <a:gd name="T33" fmla="*/ 1040 h 1571"/>
              <a:gd name="T34" fmla="*/ 110 w 1572"/>
              <a:gd name="T35" fmla="*/ 1153 h 1571"/>
              <a:gd name="T36" fmla="*/ 250 w 1572"/>
              <a:gd name="T37" fmla="*/ 1357 h 1571"/>
              <a:gd name="T38" fmla="*/ 1486 w 1572"/>
              <a:gd name="T39" fmla="*/ 1104 h 1571"/>
              <a:gd name="T40" fmla="*/ 1360 w 1572"/>
              <a:gd name="T41" fmla="*/ 1318 h 1571"/>
              <a:gd name="T42" fmla="*/ 1507 w 1572"/>
              <a:gd name="T43" fmla="*/ 1051 h 1571"/>
              <a:gd name="T44" fmla="*/ 1523 w 1572"/>
              <a:gd name="T45" fmla="*/ 1057 h 1571"/>
              <a:gd name="T46" fmla="*/ 1534 w 1572"/>
              <a:gd name="T47" fmla="*/ 999 h 1571"/>
              <a:gd name="T48" fmla="*/ 1555 w 1572"/>
              <a:gd name="T49" fmla="*/ 785 h 1571"/>
              <a:gd name="T50" fmla="*/ 1556 w 1572"/>
              <a:gd name="T51" fmla="*/ 630 h 1571"/>
              <a:gd name="T52" fmla="*/ 1567 w 1572"/>
              <a:gd name="T53" fmla="*/ 875 h 1571"/>
              <a:gd name="T54" fmla="*/ 27 w 1572"/>
              <a:gd name="T55" fmla="*/ 991 h 1571"/>
              <a:gd name="T56" fmla="*/ 43 w 1572"/>
              <a:gd name="T57" fmla="*/ 987 h 1571"/>
              <a:gd name="T58" fmla="*/ 13 w 1572"/>
              <a:gd name="T59" fmla="*/ 930 h 1571"/>
              <a:gd name="T60" fmla="*/ 6 w 1572"/>
              <a:gd name="T61" fmla="*/ 685 h 1571"/>
              <a:gd name="T62" fmla="*/ 23 w 1572"/>
              <a:gd name="T63" fmla="*/ 687 h 1571"/>
              <a:gd name="T64" fmla="*/ 30 w 1572"/>
              <a:gd name="T65" fmla="*/ 927 h 1571"/>
              <a:gd name="T66" fmla="*/ 1531 w 1572"/>
              <a:gd name="T67" fmla="*/ 595 h 1571"/>
              <a:gd name="T68" fmla="*/ 1547 w 1572"/>
              <a:gd name="T69" fmla="*/ 591 h 1571"/>
              <a:gd name="T70" fmla="*/ 1506 w 1572"/>
              <a:gd name="T71" fmla="*/ 515 h 1571"/>
              <a:gd name="T72" fmla="*/ 1317 w 1572"/>
              <a:gd name="T73" fmla="*/ 229 h 1571"/>
              <a:gd name="T74" fmla="*/ 1329 w 1572"/>
              <a:gd name="T75" fmla="*/ 217 h 1571"/>
              <a:gd name="T76" fmla="*/ 1522 w 1572"/>
              <a:gd name="T77" fmla="*/ 509 h 1571"/>
              <a:gd name="T78" fmla="*/ 55 w 1572"/>
              <a:gd name="T79" fmla="*/ 519 h 1571"/>
              <a:gd name="T80" fmla="*/ 74 w 1572"/>
              <a:gd name="T81" fmla="*/ 493 h 1571"/>
              <a:gd name="T82" fmla="*/ 79 w 1572"/>
              <a:gd name="T83" fmla="*/ 461 h 1571"/>
              <a:gd name="T84" fmla="*/ 230 w 1572"/>
              <a:gd name="T85" fmla="*/ 229 h 1571"/>
              <a:gd name="T86" fmla="*/ 242 w 1572"/>
              <a:gd name="T87" fmla="*/ 241 h 1571"/>
              <a:gd name="T88" fmla="*/ 82 w 1572"/>
              <a:gd name="T89" fmla="*/ 462 h 1571"/>
              <a:gd name="T90" fmla="*/ 1260 w 1572"/>
              <a:gd name="T91" fmla="*/ 169 h 1571"/>
              <a:gd name="T92" fmla="*/ 1284 w 1572"/>
              <a:gd name="T93" fmla="*/ 197 h 1571"/>
              <a:gd name="T94" fmla="*/ 1109 w 1572"/>
              <a:gd name="T95" fmla="*/ 87 h 1571"/>
              <a:gd name="T96" fmla="*/ 880 w 1572"/>
              <a:gd name="T97" fmla="*/ 5 h 1571"/>
              <a:gd name="T98" fmla="*/ 1221 w 1572"/>
              <a:gd name="T99" fmla="*/ 131 h 1571"/>
              <a:gd name="T100" fmla="*/ 349 w 1572"/>
              <a:gd name="T101" fmla="*/ 141 h 1571"/>
              <a:gd name="T102" fmla="*/ 380 w 1572"/>
              <a:gd name="T103" fmla="*/ 132 h 1571"/>
              <a:gd name="T104" fmla="*/ 402 w 1572"/>
              <a:gd name="T105" fmla="*/ 109 h 1571"/>
              <a:gd name="T106" fmla="*/ 636 w 1572"/>
              <a:gd name="T107" fmla="*/ 14 h 1571"/>
              <a:gd name="T108" fmla="*/ 639 w 1572"/>
              <a:gd name="T109" fmla="*/ 30 h 1571"/>
              <a:gd name="T110" fmla="*/ 410 w 1572"/>
              <a:gd name="T111" fmla="*/ 113 h 1571"/>
              <a:gd name="T112" fmla="*/ 809 w 1572"/>
              <a:gd name="T113" fmla="*/ 8 h 1571"/>
              <a:gd name="T114" fmla="*/ 840 w 1572"/>
              <a:gd name="T115" fmla="*/ 18 h 1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572" h="1571">
                <a:moveTo>
                  <a:pt x="805" y="1571"/>
                </a:moveTo>
                <a:cubicBezTo>
                  <a:pt x="801" y="1571"/>
                  <a:pt x="797" y="1567"/>
                  <a:pt x="797" y="1563"/>
                </a:cubicBezTo>
                <a:cubicBezTo>
                  <a:pt x="797" y="1558"/>
                  <a:pt x="800" y="1554"/>
                  <a:pt x="805" y="1554"/>
                </a:cubicBezTo>
                <a:cubicBezTo>
                  <a:pt x="844" y="1553"/>
                  <a:pt x="883" y="1549"/>
                  <a:pt x="922" y="1542"/>
                </a:cubicBezTo>
                <a:cubicBezTo>
                  <a:pt x="922" y="1542"/>
                  <a:pt x="922" y="1542"/>
                  <a:pt x="922" y="1542"/>
                </a:cubicBezTo>
                <a:cubicBezTo>
                  <a:pt x="966" y="1534"/>
                  <a:pt x="1010" y="1523"/>
                  <a:pt x="1052" y="1507"/>
                </a:cubicBezTo>
                <a:cubicBezTo>
                  <a:pt x="1085" y="1495"/>
                  <a:pt x="1117" y="1480"/>
                  <a:pt x="1148" y="1464"/>
                </a:cubicBezTo>
                <a:cubicBezTo>
                  <a:pt x="1152" y="1462"/>
                  <a:pt x="1158" y="1463"/>
                  <a:pt x="1160" y="1467"/>
                </a:cubicBezTo>
                <a:cubicBezTo>
                  <a:pt x="1162" y="1471"/>
                  <a:pt x="1160" y="1476"/>
                  <a:pt x="1156" y="1479"/>
                </a:cubicBezTo>
                <a:cubicBezTo>
                  <a:pt x="1124" y="1496"/>
                  <a:pt x="1091" y="1511"/>
                  <a:pt x="1057" y="1523"/>
                </a:cubicBezTo>
                <a:cubicBezTo>
                  <a:pt x="1015" y="1539"/>
                  <a:pt x="970" y="1551"/>
                  <a:pt x="925" y="1559"/>
                </a:cubicBezTo>
                <a:cubicBezTo>
                  <a:pt x="925" y="1559"/>
                  <a:pt x="925" y="1559"/>
                  <a:pt x="925" y="1559"/>
                </a:cubicBezTo>
                <a:cubicBezTo>
                  <a:pt x="886" y="1566"/>
                  <a:pt x="845" y="1570"/>
                  <a:pt x="806" y="1571"/>
                </a:cubicBezTo>
                <a:cubicBezTo>
                  <a:pt x="806" y="1571"/>
                  <a:pt x="805" y="1571"/>
                  <a:pt x="805" y="1571"/>
                </a:cubicBezTo>
                <a:close/>
                <a:moveTo>
                  <a:pt x="743" y="1570"/>
                </a:moveTo>
                <a:cubicBezTo>
                  <a:pt x="743" y="1570"/>
                  <a:pt x="743" y="1570"/>
                  <a:pt x="743" y="1570"/>
                </a:cubicBezTo>
                <a:cubicBezTo>
                  <a:pt x="735" y="1570"/>
                  <a:pt x="727" y="1569"/>
                  <a:pt x="720" y="1569"/>
                </a:cubicBezTo>
                <a:cubicBezTo>
                  <a:pt x="715" y="1568"/>
                  <a:pt x="712" y="1564"/>
                  <a:pt x="712" y="1559"/>
                </a:cubicBezTo>
                <a:cubicBezTo>
                  <a:pt x="713" y="1555"/>
                  <a:pt x="717" y="1551"/>
                  <a:pt x="721" y="1552"/>
                </a:cubicBezTo>
                <a:cubicBezTo>
                  <a:pt x="729" y="1552"/>
                  <a:pt x="736" y="1553"/>
                  <a:pt x="744" y="1553"/>
                </a:cubicBezTo>
                <a:cubicBezTo>
                  <a:pt x="748" y="1553"/>
                  <a:pt x="752" y="1557"/>
                  <a:pt x="752" y="1562"/>
                </a:cubicBezTo>
                <a:cubicBezTo>
                  <a:pt x="751" y="1567"/>
                  <a:pt x="748" y="1570"/>
                  <a:pt x="743" y="1570"/>
                </a:cubicBezTo>
                <a:close/>
                <a:moveTo>
                  <a:pt x="681" y="1564"/>
                </a:moveTo>
                <a:cubicBezTo>
                  <a:pt x="681" y="1564"/>
                  <a:pt x="681" y="1564"/>
                  <a:pt x="680" y="1564"/>
                </a:cubicBezTo>
                <a:cubicBezTo>
                  <a:pt x="605" y="1554"/>
                  <a:pt x="533" y="1534"/>
                  <a:pt x="464" y="1503"/>
                </a:cubicBezTo>
                <a:cubicBezTo>
                  <a:pt x="458" y="1500"/>
                  <a:pt x="452" y="1497"/>
                  <a:pt x="446" y="1494"/>
                </a:cubicBezTo>
                <a:cubicBezTo>
                  <a:pt x="446" y="1494"/>
                  <a:pt x="446" y="1494"/>
                  <a:pt x="445" y="1494"/>
                </a:cubicBezTo>
                <a:cubicBezTo>
                  <a:pt x="410" y="1477"/>
                  <a:pt x="375" y="1457"/>
                  <a:pt x="342" y="1434"/>
                </a:cubicBezTo>
                <a:cubicBezTo>
                  <a:pt x="338" y="1431"/>
                  <a:pt x="337" y="1426"/>
                  <a:pt x="339" y="1422"/>
                </a:cubicBezTo>
                <a:cubicBezTo>
                  <a:pt x="342" y="1418"/>
                  <a:pt x="347" y="1417"/>
                  <a:pt x="351" y="1420"/>
                </a:cubicBezTo>
                <a:cubicBezTo>
                  <a:pt x="383" y="1442"/>
                  <a:pt x="418" y="1462"/>
                  <a:pt x="453" y="1479"/>
                </a:cubicBezTo>
                <a:cubicBezTo>
                  <a:pt x="453" y="1479"/>
                  <a:pt x="453" y="1479"/>
                  <a:pt x="453" y="1479"/>
                </a:cubicBezTo>
                <a:cubicBezTo>
                  <a:pt x="459" y="1482"/>
                  <a:pt x="465" y="1485"/>
                  <a:pt x="471" y="1487"/>
                </a:cubicBezTo>
                <a:cubicBezTo>
                  <a:pt x="538" y="1517"/>
                  <a:pt x="609" y="1538"/>
                  <a:pt x="682" y="1547"/>
                </a:cubicBezTo>
                <a:cubicBezTo>
                  <a:pt x="687" y="1548"/>
                  <a:pt x="690" y="1552"/>
                  <a:pt x="690" y="1557"/>
                </a:cubicBezTo>
                <a:cubicBezTo>
                  <a:pt x="689" y="1561"/>
                  <a:pt x="685" y="1564"/>
                  <a:pt x="681" y="1564"/>
                </a:cubicBezTo>
                <a:close/>
                <a:moveTo>
                  <a:pt x="1187" y="1460"/>
                </a:moveTo>
                <a:cubicBezTo>
                  <a:pt x="1184" y="1460"/>
                  <a:pt x="1181" y="1459"/>
                  <a:pt x="1179" y="1456"/>
                </a:cubicBezTo>
                <a:cubicBezTo>
                  <a:pt x="1177" y="1452"/>
                  <a:pt x="1178" y="1447"/>
                  <a:pt x="1182" y="1444"/>
                </a:cubicBezTo>
                <a:cubicBezTo>
                  <a:pt x="1189" y="1441"/>
                  <a:pt x="1195" y="1437"/>
                  <a:pt x="1201" y="1433"/>
                </a:cubicBezTo>
                <a:cubicBezTo>
                  <a:pt x="1205" y="1430"/>
                  <a:pt x="1211" y="1431"/>
                  <a:pt x="1213" y="1435"/>
                </a:cubicBezTo>
                <a:cubicBezTo>
                  <a:pt x="1216" y="1439"/>
                  <a:pt x="1214" y="1444"/>
                  <a:pt x="1211" y="1447"/>
                </a:cubicBezTo>
                <a:cubicBezTo>
                  <a:pt x="1204" y="1451"/>
                  <a:pt x="1198" y="1455"/>
                  <a:pt x="1191" y="1459"/>
                </a:cubicBezTo>
                <a:cubicBezTo>
                  <a:pt x="1190" y="1460"/>
                  <a:pt x="1188" y="1460"/>
                  <a:pt x="1187" y="1460"/>
                </a:cubicBezTo>
                <a:close/>
                <a:moveTo>
                  <a:pt x="1257" y="1412"/>
                </a:moveTo>
                <a:cubicBezTo>
                  <a:pt x="1254" y="1412"/>
                  <a:pt x="1252" y="1411"/>
                  <a:pt x="1250" y="1409"/>
                </a:cubicBezTo>
                <a:cubicBezTo>
                  <a:pt x="1247" y="1405"/>
                  <a:pt x="1248" y="1400"/>
                  <a:pt x="1252" y="1397"/>
                </a:cubicBezTo>
                <a:cubicBezTo>
                  <a:pt x="1270" y="1383"/>
                  <a:pt x="1287" y="1369"/>
                  <a:pt x="1304" y="1353"/>
                </a:cubicBezTo>
                <a:cubicBezTo>
                  <a:pt x="1308" y="1350"/>
                  <a:pt x="1313" y="1351"/>
                  <a:pt x="1316" y="1354"/>
                </a:cubicBezTo>
                <a:cubicBezTo>
                  <a:pt x="1319" y="1357"/>
                  <a:pt x="1319" y="1363"/>
                  <a:pt x="1316" y="1366"/>
                </a:cubicBezTo>
                <a:cubicBezTo>
                  <a:pt x="1298" y="1382"/>
                  <a:pt x="1280" y="1397"/>
                  <a:pt x="1262" y="1411"/>
                </a:cubicBezTo>
                <a:cubicBezTo>
                  <a:pt x="1260" y="1412"/>
                  <a:pt x="1259" y="1412"/>
                  <a:pt x="1257" y="1412"/>
                </a:cubicBezTo>
                <a:close/>
                <a:moveTo>
                  <a:pt x="297" y="1398"/>
                </a:moveTo>
                <a:cubicBezTo>
                  <a:pt x="295" y="1398"/>
                  <a:pt x="293" y="1398"/>
                  <a:pt x="291" y="1396"/>
                </a:cubicBezTo>
                <a:cubicBezTo>
                  <a:pt x="285" y="1392"/>
                  <a:pt x="279" y="1387"/>
                  <a:pt x="274" y="1382"/>
                </a:cubicBezTo>
                <a:cubicBezTo>
                  <a:pt x="270" y="1379"/>
                  <a:pt x="270" y="1373"/>
                  <a:pt x="273" y="1370"/>
                </a:cubicBezTo>
                <a:cubicBezTo>
                  <a:pt x="276" y="1366"/>
                  <a:pt x="281" y="1366"/>
                  <a:pt x="285" y="1369"/>
                </a:cubicBezTo>
                <a:cubicBezTo>
                  <a:pt x="290" y="1374"/>
                  <a:pt x="296" y="1378"/>
                  <a:pt x="302" y="1383"/>
                </a:cubicBezTo>
                <a:cubicBezTo>
                  <a:pt x="306" y="1386"/>
                  <a:pt x="306" y="1392"/>
                  <a:pt x="303" y="1395"/>
                </a:cubicBezTo>
                <a:cubicBezTo>
                  <a:pt x="302" y="1397"/>
                  <a:pt x="299" y="1398"/>
                  <a:pt x="297" y="1398"/>
                </a:cubicBezTo>
                <a:close/>
                <a:moveTo>
                  <a:pt x="250" y="1357"/>
                </a:moveTo>
                <a:cubicBezTo>
                  <a:pt x="248" y="1357"/>
                  <a:pt x="246" y="1356"/>
                  <a:pt x="244" y="1355"/>
                </a:cubicBezTo>
                <a:cubicBezTo>
                  <a:pt x="235" y="1346"/>
                  <a:pt x="226" y="1337"/>
                  <a:pt x="217" y="1328"/>
                </a:cubicBezTo>
                <a:cubicBezTo>
                  <a:pt x="169" y="1278"/>
                  <a:pt x="128" y="1222"/>
                  <a:pt x="95" y="1161"/>
                </a:cubicBezTo>
                <a:cubicBezTo>
                  <a:pt x="95" y="1161"/>
                  <a:pt x="95" y="1161"/>
                  <a:pt x="95" y="1161"/>
                </a:cubicBezTo>
                <a:cubicBezTo>
                  <a:pt x="80" y="1133"/>
                  <a:pt x="66" y="1103"/>
                  <a:pt x="54" y="1074"/>
                </a:cubicBezTo>
                <a:cubicBezTo>
                  <a:pt x="51" y="1066"/>
                  <a:pt x="48" y="1059"/>
                  <a:pt x="46" y="1051"/>
                </a:cubicBezTo>
                <a:cubicBezTo>
                  <a:pt x="44" y="1047"/>
                  <a:pt x="46" y="1042"/>
                  <a:pt x="51" y="1040"/>
                </a:cubicBezTo>
                <a:cubicBezTo>
                  <a:pt x="55" y="1039"/>
                  <a:pt x="60" y="1041"/>
                  <a:pt x="62" y="1046"/>
                </a:cubicBezTo>
                <a:cubicBezTo>
                  <a:pt x="64" y="1053"/>
                  <a:pt x="67" y="1060"/>
                  <a:pt x="70" y="1068"/>
                </a:cubicBezTo>
                <a:cubicBezTo>
                  <a:pt x="81" y="1097"/>
                  <a:pt x="95" y="1125"/>
                  <a:pt x="110" y="1153"/>
                </a:cubicBezTo>
                <a:cubicBezTo>
                  <a:pt x="110" y="1153"/>
                  <a:pt x="110" y="1153"/>
                  <a:pt x="110" y="1153"/>
                </a:cubicBezTo>
                <a:cubicBezTo>
                  <a:pt x="142" y="1212"/>
                  <a:pt x="183" y="1267"/>
                  <a:pt x="230" y="1316"/>
                </a:cubicBezTo>
                <a:cubicBezTo>
                  <a:pt x="238" y="1325"/>
                  <a:pt x="247" y="1334"/>
                  <a:pt x="256" y="1343"/>
                </a:cubicBezTo>
                <a:cubicBezTo>
                  <a:pt x="259" y="1346"/>
                  <a:pt x="259" y="1351"/>
                  <a:pt x="256" y="1355"/>
                </a:cubicBezTo>
                <a:cubicBezTo>
                  <a:pt x="254" y="1356"/>
                  <a:pt x="252" y="1357"/>
                  <a:pt x="250" y="1357"/>
                </a:cubicBezTo>
                <a:close/>
                <a:moveTo>
                  <a:pt x="1360" y="1318"/>
                </a:moveTo>
                <a:cubicBezTo>
                  <a:pt x="1358" y="1318"/>
                  <a:pt x="1356" y="1317"/>
                  <a:pt x="1354" y="1316"/>
                </a:cubicBezTo>
                <a:cubicBezTo>
                  <a:pt x="1351" y="1313"/>
                  <a:pt x="1351" y="1307"/>
                  <a:pt x="1354" y="1304"/>
                </a:cubicBezTo>
                <a:cubicBezTo>
                  <a:pt x="1408" y="1244"/>
                  <a:pt x="1453" y="1177"/>
                  <a:pt x="1486" y="1104"/>
                </a:cubicBezTo>
                <a:cubicBezTo>
                  <a:pt x="1488" y="1100"/>
                  <a:pt x="1493" y="1098"/>
                  <a:pt x="1497" y="1100"/>
                </a:cubicBezTo>
                <a:cubicBezTo>
                  <a:pt x="1501" y="1102"/>
                  <a:pt x="1503" y="1107"/>
                  <a:pt x="1501" y="1111"/>
                </a:cubicBezTo>
                <a:cubicBezTo>
                  <a:pt x="1467" y="1186"/>
                  <a:pt x="1422" y="1254"/>
                  <a:pt x="1366" y="1315"/>
                </a:cubicBezTo>
                <a:cubicBezTo>
                  <a:pt x="1365" y="1317"/>
                  <a:pt x="1362" y="1318"/>
                  <a:pt x="1360" y="1318"/>
                </a:cubicBezTo>
                <a:close/>
                <a:moveTo>
                  <a:pt x="1509" y="1079"/>
                </a:moveTo>
                <a:cubicBezTo>
                  <a:pt x="1508" y="1079"/>
                  <a:pt x="1507" y="1079"/>
                  <a:pt x="1506" y="1079"/>
                </a:cubicBezTo>
                <a:cubicBezTo>
                  <a:pt x="1502" y="1077"/>
                  <a:pt x="1499" y="1072"/>
                  <a:pt x="1501" y="1068"/>
                </a:cubicBezTo>
                <a:cubicBezTo>
                  <a:pt x="1503" y="1062"/>
                  <a:pt x="1505" y="1057"/>
                  <a:pt x="1507" y="1051"/>
                </a:cubicBezTo>
                <a:cubicBezTo>
                  <a:pt x="1509" y="1047"/>
                  <a:pt x="1509" y="1047"/>
                  <a:pt x="1509" y="1047"/>
                </a:cubicBezTo>
                <a:cubicBezTo>
                  <a:pt x="1511" y="1042"/>
                  <a:pt x="1516" y="1040"/>
                  <a:pt x="1520" y="1042"/>
                </a:cubicBezTo>
                <a:cubicBezTo>
                  <a:pt x="1524" y="1043"/>
                  <a:pt x="1527" y="1048"/>
                  <a:pt x="1525" y="1053"/>
                </a:cubicBezTo>
                <a:cubicBezTo>
                  <a:pt x="1523" y="1057"/>
                  <a:pt x="1523" y="1057"/>
                  <a:pt x="1523" y="1057"/>
                </a:cubicBezTo>
                <a:cubicBezTo>
                  <a:pt x="1521" y="1063"/>
                  <a:pt x="1519" y="1068"/>
                  <a:pt x="1517" y="1074"/>
                </a:cubicBezTo>
                <a:cubicBezTo>
                  <a:pt x="1516" y="1077"/>
                  <a:pt x="1512" y="1079"/>
                  <a:pt x="1509" y="1079"/>
                </a:cubicBezTo>
                <a:close/>
                <a:moveTo>
                  <a:pt x="1536" y="999"/>
                </a:moveTo>
                <a:cubicBezTo>
                  <a:pt x="1535" y="999"/>
                  <a:pt x="1534" y="999"/>
                  <a:pt x="1534" y="999"/>
                </a:cubicBezTo>
                <a:cubicBezTo>
                  <a:pt x="1529" y="997"/>
                  <a:pt x="1526" y="993"/>
                  <a:pt x="1528" y="988"/>
                </a:cubicBezTo>
                <a:cubicBezTo>
                  <a:pt x="1538" y="951"/>
                  <a:pt x="1545" y="912"/>
                  <a:pt x="1550" y="873"/>
                </a:cubicBezTo>
                <a:cubicBezTo>
                  <a:pt x="1550" y="873"/>
                  <a:pt x="1550" y="873"/>
                  <a:pt x="1550" y="873"/>
                </a:cubicBezTo>
                <a:cubicBezTo>
                  <a:pt x="1553" y="844"/>
                  <a:pt x="1555" y="814"/>
                  <a:pt x="1555" y="785"/>
                </a:cubicBezTo>
                <a:cubicBezTo>
                  <a:pt x="1555" y="777"/>
                  <a:pt x="1555" y="768"/>
                  <a:pt x="1554" y="759"/>
                </a:cubicBezTo>
                <a:cubicBezTo>
                  <a:pt x="1553" y="717"/>
                  <a:pt x="1548" y="675"/>
                  <a:pt x="1540" y="633"/>
                </a:cubicBezTo>
                <a:cubicBezTo>
                  <a:pt x="1539" y="629"/>
                  <a:pt x="1542" y="624"/>
                  <a:pt x="1546" y="623"/>
                </a:cubicBezTo>
                <a:cubicBezTo>
                  <a:pt x="1551" y="623"/>
                  <a:pt x="1555" y="626"/>
                  <a:pt x="1556" y="630"/>
                </a:cubicBezTo>
                <a:cubicBezTo>
                  <a:pt x="1565" y="672"/>
                  <a:pt x="1570" y="716"/>
                  <a:pt x="1571" y="758"/>
                </a:cubicBezTo>
                <a:cubicBezTo>
                  <a:pt x="1572" y="767"/>
                  <a:pt x="1572" y="776"/>
                  <a:pt x="1572" y="785"/>
                </a:cubicBezTo>
                <a:cubicBezTo>
                  <a:pt x="1572" y="815"/>
                  <a:pt x="1570" y="845"/>
                  <a:pt x="1567" y="875"/>
                </a:cubicBezTo>
                <a:cubicBezTo>
                  <a:pt x="1567" y="875"/>
                  <a:pt x="1567" y="875"/>
                  <a:pt x="1567" y="875"/>
                </a:cubicBezTo>
                <a:cubicBezTo>
                  <a:pt x="1562" y="915"/>
                  <a:pt x="1554" y="954"/>
                  <a:pt x="1544" y="993"/>
                </a:cubicBezTo>
                <a:cubicBezTo>
                  <a:pt x="1543" y="996"/>
                  <a:pt x="1540" y="999"/>
                  <a:pt x="1536" y="999"/>
                </a:cubicBezTo>
                <a:close/>
                <a:moveTo>
                  <a:pt x="35" y="998"/>
                </a:moveTo>
                <a:cubicBezTo>
                  <a:pt x="31" y="998"/>
                  <a:pt x="28" y="995"/>
                  <a:pt x="27" y="991"/>
                </a:cubicBezTo>
                <a:cubicBezTo>
                  <a:pt x="25" y="984"/>
                  <a:pt x="23" y="976"/>
                  <a:pt x="21" y="969"/>
                </a:cubicBezTo>
                <a:cubicBezTo>
                  <a:pt x="20" y="965"/>
                  <a:pt x="23" y="960"/>
                  <a:pt x="28" y="959"/>
                </a:cubicBezTo>
                <a:cubicBezTo>
                  <a:pt x="32" y="958"/>
                  <a:pt x="37" y="961"/>
                  <a:pt x="38" y="965"/>
                </a:cubicBezTo>
                <a:cubicBezTo>
                  <a:pt x="39" y="972"/>
                  <a:pt x="41" y="980"/>
                  <a:pt x="43" y="987"/>
                </a:cubicBezTo>
                <a:cubicBezTo>
                  <a:pt x="44" y="991"/>
                  <a:pt x="42" y="996"/>
                  <a:pt x="37" y="997"/>
                </a:cubicBezTo>
                <a:cubicBezTo>
                  <a:pt x="37" y="997"/>
                  <a:pt x="36" y="998"/>
                  <a:pt x="35" y="998"/>
                </a:cubicBezTo>
                <a:close/>
                <a:moveTo>
                  <a:pt x="21" y="937"/>
                </a:moveTo>
                <a:cubicBezTo>
                  <a:pt x="17" y="937"/>
                  <a:pt x="14" y="934"/>
                  <a:pt x="13" y="930"/>
                </a:cubicBezTo>
                <a:cubicBezTo>
                  <a:pt x="4" y="882"/>
                  <a:pt x="0" y="834"/>
                  <a:pt x="0" y="786"/>
                </a:cubicBezTo>
                <a:cubicBezTo>
                  <a:pt x="0" y="783"/>
                  <a:pt x="0" y="779"/>
                  <a:pt x="0" y="776"/>
                </a:cubicBezTo>
                <a:cubicBezTo>
                  <a:pt x="0" y="746"/>
                  <a:pt x="2" y="715"/>
                  <a:pt x="6" y="685"/>
                </a:cubicBezTo>
                <a:cubicBezTo>
                  <a:pt x="6" y="685"/>
                  <a:pt x="6" y="685"/>
                  <a:pt x="6" y="685"/>
                </a:cubicBezTo>
                <a:cubicBezTo>
                  <a:pt x="11" y="645"/>
                  <a:pt x="19" y="606"/>
                  <a:pt x="30" y="568"/>
                </a:cubicBezTo>
                <a:cubicBezTo>
                  <a:pt x="32" y="563"/>
                  <a:pt x="36" y="560"/>
                  <a:pt x="41" y="562"/>
                </a:cubicBezTo>
                <a:cubicBezTo>
                  <a:pt x="45" y="563"/>
                  <a:pt x="48" y="568"/>
                  <a:pt x="47" y="572"/>
                </a:cubicBezTo>
                <a:cubicBezTo>
                  <a:pt x="36" y="610"/>
                  <a:pt x="28" y="648"/>
                  <a:pt x="23" y="687"/>
                </a:cubicBezTo>
                <a:cubicBezTo>
                  <a:pt x="23" y="687"/>
                  <a:pt x="23" y="687"/>
                  <a:pt x="23" y="687"/>
                </a:cubicBezTo>
                <a:cubicBezTo>
                  <a:pt x="19" y="717"/>
                  <a:pt x="17" y="747"/>
                  <a:pt x="17" y="777"/>
                </a:cubicBezTo>
                <a:cubicBezTo>
                  <a:pt x="17" y="780"/>
                  <a:pt x="17" y="783"/>
                  <a:pt x="17" y="786"/>
                </a:cubicBezTo>
                <a:cubicBezTo>
                  <a:pt x="17" y="833"/>
                  <a:pt x="21" y="880"/>
                  <a:pt x="30" y="927"/>
                </a:cubicBezTo>
                <a:cubicBezTo>
                  <a:pt x="30" y="931"/>
                  <a:pt x="27" y="936"/>
                  <a:pt x="23" y="937"/>
                </a:cubicBezTo>
                <a:cubicBezTo>
                  <a:pt x="22" y="937"/>
                  <a:pt x="22" y="937"/>
                  <a:pt x="21" y="937"/>
                </a:cubicBezTo>
                <a:close/>
                <a:moveTo>
                  <a:pt x="1539" y="602"/>
                </a:moveTo>
                <a:cubicBezTo>
                  <a:pt x="1535" y="602"/>
                  <a:pt x="1532" y="599"/>
                  <a:pt x="1531" y="595"/>
                </a:cubicBezTo>
                <a:cubicBezTo>
                  <a:pt x="1529" y="588"/>
                  <a:pt x="1527" y="581"/>
                  <a:pt x="1525" y="574"/>
                </a:cubicBezTo>
                <a:cubicBezTo>
                  <a:pt x="1524" y="569"/>
                  <a:pt x="1526" y="564"/>
                  <a:pt x="1531" y="563"/>
                </a:cubicBezTo>
                <a:cubicBezTo>
                  <a:pt x="1536" y="562"/>
                  <a:pt x="1540" y="565"/>
                  <a:pt x="1541" y="569"/>
                </a:cubicBezTo>
                <a:cubicBezTo>
                  <a:pt x="1544" y="576"/>
                  <a:pt x="1546" y="584"/>
                  <a:pt x="1547" y="591"/>
                </a:cubicBezTo>
                <a:cubicBezTo>
                  <a:pt x="1549" y="596"/>
                  <a:pt x="1546" y="600"/>
                  <a:pt x="1541" y="601"/>
                </a:cubicBezTo>
                <a:cubicBezTo>
                  <a:pt x="1541" y="602"/>
                  <a:pt x="1540" y="602"/>
                  <a:pt x="1539" y="602"/>
                </a:cubicBezTo>
                <a:close/>
                <a:moveTo>
                  <a:pt x="1514" y="521"/>
                </a:moveTo>
                <a:cubicBezTo>
                  <a:pt x="1510" y="521"/>
                  <a:pt x="1507" y="519"/>
                  <a:pt x="1506" y="515"/>
                </a:cubicBezTo>
                <a:cubicBezTo>
                  <a:pt x="1500" y="500"/>
                  <a:pt x="1494" y="485"/>
                  <a:pt x="1488" y="471"/>
                </a:cubicBezTo>
                <a:cubicBezTo>
                  <a:pt x="1478" y="450"/>
                  <a:pt x="1468" y="429"/>
                  <a:pt x="1456" y="409"/>
                </a:cubicBezTo>
                <a:cubicBezTo>
                  <a:pt x="1456" y="409"/>
                  <a:pt x="1456" y="409"/>
                  <a:pt x="1456" y="409"/>
                </a:cubicBezTo>
                <a:cubicBezTo>
                  <a:pt x="1419" y="343"/>
                  <a:pt x="1372" y="282"/>
                  <a:pt x="1317" y="229"/>
                </a:cubicBezTo>
                <a:cubicBezTo>
                  <a:pt x="1314" y="226"/>
                  <a:pt x="1311" y="224"/>
                  <a:pt x="1308" y="221"/>
                </a:cubicBezTo>
                <a:cubicBezTo>
                  <a:pt x="1304" y="218"/>
                  <a:pt x="1304" y="212"/>
                  <a:pt x="1307" y="209"/>
                </a:cubicBezTo>
                <a:cubicBezTo>
                  <a:pt x="1311" y="205"/>
                  <a:pt x="1316" y="205"/>
                  <a:pt x="1319" y="208"/>
                </a:cubicBezTo>
                <a:cubicBezTo>
                  <a:pt x="1322" y="211"/>
                  <a:pt x="1326" y="214"/>
                  <a:pt x="1329" y="217"/>
                </a:cubicBezTo>
                <a:cubicBezTo>
                  <a:pt x="1385" y="271"/>
                  <a:pt x="1433" y="333"/>
                  <a:pt x="1471" y="400"/>
                </a:cubicBezTo>
                <a:cubicBezTo>
                  <a:pt x="1471" y="400"/>
                  <a:pt x="1471" y="400"/>
                  <a:pt x="1471" y="400"/>
                </a:cubicBezTo>
                <a:cubicBezTo>
                  <a:pt x="1483" y="421"/>
                  <a:pt x="1494" y="442"/>
                  <a:pt x="1503" y="464"/>
                </a:cubicBezTo>
                <a:cubicBezTo>
                  <a:pt x="1510" y="479"/>
                  <a:pt x="1516" y="494"/>
                  <a:pt x="1522" y="509"/>
                </a:cubicBezTo>
                <a:cubicBezTo>
                  <a:pt x="1523" y="514"/>
                  <a:pt x="1521" y="519"/>
                  <a:pt x="1517" y="520"/>
                </a:cubicBezTo>
                <a:cubicBezTo>
                  <a:pt x="1516" y="521"/>
                  <a:pt x="1515" y="521"/>
                  <a:pt x="1514" y="521"/>
                </a:cubicBezTo>
                <a:close/>
                <a:moveTo>
                  <a:pt x="58" y="519"/>
                </a:moveTo>
                <a:cubicBezTo>
                  <a:pt x="57" y="519"/>
                  <a:pt x="56" y="519"/>
                  <a:pt x="55" y="519"/>
                </a:cubicBezTo>
                <a:cubicBezTo>
                  <a:pt x="51" y="517"/>
                  <a:pt x="48" y="512"/>
                  <a:pt x="50" y="508"/>
                </a:cubicBezTo>
                <a:cubicBezTo>
                  <a:pt x="53" y="501"/>
                  <a:pt x="55" y="494"/>
                  <a:pt x="58" y="487"/>
                </a:cubicBezTo>
                <a:cubicBezTo>
                  <a:pt x="60" y="482"/>
                  <a:pt x="65" y="480"/>
                  <a:pt x="69" y="482"/>
                </a:cubicBezTo>
                <a:cubicBezTo>
                  <a:pt x="74" y="484"/>
                  <a:pt x="76" y="489"/>
                  <a:pt x="74" y="493"/>
                </a:cubicBezTo>
                <a:cubicBezTo>
                  <a:pt x="71" y="500"/>
                  <a:pt x="68" y="507"/>
                  <a:pt x="66" y="514"/>
                </a:cubicBezTo>
                <a:cubicBezTo>
                  <a:pt x="65" y="517"/>
                  <a:pt x="61" y="519"/>
                  <a:pt x="58" y="519"/>
                </a:cubicBezTo>
                <a:close/>
                <a:moveTo>
                  <a:pt x="82" y="462"/>
                </a:moveTo>
                <a:cubicBezTo>
                  <a:pt x="81" y="462"/>
                  <a:pt x="80" y="462"/>
                  <a:pt x="79" y="461"/>
                </a:cubicBezTo>
                <a:cubicBezTo>
                  <a:pt x="74" y="459"/>
                  <a:pt x="72" y="454"/>
                  <a:pt x="74" y="450"/>
                </a:cubicBezTo>
                <a:cubicBezTo>
                  <a:pt x="109" y="376"/>
                  <a:pt x="156" y="308"/>
                  <a:pt x="212" y="247"/>
                </a:cubicBezTo>
                <a:cubicBezTo>
                  <a:pt x="212" y="247"/>
                  <a:pt x="212" y="247"/>
                  <a:pt x="212" y="247"/>
                </a:cubicBezTo>
                <a:cubicBezTo>
                  <a:pt x="218" y="241"/>
                  <a:pt x="224" y="235"/>
                  <a:pt x="230" y="229"/>
                </a:cubicBezTo>
                <a:cubicBezTo>
                  <a:pt x="252" y="207"/>
                  <a:pt x="276" y="186"/>
                  <a:pt x="301" y="167"/>
                </a:cubicBezTo>
                <a:cubicBezTo>
                  <a:pt x="304" y="164"/>
                  <a:pt x="310" y="164"/>
                  <a:pt x="313" y="168"/>
                </a:cubicBezTo>
                <a:cubicBezTo>
                  <a:pt x="316" y="172"/>
                  <a:pt x="315" y="177"/>
                  <a:pt x="311" y="180"/>
                </a:cubicBezTo>
                <a:cubicBezTo>
                  <a:pt x="287" y="199"/>
                  <a:pt x="264" y="220"/>
                  <a:pt x="242" y="241"/>
                </a:cubicBezTo>
                <a:cubicBezTo>
                  <a:pt x="236" y="247"/>
                  <a:pt x="230" y="253"/>
                  <a:pt x="225" y="259"/>
                </a:cubicBezTo>
                <a:cubicBezTo>
                  <a:pt x="225" y="259"/>
                  <a:pt x="225" y="259"/>
                  <a:pt x="225" y="259"/>
                </a:cubicBezTo>
                <a:cubicBezTo>
                  <a:pt x="169" y="318"/>
                  <a:pt x="124" y="385"/>
                  <a:pt x="90" y="457"/>
                </a:cubicBezTo>
                <a:cubicBezTo>
                  <a:pt x="88" y="460"/>
                  <a:pt x="85" y="462"/>
                  <a:pt x="82" y="462"/>
                </a:cubicBezTo>
                <a:close/>
                <a:moveTo>
                  <a:pt x="1284" y="197"/>
                </a:moveTo>
                <a:cubicBezTo>
                  <a:pt x="1282" y="197"/>
                  <a:pt x="1280" y="196"/>
                  <a:pt x="1278" y="195"/>
                </a:cubicBezTo>
                <a:cubicBezTo>
                  <a:pt x="1273" y="190"/>
                  <a:pt x="1267" y="185"/>
                  <a:pt x="1261" y="181"/>
                </a:cubicBezTo>
                <a:cubicBezTo>
                  <a:pt x="1257" y="178"/>
                  <a:pt x="1257" y="173"/>
                  <a:pt x="1260" y="169"/>
                </a:cubicBezTo>
                <a:cubicBezTo>
                  <a:pt x="1263" y="165"/>
                  <a:pt x="1268" y="165"/>
                  <a:pt x="1272" y="167"/>
                </a:cubicBezTo>
                <a:cubicBezTo>
                  <a:pt x="1278" y="172"/>
                  <a:pt x="1284" y="177"/>
                  <a:pt x="1289" y="182"/>
                </a:cubicBezTo>
                <a:cubicBezTo>
                  <a:pt x="1293" y="185"/>
                  <a:pt x="1293" y="190"/>
                  <a:pt x="1290" y="194"/>
                </a:cubicBezTo>
                <a:cubicBezTo>
                  <a:pt x="1289" y="196"/>
                  <a:pt x="1286" y="197"/>
                  <a:pt x="1284" y="197"/>
                </a:cubicBezTo>
                <a:close/>
                <a:moveTo>
                  <a:pt x="1216" y="146"/>
                </a:moveTo>
                <a:cubicBezTo>
                  <a:pt x="1214" y="146"/>
                  <a:pt x="1213" y="146"/>
                  <a:pt x="1211" y="145"/>
                </a:cubicBezTo>
                <a:cubicBezTo>
                  <a:pt x="1179" y="123"/>
                  <a:pt x="1144" y="104"/>
                  <a:pt x="1109" y="87"/>
                </a:cubicBezTo>
                <a:cubicBezTo>
                  <a:pt x="1109" y="87"/>
                  <a:pt x="1109" y="87"/>
                  <a:pt x="1109" y="87"/>
                </a:cubicBezTo>
                <a:cubicBezTo>
                  <a:pt x="1095" y="81"/>
                  <a:pt x="1082" y="75"/>
                  <a:pt x="1068" y="70"/>
                </a:cubicBezTo>
                <a:cubicBezTo>
                  <a:pt x="1007" y="46"/>
                  <a:pt x="944" y="30"/>
                  <a:pt x="878" y="22"/>
                </a:cubicBezTo>
                <a:cubicBezTo>
                  <a:pt x="874" y="21"/>
                  <a:pt x="870" y="17"/>
                  <a:pt x="871" y="12"/>
                </a:cubicBezTo>
                <a:cubicBezTo>
                  <a:pt x="872" y="8"/>
                  <a:pt x="876" y="4"/>
                  <a:pt x="880" y="5"/>
                </a:cubicBezTo>
                <a:cubicBezTo>
                  <a:pt x="947" y="13"/>
                  <a:pt x="1012" y="29"/>
                  <a:pt x="1074" y="54"/>
                </a:cubicBezTo>
                <a:cubicBezTo>
                  <a:pt x="1088" y="59"/>
                  <a:pt x="1102" y="65"/>
                  <a:pt x="1116" y="72"/>
                </a:cubicBezTo>
                <a:cubicBezTo>
                  <a:pt x="1116" y="72"/>
                  <a:pt x="1116" y="72"/>
                  <a:pt x="1116" y="72"/>
                </a:cubicBezTo>
                <a:cubicBezTo>
                  <a:pt x="1152" y="89"/>
                  <a:pt x="1187" y="108"/>
                  <a:pt x="1221" y="131"/>
                </a:cubicBezTo>
                <a:cubicBezTo>
                  <a:pt x="1225" y="133"/>
                  <a:pt x="1226" y="138"/>
                  <a:pt x="1223" y="142"/>
                </a:cubicBezTo>
                <a:cubicBezTo>
                  <a:pt x="1221" y="145"/>
                  <a:pt x="1219" y="146"/>
                  <a:pt x="1216" y="146"/>
                </a:cubicBezTo>
                <a:close/>
                <a:moveTo>
                  <a:pt x="356" y="145"/>
                </a:moveTo>
                <a:cubicBezTo>
                  <a:pt x="354" y="145"/>
                  <a:pt x="351" y="144"/>
                  <a:pt x="349" y="141"/>
                </a:cubicBezTo>
                <a:cubicBezTo>
                  <a:pt x="347" y="138"/>
                  <a:pt x="348" y="132"/>
                  <a:pt x="352" y="130"/>
                </a:cubicBezTo>
                <a:cubicBezTo>
                  <a:pt x="358" y="126"/>
                  <a:pt x="364" y="121"/>
                  <a:pt x="371" y="117"/>
                </a:cubicBezTo>
                <a:cubicBezTo>
                  <a:pt x="375" y="115"/>
                  <a:pt x="380" y="116"/>
                  <a:pt x="383" y="120"/>
                </a:cubicBezTo>
                <a:cubicBezTo>
                  <a:pt x="385" y="124"/>
                  <a:pt x="384" y="129"/>
                  <a:pt x="380" y="132"/>
                </a:cubicBezTo>
                <a:cubicBezTo>
                  <a:pt x="374" y="136"/>
                  <a:pt x="367" y="140"/>
                  <a:pt x="361" y="144"/>
                </a:cubicBezTo>
                <a:cubicBezTo>
                  <a:pt x="360" y="145"/>
                  <a:pt x="358" y="145"/>
                  <a:pt x="356" y="145"/>
                </a:cubicBezTo>
                <a:close/>
                <a:moveTo>
                  <a:pt x="410" y="113"/>
                </a:moveTo>
                <a:cubicBezTo>
                  <a:pt x="407" y="113"/>
                  <a:pt x="404" y="111"/>
                  <a:pt x="402" y="109"/>
                </a:cubicBezTo>
                <a:cubicBezTo>
                  <a:pt x="400" y="105"/>
                  <a:pt x="401" y="99"/>
                  <a:pt x="405" y="97"/>
                </a:cubicBezTo>
                <a:cubicBezTo>
                  <a:pt x="430" y="84"/>
                  <a:pt x="455" y="71"/>
                  <a:pt x="481" y="61"/>
                </a:cubicBezTo>
                <a:cubicBezTo>
                  <a:pt x="530" y="40"/>
                  <a:pt x="582" y="24"/>
                  <a:pt x="636" y="14"/>
                </a:cubicBezTo>
                <a:cubicBezTo>
                  <a:pt x="636" y="14"/>
                  <a:pt x="636" y="14"/>
                  <a:pt x="636" y="14"/>
                </a:cubicBezTo>
                <a:cubicBezTo>
                  <a:pt x="675" y="6"/>
                  <a:pt x="715" y="1"/>
                  <a:pt x="755" y="0"/>
                </a:cubicBezTo>
                <a:cubicBezTo>
                  <a:pt x="760" y="0"/>
                  <a:pt x="764" y="3"/>
                  <a:pt x="764" y="8"/>
                </a:cubicBezTo>
                <a:cubicBezTo>
                  <a:pt x="764" y="13"/>
                  <a:pt x="760" y="17"/>
                  <a:pt x="756" y="17"/>
                </a:cubicBezTo>
                <a:cubicBezTo>
                  <a:pt x="717" y="18"/>
                  <a:pt x="677" y="23"/>
                  <a:pt x="639" y="30"/>
                </a:cubicBezTo>
                <a:cubicBezTo>
                  <a:pt x="639" y="30"/>
                  <a:pt x="639" y="30"/>
                  <a:pt x="639" y="30"/>
                </a:cubicBezTo>
                <a:cubicBezTo>
                  <a:pt x="587" y="40"/>
                  <a:pt x="536" y="56"/>
                  <a:pt x="487" y="76"/>
                </a:cubicBezTo>
                <a:cubicBezTo>
                  <a:pt x="462" y="87"/>
                  <a:pt x="438" y="99"/>
                  <a:pt x="414" y="112"/>
                </a:cubicBezTo>
                <a:cubicBezTo>
                  <a:pt x="412" y="113"/>
                  <a:pt x="411" y="113"/>
                  <a:pt x="410" y="113"/>
                </a:cubicBezTo>
                <a:close/>
                <a:moveTo>
                  <a:pt x="840" y="18"/>
                </a:moveTo>
                <a:cubicBezTo>
                  <a:pt x="840" y="18"/>
                  <a:pt x="840" y="18"/>
                  <a:pt x="839" y="18"/>
                </a:cubicBezTo>
                <a:cubicBezTo>
                  <a:pt x="832" y="18"/>
                  <a:pt x="824" y="17"/>
                  <a:pt x="817" y="17"/>
                </a:cubicBezTo>
                <a:cubicBezTo>
                  <a:pt x="812" y="17"/>
                  <a:pt x="809" y="13"/>
                  <a:pt x="809" y="8"/>
                </a:cubicBezTo>
                <a:cubicBezTo>
                  <a:pt x="809" y="3"/>
                  <a:pt x="813" y="0"/>
                  <a:pt x="818" y="0"/>
                </a:cubicBezTo>
                <a:cubicBezTo>
                  <a:pt x="825" y="0"/>
                  <a:pt x="833" y="1"/>
                  <a:pt x="841" y="1"/>
                </a:cubicBezTo>
                <a:cubicBezTo>
                  <a:pt x="845" y="2"/>
                  <a:pt x="849" y="6"/>
                  <a:pt x="849" y="10"/>
                </a:cubicBezTo>
                <a:cubicBezTo>
                  <a:pt x="848" y="15"/>
                  <a:pt x="844" y="18"/>
                  <a:pt x="840" y="18"/>
                </a:cubicBezTo>
                <a:close/>
              </a:path>
            </a:pathLst>
          </a:custGeom>
          <a:solidFill>
            <a:srgbClr val="377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8C5CEC1D-D1D4-4550-A78C-551284B22354}"/>
              </a:ext>
            </a:extLst>
          </p:cNvPr>
          <p:cNvSpPr>
            <a:spLocks noEditPoints="1"/>
          </p:cNvSpPr>
          <p:nvPr/>
        </p:nvSpPr>
        <p:spPr bwMode="auto">
          <a:xfrm>
            <a:off x="4906324" y="2236943"/>
            <a:ext cx="2380940" cy="2384115"/>
          </a:xfrm>
          <a:custGeom>
            <a:avLst/>
            <a:gdLst>
              <a:gd name="T0" fmla="*/ 733 w 1499"/>
              <a:gd name="T1" fmla="*/ 1483 h 1500"/>
              <a:gd name="T2" fmla="*/ 638 w 1499"/>
              <a:gd name="T3" fmla="*/ 1492 h 1500"/>
              <a:gd name="T4" fmla="*/ 639 w 1499"/>
              <a:gd name="T5" fmla="*/ 1475 h 1500"/>
              <a:gd name="T6" fmla="*/ 592 w 1499"/>
              <a:gd name="T7" fmla="*/ 1483 h 1500"/>
              <a:gd name="T8" fmla="*/ 601 w 1499"/>
              <a:gd name="T9" fmla="*/ 1470 h 1500"/>
              <a:gd name="T10" fmla="*/ 949 w 1499"/>
              <a:gd name="T11" fmla="*/ 1456 h 1500"/>
              <a:gd name="T12" fmla="*/ 952 w 1499"/>
              <a:gd name="T13" fmla="*/ 1472 h 1500"/>
              <a:gd name="T14" fmla="*/ 300 w 1499"/>
              <a:gd name="T15" fmla="*/ 1340 h 1500"/>
              <a:gd name="T16" fmla="*/ 1037 w 1499"/>
              <a:gd name="T17" fmla="*/ 1442 h 1500"/>
              <a:gd name="T18" fmla="*/ 1078 w 1499"/>
              <a:gd name="T19" fmla="*/ 1423 h 1500"/>
              <a:gd name="T20" fmla="*/ 1271 w 1499"/>
              <a:gd name="T21" fmla="*/ 1286 h 1500"/>
              <a:gd name="T22" fmla="*/ 272 w 1499"/>
              <a:gd name="T23" fmla="*/ 1325 h 1500"/>
              <a:gd name="T24" fmla="*/ 272 w 1499"/>
              <a:gd name="T25" fmla="*/ 1325 h 1500"/>
              <a:gd name="T26" fmla="*/ 201 w 1499"/>
              <a:gd name="T27" fmla="*/ 1248 h 1500"/>
              <a:gd name="T28" fmla="*/ 238 w 1499"/>
              <a:gd name="T29" fmla="*/ 1295 h 1500"/>
              <a:gd name="T30" fmla="*/ 1330 w 1499"/>
              <a:gd name="T31" fmla="*/ 1212 h 1500"/>
              <a:gd name="T32" fmla="*/ 170 w 1499"/>
              <a:gd name="T33" fmla="*/ 1226 h 1500"/>
              <a:gd name="T34" fmla="*/ 71 w 1499"/>
              <a:gd name="T35" fmla="*/ 1027 h 1500"/>
              <a:gd name="T36" fmla="*/ 1345 w 1499"/>
              <a:gd name="T37" fmla="*/ 1178 h 1500"/>
              <a:gd name="T38" fmla="*/ 1377 w 1499"/>
              <a:gd name="T39" fmla="*/ 1154 h 1500"/>
              <a:gd name="T40" fmla="*/ 1475 w 1499"/>
              <a:gd name="T41" fmla="*/ 941 h 1500"/>
              <a:gd name="T42" fmla="*/ 38 w 1499"/>
              <a:gd name="T43" fmla="*/ 980 h 1500"/>
              <a:gd name="T44" fmla="*/ 46 w 1499"/>
              <a:gd name="T45" fmla="*/ 993 h 1500"/>
              <a:gd name="T46" fmla="*/ 31 w 1499"/>
              <a:gd name="T47" fmla="*/ 895 h 1500"/>
              <a:gd name="T48" fmla="*/ 1470 w 1499"/>
              <a:gd name="T49" fmla="*/ 900 h 1500"/>
              <a:gd name="T50" fmla="*/ 1486 w 1499"/>
              <a:gd name="T51" fmla="*/ 897 h 1500"/>
              <a:gd name="T52" fmla="*/ 10 w 1499"/>
              <a:gd name="T53" fmla="*/ 625 h 1500"/>
              <a:gd name="T54" fmla="*/ 15 w 1499"/>
              <a:gd name="T55" fmla="*/ 861 h 1500"/>
              <a:gd name="T56" fmla="*/ 1498 w 1499"/>
              <a:gd name="T57" fmla="*/ 806 h 1500"/>
              <a:gd name="T58" fmla="*/ 1486 w 1499"/>
              <a:gd name="T59" fmla="*/ 663 h 1500"/>
              <a:gd name="T60" fmla="*/ 1473 w 1499"/>
              <a:gd name="T61" fmla="*/ 628 h 1500"/>
              <a:gd name="T62" fmla="*/ 1481 w 1499"/>
              <a:gd name="T63" fmla="*/ 635 h 1500"/>
              <a:gd name="T64" fmla="*/ 29 w 1499"/>
              <a:gd name="T65" fmla="*/ 574 h 1500"/>
              <a:gd name="T66" fmla="*/ 1381 w 1499"/>
              <a:gd name="T67" fmla="*/ 377 h 1500"/>
              <a:gd name="T68" fmla="*/ 1474 w 1499"/>
              <a:gd name="T69" fmla="*/ 590 h 1500"/>
              <a:gd name="T70" fmla="*/ 45 w 1499"/>
              <a:gd name="T71" fmla="*/ 493 h 1500"/>
              <a:gd name="T72" fmla="*/ 66 w 1499"/>
              <a:gd name="T73" fmla="*/ 461 h 1500"/>
              <a:gd name="T74" fmla="*/ 197 w 1499"/>
              <a:gd name="T75" fmla="*/ 269 h 1500"/>
              <a:gd name="T76" fmla="*/ 1331 w 1499"/>
              <a:gd name="T77" fmla="*/ 303 h 1500"/>
              <a:gd name="T78" fmla="*/ 1369 w 1499"/>
              <a:gd name="T79" fmla="*/ 341 h 1500"/>
              <a:gd name="T80" fmla="*/ 1315 w 1499"/>
              <a:gd name="T81" fmla="*/ 257 h 1500"/>
              <a:gd name="T82" fmla="*/ 215 w 1499"/>
              <a:gd name="T83" fmla="*/ 224 h 1500"/>
              <a:gd name="T84" fmla="*/ 1250 w 1499"/>
              <a:gd name="T85" fmla="*/ 214 h 1500"/>
              <a:gd name="T86" fmla="*/ 1284 w 1499"/>
              <a:gd name="T87" fmla="*/ 224 h 1500"/>
              <a:gd name="T88" fmla="*/ 248 w 1499"/>
              <a:gd name="T89" fmla="*/ 192 h 1500"/>
              <a:gd name="T90" fmla="*/ 325 w 1499"/>
              <a:gd name="T91" fmla="*/ 151 h 1500"/>
              <a:gd name="T92" fmla="*/ 524 w 1499"/>
              <a:gd name="T93" fmla="*/ 34 h 1500"/>
              <a:gd name="T94" fmla="*/ 325 w 1499"/>
              <a:gd name="T95" fmla="*/ 151 h 1500"/>
              <a:gd name="T96" fmla="*/ 1060 w 1499"/>
              <a:gd name="T97" fmla="*/ 67 h 1500"/>
              <a:gd name="T98" fmla="*/ 964 w 1499"/>
              <a:gd name="T99" fmla="*/ 40 h 1500"/>
              <a:gd name="T100" fmla="*/ 562 w 1499"/>
              <a:gd name="T101" fmla="*/ 32 h 1500"/>
              <a:gd name="T102" fmla="*/ 572 w 1499"/>
              <a:gd name="T103" fmla="*/ 39 h 1500"/>
              <a:gd name="T104" fmla="*/ 705 w 1499"/>
              <a:gd name="T105" fmla="*/ 18 h 1500"/>
              <a:gd name="T106" fmla="*/ 936 w 1499"/>
              <a:gd name="T107" fmla="*/ 26 h 1500"/>
              <a:gd name="T108" fmla="*/ 658 w 1499"/>
              <a:gd name="T109" fmla="*/ 6 h 1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499" h="1500">
                <a:moveTo>
                  <a:pt x="750" y="1500"/>
                </a:moveTo>
                <a:cubicBezTo>
                  <a:pt x="744" y="1500"/>
                  <a:pt x="738" y="1500"/>
                  <a:pt x="733" y="1500"/>
                </a:cubicBezTo>
                <a:cubicBezTo>
                  <a:pt x="716" y="1499"/>
                  <a:pt x="699" y="1498"/>
                  <a:pt x="682" y="1497"/>
                </a:cubicBezTo>
                <a:cubicBezTo>
                  <a:pt x="677" y="1497"/>
                  <a:pt x="674" y="1492"/>
                  <a:pt x="674" y="1488"/>
                </a:cubicBezTo>
                <a:cubicBezTo>
                  <a:pt x="675" y="1483"/>
                  <a:pt x="679" y="1480"/>
                  <a:pt x="684" y="1480"/>
                </a:cubicBezTo>
                <a:cubicBezTo>
                  <a:pt x="700" y="1482"/>
                  <a:pt x="717" y="1482"/>
                  <a:pt x="733" y="1483"/>
                </a:cubicBezTo>
                <a:cubicBezTo>
                  <a:pt x="739" y="1483"/>
                  <a:pt x="744" y="1483"/>
                  <a:pt x="750" y="1483"/>
                </a:cubicBezTo>
                <a:cubicBezTo>
                  <a:pt x="803" y="1483"/>
                  <a:pt x="855" y="1477"/>
                  <a:pt x="906" y="1466"/>
                </a:cubicBezTo>
                <a:cubicBezTo>
                  <a:pt x="911" y="1465"/>
                  <a:pt x="915" y="1468"/>
                  <a:pt x="916" y="1473"/>
                </a:cubicBezTo>
                <a:cubicBezTo>
                  <a:pt x="917" y="1477"/>
                  <a:pt x="914" y="1482"/>
                  <a:pt x="910" y="1483"/>
                </a:cubicBezTo>
                <a:cubicBezTo>
                  <a:pt x="857" y="1494"/>
                  <a:pt x="804" y="1500"/>
                  <a:pt x="750" y="1500"/>
                </a:cubicBezTo>
                <a:close/>
                <a:moveTo>
                  <a:pt x="638" y="1492"/>
                </a:moveTo>
                <a:cubicBezTo>
                  <a:pt x="638" y="1492"/>
                  <a:pt x="637" y="1492"/>
                  <a:pt x="637" y="1492"/>
                </a:cubicBezTo>
                <a:cubicBezTo>
                  <a:pt x="637" y="1491"/>
                  <a:pt x="637" y="1491"/>
                  <a:pt x="637" y="1491"/>
                </a:cubicBezTo>
                <a:cubicBezTo>
                  <a:pt x="634" y="1491"/>
                  <a:pt x="632" y="1490"/>
                  <a:pt x="631" y="1488"/>
                </a:cubicBezTo>
                <a:cubicBezTo>
                  <a:pt x="630" y="1486"/>
                  <a:pt x="629" y="1484"/>
                  <a:pt x="630" y="1482"/>
                </a:cubicBezTo>
                <a:cubicBezTo>
                  <a:pt x="630" y="1477"/>
                  <a:pt x="634" y="1474"/>
                  <a:pt x="639" y="1475"/>
                </a:cubicBezTo>
                <a:cubicBezTo>
                  <a:pt x="639" y="1475"/>
                  <a:pt x="639" y="1475"/>
                  <a:pt x="639" y="1475"/>
                </a:cubicBezTo>
                <a:cubicBezTo>
                  <a:pt x="639" y="1475"/>
                  <a:pt x="639" y="1475"/>
                  <a:pt x="639" y="1475"/>
                </a:cubicBezTo>
                <a:cubicBezTo>
                  <a:pt x="641" y="1475"/>
                  <a:pt x="643" y="1476"/>
                  <a:pt x="645" y="1478"/>
                </a:cubicBezTo>
                <a:cubicBezTo>
                  <a:pt x="646" y="1480"/>
                  <a:pt x="647" y="1482"/>
                  <a:pt x="646" y="1484"/>
                </a:cubicBezTo>
                <a:cubicBezTo>
                  <a:pt x="646" y="1489"/>
                  <a:pt x="642" y="1492"/>
                  <a:pt x="638" y="1492"/>
                </a:cubicBezTo>
                <a:close/>
                <a:moveTo>
                  <a:pt x="593" y="1484"/>
                </a:moveTo>
                <a:cubicBezTo>
                  <a:pt x="593" y="1484"/>
                  <a:pt x="592" y="1483"/>
                  <a:pt x="592" y="1483"/>
                </a:cubicBezTo>
                <a:cubicBezTo>
                  <a:pt x="577" y="1480"/>
                  <a:pt x="562" y="1476"/>
                  <a:pt x="547" y="1472"/>
                </a:cubicBezTo>
                <a:cubicBezTo>
                  <a:pt x="545" y="1472"/>
                  <a:pt x="543" y="1470"/>
                  <a:pt x="542" y="1468"/>
                </a:cubicBezTo>
                <a:cubicBezTo>
                  <a:pt x="541" y="1466"/>
                  <a:pt x="541" y="1464"/>
                  <a:pt x="541" y="1462"/>
                </a:cubicBezTo>
                <a:cubicBezTo>
                  <a:pt x="543" y="1458"/>
                  <a:pt x="547" y="1455"/>
                  <a:pt x="552" y="1456"/>
                </a:cubicBezTo>
                <a:cubicBezTo>
                  <a:pt x="566" y="1460"/>
                  <a:pt x="581" y="1464"/>
                  <a:pt x="595" y="1467"/>
                </a:cubicBezTo>
                <a:cubicBezTo>
                  <a:pt x="597" y="1467"/>
                  <a:pt x="599" y="1469"/>
                  <a:pt x="601" y="1470"/>
                </a:cubicBezTo>
                <a:cubicBezTo>
                  <a:pt x="602" y="1472"/>
                  <a:pt x="602" y="1475"/>
                  <a:pt x="602" y="1477"/>
                </a:cubicBezTo>
                <a:cubicBezTo>
                  <a:pt x="601" y="1481"/>
                  <a:pt x="597" y="1484"/>
                  <a:pt x="593" y="1484"/>
                </a:cubicBezTo>
                <a:close/>
                <a:moveTo>
                  <a:pt x="952" y="1472"/>
                </a:moveTo>
                <a:cubicBezTo>
                  <a:pt x="948" y="1472"/>
                  <a:pt x="945" y="1470"/>
                  <a:pt x="944" y="1466"/>
                </a:cubicBezTo>
                <a:cubicBezTo>
                  <a:pt x="943" y="1464"/>
                  <a:pt x="943" y="1462"/>
                  <a:pt x="944" y="1460"/>
                </a:cubicBezTo>
                <a:cubicBezTo>
                  <a:pt x="946" y="1458"/>
                  <a:pt x="947" y="1456"/>
                  <a:pt x="949" y="1456"/>
                </a:cubicBezTo>
                <a:cubicBezTo>
                  <a:pt x="964" y="1452"/>
                  <a:pt x="978" y="1447"/>
                  <a:pt x="992" y="1442"/>
                </a:cubicBezTo>
                <a:cubicBezTo>
                  <a:pt x="996" y="1441"/>
                  <a:pt x="1001" y="1443"/>
                  <a:pt x="1003" y="1447"/>
                </a:cubicBezTo>
                <a:cubicBezTo>
                  <a:pt x="1005" y="1452"/>
                  <a:pt x="1002" y="1457"/>
                  <a:pt x="998" y="1458"/>
                </a:cubicBezTo>
                <a:cubicBezTo>
                  <a:pt x="983" y="1463"/>
                  <a:pt x="969" y="1468"/>
                  <a:pt x="954" y="1472"/>
                </a:cubicBezTo>
                <a:cubicBezTo>
                  <a:pt x="954" y="1472"/>
                  <a:pt x="954" y="1472"/>
                  <a:pt x="954" y="1472"/>
                </a:cubicBezTo>
                <a:cubicBezTo>
                  <a:pt x="953" y="1472"/>
                  <a:pt x="953" y="1472"/>
                  <a:pt x="952" y="1472"/>
                </a:cubicBezTo>
                <a:close/>
                <a:moveTo>
                  <a:pt x="506" y="1459"/>
                </a:moveTo>
                <a:cubicBezTo>
                  <a:pt x="505" y="1459"/>
                  <a:pt x="504" y="1459"/>
                  <a:pt x="504" y="1459"/>
                </a:cubicBezTo>
                <a:cubicBezTo>
                  <a:pt x="486" y="1453"/>
                  <a:pt x="468" y="1446"/>
                  <a:pt x="451" y="1438"/>
                </a:cubicBezTo>
                <a:cubicBezTo>
                  <a:pt x="399" y="1415"/>
                  <a:pt x="348" y="1386"/>
                  <a:pt x="302" y="1352"/>
                </a:cubicBezTo>
                <a:cubicBezTo>
                  <a:pt x="302" y="1352"/>
                  <a:pt x="302" y="1352"/>
                  <a:pt x="302" y="1352"/>
                </a:cubicBezTo>
                <a:cubicBezTo>
                  <a:pt x="298" y="1349"/>
                  <a:pt x="298" y="1344"/>
                  <a:pt x="300" y="1340"/>
                </a:cubicBezTo>
                <a:cubicBezTo>
                  <a:pt x="303" y="1336"/>
                  <a:pt x="309" y="1336"/>
                  <a:pt x="312" y="1338"/>
                </a:cubicBezTo>
                <a:cubicBezTo>
                  <a:pt x="358" y="1372"/>
                  <a:pt x="406" y="1400"/>
                  <a:pt x="458" y="1423"/>
                </a:cubicBezTo>
                <a:cubicBezTo>
                  <a:pt x="475" y="1430"/>
                  <a:pt x="492" y="1437"/>
                  <a:pt x="509" y="1443"/>
                </a:cubicBezTo>
                <a:cubicBezTo>
                  <a:pt x="514" y="1444"/>
                  <a:pt x="516" y="1449"/>
                  <a:pt x="514" y="1453"/>
                </a:cubicBezTo>
                <a:cubicBezTo>
                  <a:pt x="513" y="1457"/>
                  <a:pt x="510" y="1459"/>
                  <a:pt x="506" y="1459"/>
                </a:cubicBezTo>
                <a:close/>
                <a:moveTo>
                  <a:pt x="1037" y="1442"/>
                </a:moveTo>
                <a:cubicBezTo>
                  <a:pt x="1034" y="1442"/>
                  <a:pt x="1031" y="1440"/>
                  <a:pt x="1029" y="1437"/>
                </a:cubicBezTo>
                <a:cubicBezTo>
                  <a:pt x="1028" y="1433"/>
                  <a:pt x="1030" y="1428"/>
                  <a:pt x="1034" y="1426"/>
                </a:cubicBezTo>
                <a:cubicBezTo>
                  <a:pt x="1038" y="1424"/>
                  <a:pt x="1043" y="1426"/>
                  <a:pt x="1045" y="1431"/>
                </a:cubicBezTo>
                <a:cubicBezTo>
                  <a:pt x="1047" y="1435"/>
                  <a:pt x="1045" y="1440"/>
                  <a:pt x="1040" y="1442"/>
                </a:cubicBezTo>
                <a:cubicBezTo>
                  <a:pt x="1039" y="1442"/>
                  <a:pt x="1038" y="1442"/>
                  <a:pt x="1037" y="1442"/>
                </a:cubicBezTo>
                <a:close/>
                <a:moveTo>
                  <a:pt x="1078" y="1423"/>
                </a:moveTo>
                <a:cubicBezTo>
                  <a:pt x="1075" y="1423"/>
                  <a:pt x="1072" y="1422"/>
                  <a:pt x="1071" y="1419"/>
                </a:cubicBezTo>
                <a:cubicBezTo>
                  <a:pt x="1069" y="1415"/>
                  <a:pt x="1070" y="1409"/>
                  <a:pt x="1075" y="1407"/>
                </a:cubicBezTo>
                <a:cubicBezTo>
                  <a:pt x="1139" y="1376"/>
                  <a:pt x="1198" y="1335"/>
                  <a:pt x="1250" y="1286"/>
                </a:cubicBezTo>
                <a:cubicBezTo>
                  <a:pt x="1253" y="1283"/>
                  <a:pt x="1255" y="1281"/>
                  <a:pt x="1257" y="1279"/>
                </a:cubicBezTo>
                <a:cubicBezTo>
                  <a:pt x="1260" y="1276"/>
                  <a:pt x="1266" y="1276"/>
                  <a:pt x="1269" y="1280"/>
                </a:cubicBezTo>
                <a:cubicBezTo>
                  <a:pt x="1270" y="1281"/>
                  <a:pt x="1271" y="1283"/>
                  <a:pt x="1271" y="1286"/>
                </a:cubicBezTo>
                <a:cubicBezTo>
                  <a:pt x="1271" y="1288"/>
                  <a:pt x="1270" y="1290"/>
                  <a:pt x="1269" y="1292"/>
                </a:cubicBezTo>
                <a:cubicBezTo>
                  <a:pt x="1267" y="1294"/>
                  <a:pt x="1264" y="1296"/>
                  <a:pt x="1262" y="1298"/>
                </a:cubicBezTo>
                <a:cubicBezTo>
                  <a:pt x="1208" y="1348"/>
                  <a:pt x="1148" y="1390"/>
                  <a:pt x="1082" y="1423"/>
                </a:cubicBezTo>
                <a:cubicBezTo>
                  <a:pt x="1082" y="1423"/>
                  <a:pt x="1082" y="1423"/>
                  <a:pt x="1082" y="1423"/>
                </a:cubicBezTo>
                <a:cubicBezTo>
                  <a:pt x="1081" y="1423"/>
                  <a:pt x="1080" y="1423"/>
                  <a:pt x="1078" y="1423"/>
                </a:cubicBezTo>
                <a:close/>
                <a:moveTo>
                  <a:pt x="272" y="1325"/>
                </a:moveTo>
                <a:cubicBezTo>
                  <a:pt x="270" y="1325"/>
                  <a:pt x="268" y="1325"/>
                  <a:pt x="266" y="1323"/>
                </a:cubicBezTo>
                <a:cubicBezTo>
                  <a:pt x="265" y="1322"/>
                  <a:pt x="264" y="1320"/>
                  <a:pt x="263" y="1318"/>
                </a:cubicBezTo>
                <a:cubicBezTo>
                  <a:pt x="263" y="1315"/>
                  <a:pt x="264" y="1313"/>
                  <a:pt x="265" y="1312"/>
                </a:cubicBezTo>
                <a:cubicBezTo>
                  <a:pt x="268" y="1308"/>
                  <a:pt x="274" y="1308"/>
                  <a:pt x="277" y="1310"/>
                </a:cubicBezTo>
                <a:cubicBezTo>
                  <a:pt x="281" y="1314"/>
                  <a:pt x="281" y="1319"/>
                  <a:pt x="278" y="1322"/>
                </a:cubicBezTo>
                <a:cubicBezTo>
                  <a:pt x="277" y="1324"/>
                  <a:pt x="274" y="1325"/>
                  <a:pt x="272" y="1325"/>
                </a:cubicBezTo>
                <a:close/>
                <a:moveTo>
                  <a:pt x="238" y="1295"/>
                </a:moveTo>
                <a:cubicBezTo>
                  <a:pt x="236" y="1295"/>
                  <a:pt x="234" y="1294"/>
                  <a:pt x="232" y="1293"/>
                </a:cubicBezTo>
                <a:cubicBezTo>
                  <a:pt x="226" y="1287"/>
                  <a:pt x="219" y="1280"/>
                  <a:pt x="213" y="1274"/>
                </a:cubicBezTo>
                <a:cubicBezTo>
                  <a:pt x="209" y="1270"/>
                  <a:pt x="205" y="1265"/>
                  <a:pt x="200" y="1260"/>
                </a:cubicBezTo>
                <a:cubicBezTo>
                  <a:pt x="200" y="1260"/>
                  <a:pt x="200" y="1260"/>
                  <a:pt x="200" y="1260"/>
                </a:cubicBezTo>
                <a:cubicBezTo>
                  <a:pt x="197" y="1257"/>
                  <a:pt x="197" y="1251"/>
                  <a:pt x="201" y="1248"/>
                </a:cubicBezTo>
                <a:cubicBezTo>
                  <a:pt x="204" y="1245"/>
                  <a:pt x="209" y="1245"/>
                  <a:pt x="213" y="1249"/>
                </a:cubicBezTo>
                <a:cubicBezTo>
                  <a:pt x="217" y="1254"/>
                  <a:pt x="221" y="1258"/>
                  <a:pt x="226" y="1262"/>
                </a:cubicBezTo>
                <a:cubicBezTo>
                  <a:pt x="232" y="1269"/>
                  <a:pt x="238" y="1275"/>
                  <a:pt x="244" y="1281"/>
                </a:cubicBezTo>
                <a:cubicBezTo>
                  <a:pt x="246" y="1282"/>
                  <a:pt x="247" y="1284"/>
                  <a:pt x="247" y="1287"/>
                </a:cubicBezTo>
                <a:cubicBezTo>
                  <a:pt x="247" y="1289"/>
                  <a:pt x="246" y="1291"/>
                  <a:pt x="244" y="1293"/>
                </a:cubicBezTo>
                <a:cubicBezTo>
                  <a:pt x="243" y="1294"/>
                  <a:pt x="240" y="1295"/>
                  <a:pt x="238" y="1295"/>
                </a:cubicBezTo>
                <a:close/>
                <a:moveTo>
                  <a:pt x="1294" y="1262"/>
                </a:moveTo>
                <a:cubicBezTo>
                  <a:pt x="1292" y="1262"/>
                  <a:pt x="1290" y="1261"/>
                  <a:pt x="1289" y="1259"/>
                </a:cubicBezTo>
                <a:cubicBezTo>
                  <a:pt x="1287" y="1258"/>
                  <a:pt x="1286" y="1256"/>
                  <a:pt x="1286" y="1253"/>
                </a:cubicBezTo>
                <a:cubicBezTo>
                  <a:pt x="1286" y="1251"/>
                  <a:pt x="1287" y="1249"/>
                  <a:pt x="1288" y="1247"/>
                </a:cubicBezTo>
                <a:cubicBezTo>
                  <a:pt x="1298" y="1237"/>
                  <a:pt x="1308" y="1225"/>
                  <a:pt x="1318" y="1214"/>
                </a:cubicBezTo>
                <a:cubicBezTo>
                  <a:pt x="1320" y="1210"/>
                  <a:pt x="1326" y="1210"/>
                  <a:pt x="1330" y="1212"/>
                </a:cubicBezTo>
                <a:cubicBezTo>
                  <a:pt x="1331" y="1214"/>
                  <a:pt x="1332" y="1216"/>
                  <a:pt x="1333" y="1218"/>
                </a:cubicBezTo>
                <a:cubicBezTo>
                  <a:pt x="1333" y="1220"/>
                  <a:pt x="1332" y="1223"/>
                  <a:pt x="1331" y="1224"/>
                </a:cubicBezTo>
                <a:cubicBezTo>
                  <a:pt x="1321" y="1236"/>
                  <a:pt x="1311" y="1248"/>
                  <a:pt x="1301" y="1259"/>
                </a:cubicBezTo>
                <a:cubicBezTo>
                  <a:pt x="1299" y="1261"/>
                  <a:pt x="1297" y="1262"/>
                  <a:pt x="1294" y="1262"/>
                </a:cubicBezTo>
                <a:close/>
                <a:moveTo>
                  <a:pt x="177" y="1229"/>
                </a:moveTo>
                <a:cubicBezTo>
                  <a:pt x="174" y="1229"/>
                  <a:pt x="172" y="1228"/>
                  <a:pt x="170" y="1226"/>
                </a:cubicBezTo>
                <a:cubicBezTo>
                  <a:pt x="122" y="1167"/>
                  <a:pt x="83" y="1103"/>
                  <a:pt x="55" y="1033"/>
                </a:cubicBezTo>
                <a:cubicBezTo>
                  <a:pt x="55" y="1032"/>
                  <a:pt x="54" y="1031"/>
                  <a:pt x="54" y="1030"/>
                </a:cubicBezTo>
                <a:cubicBezTo>
                  <a:pt x="52" y="1025"/>
                  <a:pt x="54" y="1021"/>
                  <a:pt x="58" y="1019"/>
                </a:cubicBezTo>
                <a:cubicBezTo>
                  <a:pt x="63" y="1017"/>
                  <a:pt x="68" y="1019"/>
                  <a:pt x="69" y="1023"/>
                </a:cubicBezTo>
                <a:cubicBezTo>
                  <a:pt x="70" y="1024"/>
                  <a:pt x="70" y="1025"/>
                  <a:pt x="70" y="1026"/>
                </a:cubicBezTo>
                <a:cubicBezTo>
                  <a:pt x="71" y="1027"/>
                  <a:pt x="71" y="1027"/>
                  <a:pt x="71" y="1027"/>
                </a:cubicBezTo>
                <a:cubicBezTo>
                  <a:pt x="98" y="1095"/>
                  <a:pt x="136" y="1158"/>
                  <a:pt x="183" y="1215"/>
                </a:cubicBezTo>
                <a:cubicBezTo>
                  <a:pt x="186" y="1219"/>
                  <a:pt x="186" y="1224"/>
                  <a:pt x="182" y="1227"/>
                </a:cubicBezTo>
                <a:cubicBezTo>
                  <a:pt x="180" y="1228"/>
                  <a:pt x="179" y="1229"/>
                  <a:pt x="177" y="1229"/>
                </a:cubicBezTo>
                <a:close/>
                <a:moveTo>
                  <a:pt x="1352" y="1192"/>
                </a:moveTo>
                <a:cubicBezTo>
                  <a:pt x="1350" y="1192"/>
                  <a:pt x="1348" y="1191"/>
                  <a:pt x="1347" y="1190"/>
                </a:cubicBezTo>
                <a:cubicBezTo>
                  <a:pt x="1343" y="1187"/>
                  <a:pt x="1342" y="1182"/>
                  <a:pt x="1345" y="1178"/>
                </a:cubicBezTo>
                <a:cubicBezTo>
                  <a:pt x="1345" y="1178"/>
                  <a:pt x="1345" y="1178"/>
                  <a:pt x="1345" y="1178"/>
                </a:cubicBezTo>
                <a:cubicBezTo>
                  <a:pt x="1345" y="1178"/>
                  <a:pt x="1345" y="1178"/>
                  <a:pt x="1345" y="1178"/>
                </a:cubicBezTo>
                <a:cubicBezTo>
                  <a:pt x="1348" y="1174"/>
                  <a:pt x="1353" y="1174"/>
                  <a:pt x="1357" y="1176"/>
                </a:cubicBezTo>
                <a:cubicBezTo>
                  <a:pt x="1360" y="1179"/>
                  <a:pt x="1361" y="1184"/>
                  <a:pt x="1359" y="1188"/>
                </a:cubicBezTo>
                <a:cubicBezTo>
                  <a:pt x="1357" y="1190"/>
                  <a:pt x="1354" y="1192"/>
                  <a:pt x="1352" y="1192"/>
                </a:cubicBezTo>
                <a:close/>
                <a:moveTo>
                  <a:pt x="1377" y="1154"/>
                </a:moveTo>
                <a:cubicBezTo>
                  <a:pt x="1375" y="1154"/>
                  <a:pt x="1374" y="1154"/>
                  <a:pt x="1373" y="1153"/>
                </a:cubicBezTo>
                <a:cubicBezTo>
                  <a:pt x="1369" y="1150"/>
                  <a:pt x="1367" y="1145"/>
                  <a:pt x="1370" y="1141"/>
                </a:cubicBezTo>
                <a:cubicBezTo>
                  <a:pt x="1387" y="1114"/>
                  <a:pt x="1402" y="1086"/>
                  <a:pt x="1416" y="1057"/>
                </a:cubicBezTo>
                <a:cubicBezTo>
                  <a:pt x="1433" y="1019"/>
                  <a:pt x="1448" y="978"/>
                  <a:pt x="1459" y="937"/>
                </a:cubicBezTo>
                <a:cubicBezTo>
                  <a:pt x="1460" y="932"/>
                  <a:pt x="1465" y="930"/>
                  <a:pt x="1469" y="931"/>
                </a:cubicBezTo>
                <a:cubicBezTo>
                  <a:pt x="1474" y="932"/>
                  <a:pt x="1476" y="937"/>
                  <a:pt x="1475" y="941"/>
                </a:cubicBezTo>
                <a:cubicBezTo>
                  <a:pt x="1464" y="983"/>
                  <a:pt x="1449" y="1025"/>
                  <a:pt x="1431" y="1064"/>
                </a:cubicBezTo>
                <a:cubicBezTo>
                  <a:pt x="1417" y="1094"/>
                  <a:pt x="1402" y="1123"/>
                  <a:pt x="1384" y="1150"/>
                </a:cubicBezTo>
                <a:cubicBezTo>
                  <a:pt x="1383" y="1153"/>
                  <a:pt x="1380" y="1154"/>
                  <a:pt x="1377" y="1154"/>
                </a:cubicBezTo>
                <a:close/>
                <a:moveTo>
                  <a:pt x="46" y="993"/>
                </a:moveTo>
                <a:cubicBezTo>
                  <a:pt x="42" y="993"/>
                  <a:pt x="39" y="990"/>
                  <a:pt x="38" y="987"/>
                </a:cubicBezTo>
                <a:cubicBezTo>
                  <a:pt x="37" y="985"/>
                  <a:pt x="37" y="982"/>
                  <a:pt x="38" y="980"/>
                </a:cubicBezTo>
                <a:cubicBezTo>
                  <a:pt x="39" y="978"/>
                  <a:pt x="41" y="977"/>
                  <a:pt x="43" y="976"/>
                </a:cubicBezTo>
                <a:cubicBezTo>
                  <a:pt x="48" y="975"/>
                  <a:pt x="52" y="977"/>
                  <a:pt x="54" y="981"/>
                </a:cubicBezTo>
                <a:cubicBezTo>
                  <a:pt x="54" y="981"/>
                  <a:pt x="54" y="981"/>
                  <a:pt x="54" y="981"/>
                </a:cubicBezTo>
                <a:cubicBezTo>
                  <a:pt x="54" y="981"/>
                  <a:pt x="54" y="981"/>
                  <a:pt x="54" y="981"/>
                </a:cubicBezTo>
                <a:cubicBezTo>
                  <a:pt x="55" y="986"/>
                  <a:pt x="53" y="991"/>
                  <a:pt x="49" y="992"/>
                </a:cubicBezTo>
                <a:cubicBezTo>
                  <a:pt x="48" y="992"/>
                  <a:pt x="47" y="993"/>
                  <a:pt x="46" y="993"/>
                </a:cubicBezTo>
                <a:close/>
                <a:moveTo>
                  <a:pt x="33" y="949"/>
                </a:moveTo>
                <a:cubicBezTo>
                  <a:pt x="29" y="949"/>
                  <a:pt x="26" y="947"/>
                  <a:pt x="25" y="943"/>
                </a:cubicBezTo>
                <a:cubicBezTo>
                  <a:pt x="21" y="928"/>
                  <a:pt x="17" y="913"/>
                  <a:pt x="14" y="898"/>
                </a:cubicBezTo>
                <a:cubicBezTo>
                  <a:pt x="14" y="896"/>
                  <a:pt x="14" y="894"/>
                  <a:pt x="16" y="892"/>
                </a:cubicBezTo>
                <a:cubicBezTo>
                  <a:pt x="17" y="890"/>
                  <a:pt x="19" y="889"/>
                  <a:pt x="21" y="888"/>
                </a:cubicBezTo>
                <a:cubicBezTo>
                  <a:pt x="26" y="887"/>
                  <a:pt x="30" y="891"/>
                  <a:pt x="31" y="895"/>
                </a:cubicBezTo>
                <a:cubicBezTo>
                  <a:pt x="34" y="910"/>
                  <a:pt x="37" y="924"/>
                  <a:pt x="41" y="939"/>
                </a:cubicBezTo>
                <a:cubicBezTo>
                  <a:pt x="42" y="943"/>
                  <a:pt x="40" y="948"/>
                  <a:pt x="35" y="949"/>
                </a:cubicBezTo>
                <a:cubicBezTo>
                  <a:pt x="34" y="949"/>
                  <a:pt x="34" y="949"/>
                  <a:pt x="33" y="949"/>
                </a:cubicBezTo>
                <a:close/>
                <a:moveTo>
                  <a:pt x="1477" y="903"/>
                </a:moveTo>
                <a:cubicBezTo>
                  <a:pt x="1477" y="903"/>
                  <a:pt x="1476" y="903"/>
                  <a:pt x="1476" y="903"/>
                </a:cubicBezTo>
                <a:cubicBezTo>
                  <a:pt x="1473" y="903"/>
                  <a:pt x="1471" y="901"/>
                  <a:pt x="1470" y="900"/>
                </a:cubicBezTo>
                <a:cubicBezTo>
                  <a:pt x="1469" y="898"/>
                  <a:pt x="1468" y="895"/>
                  <a:pt x="1469" y="893"/>
                </a:cubicBezTo>
                <a:cubicBezTo>
                  <a:pt x="1472" y="879"/>
                  <a:pt x="1474" y="864"/>
                  <a:pt x="1476" y="849"/>
                </a:cubicBezTo>
                <a:cubicBezTo>
                  <a:pt x="1477" y="845"/>
                  <a:pt x="1481" y="841"/>
                  <a:pt x="1486" y="842"/>
                </a:cubicBezTo>
                <a:cubicBezTo>
                  <a:pt x="1488" y="842"/>
                  <a:pt x="1490" y="843"/>
                  <a:pt x="1491" y="845"/>
                </a:cubicBezTo>
                <a:cubicBezTo>
                  <a:pt x="1493" y="847"/>
                  <a:pt x="1493" y="849"/>
                  <a:pt x="1493" y="851"/>
                </a:cubicBezTo>
                <a:cubicBezTo>
                  <a:pt x="1491" y="866"/>
                  <a:pt x="1488" y="882"/>
                  <a:pt x="1486" y="897"/>
                </a:cubicBezTo>
                <a:cubicBezTo>
                  <a:pt x="1485" y="897"/>
                  <a:pt x="1485" y="897"/>
                  <a:pt x="1485" y="897"/>
                </a:cubicBezTo>
                <a:cubicBezTo>
                  <a:pt x="1485" y="901"/>
                  <a:pt x="1481" y="903"/>
                  <a:pt x="1477" y="903"/>
                </a:cubicBezTo>
                <a:close/>
                <a:moveTo>
                  <a:pt x="15" y="861"/>
                </a:moveTo>
                <a:cubicBezTo>
                  <a:pt x="11" y="861"/>
                  <a:pt x="7" y="857"/>
                  <a:pt x="7" y="853"/>
                </a:cubicBezTo>
                <a:cubicBezTo>
                  <a:pt x="2" y="819"/>
                  <a:pt x="0" y="784"/>
                  <a:pt x="0" y="750"/>
                </a:cubicBezTo>
                <a:cubicBezTo>
                  <a:pt x="0" y="708"/>
                  <a:pt x="3" y="666"/>
                  <a:pt x="10" y="625"/>
                </a:cubicBezTo>
                <a:cubicBezTo>
                  <a:pt x="11" y="621"/>
                  <a:pt x="15" y="618"/>
                  <a:pt x="20" y="618"/>
                </a:cubicBezTo>
                <a:cubicBezTo>
                  <a:pt x="24" y="619"/>
                  <a:pt x="28" y="624"/>
                  <a:pt x="27" y="628"/>
                </a:cubicBezTo>
                <a:cubicBezTo>
                  <a:pt x="20" y="668"/>
                  <a:pt x="17" y="709"/>
                  <a:pt x="17" y="750"/>
                </a:cubicBezTo>
                <a:cubicBezTo>
                  <a:pt x="17" y="784"/>
                  <a:pt x="19" y="818"/>
                  <a:pt x="24" y="851"/>
                </a:cubicBezTo>
                <a:cubicBezTo>
                  <a:pt x="24" y="856"/>
                  <a:pt x="21" y="860"/>
                  <a:pt x="16" y="861"/>
                </a:cubicBezTo>
                <a:cubicBezTo>
                  <a:pt x="16" y="861"/>
                  <a:pt x="16" y="861"/>
                  <a:pt x="15" y="861"/>
                </a:cubicBezTo>
                <a:close/>
                <a:moveTo>
                  <a:pt x="1489" y="814"/>
                </a:moveTo>
                <a:cubicBezTo>
                  <a:pt x="1489" y="814"/>
                  <a:pt x="1489" y="814"/>
                  <a:pt x="1489" y="814"/>
                </a:cubicBezTo>
                <a:cubicBezTo>
                  <a:pt x="1486" y="814"/>
                  <a:pt x="1484" y="813"/>
                  <a:pt x="1483" y="811"/>
                </a:cubicBezTo>
                <a:cubicBezTo>
                  <a:pt x="1481" y="809"/>
                  <a:pt x="1481" y="807"/>
                  <a:pt x="1481" y="805"/>
                </a:cubicBezTo>
                <a:cubicBezTo>
                  <a:pt x="1481" y="800"/>
                  <a:pt x="1485" y="796"/>
                  <a:pt x="1490" y="797"/>
                </a:cubicBezTo>
                <a:cubicBezTo>
                  <a:pt x="1495" y="797"/>
                  <a:pt x="1498" y="801"/>
                  <a:pt x="1498" y="806"/>
                </a:cubicBezTo>
                <a:cubicBezTo>
                  <a:pt x="1497" y="810"/>
                  <a:pt x="1494" y="814"/>
                  <a:pt x="1489" y="814"/>
                </a:cubicBezTo>
                <a:close/>
                <a:moveTo>
                  <a:pt x="1491" y="725"/>
                </a:moveTo>
                <a:cubicBezTo>
                  <a:pt x="1486" y="725"/>
                  <a:pt x="1482" y="721"/>
                  <a:pt x="1482" y="716"/>
                </a:cubicBezTo>
                <a:cubicBezTo>
                  <a:pt x="1481" y="702"/>
                  <a:pt x="1480" y="687"/>
                  <a:pt x="1479" y="672"/>
                </a:cubicBezTo>
                <a:cubicBezTo>
                  <a:pt x="1479" y="670"/>
                  <a:pt x="1479" y="667"/>
                  <a:pt x="1481" y="666"/>
                </a:cubicBezTo>
                <a:cubicBezTo>
                  <a:pt x="1482" y="664"/>
                  <a:pt x="1484" y="663"/>
                  <a:pt x="1486" y="663"/>
                </a:cubicBezTo>
                <a:cubicBezTo>
                  <a:pt x="1491" y="662"/>
                  <a:pt x="1495" y="665"/>
                  <a:pt x="1496" y="670"/>
                </a:cubicBezTo>
                <a:cubicBezTo>
                  <a:pt x="1497" y="685"/>
                  <a:pt x="1498" y="700"/>
                  <a:pt x="1499" y="716"/>
                </a:cubicBezTo>
                <a:cubicBezTo>
                  <a:pt x="1499" y="720"/>
                  <a:pt x="1496" y="724"/>
                  <a:pt x="1491" y="725"/>
                </a:cubicBezTo>
                <a:cubicBezTo>
                  <a:pt x="1491" y="725"/>
                  <a:pt x="1491" y="725"/>
                  <a:pt x="1491" y="725"/>
                </a:cubicBezTo>
                <a:close/>
                <a:moveTo>
                  <a:pt x="1481" y="635"/>
                </a:moveTo>
                <a:cubicBezTo>
                  <a:pt x="1477" y="635"/>
                  <a:pt x="1473" y="632"/>
                  <a:pt x="1473" y="628"/>
                </a:cubicBezTo>
                <a:cubicBezTo>
                  <a:pt x="1472" y="625"/>
                  <a:pt x="1473" y="623"/>
                  <a:pt x="1474" y="621"/>
                </a:cubicBezTo>
                <a:cubicBezTo>
                  <a:pt x="1475" y="619"/>
                  <a:pt x="1477" y="618"/>
                  <a:pt x="1480" y="618"/>
                </a:cubicBezTo>
                <a:cubicBezTo>
                  <a:pt x="1484" y="617"/>
                  <a:pt x="1489" y="620"/>
                  <a:pt x="1489" y="625"/>
                </a:cubicBezTo>
                <a:cubicBezTo>
                  <a:pt x="1490" y="627"/>
                  <a:pt x="1489" y="629"/>
                  <a:pt x="1488" y="631"/>
                </a:cubicBezTo>
                <a:cubicBezTo>
                  <a:pt x="1487" y="633"/>
                  <a:pt x="1485" y="634"/>
                  <a:pt x="1482" y="635"/>
                </a:cubicBezTo>
                <a:cubicBezTo>
                  <a:pt x="1482" y="635"/>
                  <a:pt x="1482" y="635"/>
                  <a:pt x="1481" y="635"/>
                </a:cubicBezTo>
                <a:close/>
                <a:moveTo>
                  <a:pt x="27" y="591"/>
                </a:moveTo>
                <a:cubicBezTo>
                  <a:pt x="27" y="591"/>
                  <a:pt x="27" y="591"/>
                  <a:pt x="27" y="591"/>
                </a:cubicBezTo>
                <a:cubicBezTo>
                  <a:pt x="27" y="591"/>
                  <a:pt x="27" y="591"/>
                  <a:pt x="27" y="591"/>
                </a:cubicBezTo>
                <a:cubicBezTo>
                  <a:pt x="27" y="591"/>
                  <a:pt x="26" y="591"/>
                  <a:pt x="25" y="591"/>
                </a:cubicBezTo>
                <a:cubicBezTo>
                  <a:pt x="21" y="590"/>
                  <a:pt x="18" y="585"/>
                  <a:pt x="19" y="580"/>
                </a:cubicBezTo>
                <a:cubicBezTo>
                  <a:pt x="20" y="576"/>
                  <a:pt x="25" y="573"/>
                  <a:pt x="29" y="574"/>
                </a:cubicBezTo>
                <a:cubicBezTo>
                  <a:pt x="34" y="575"/>
                  <a:pt x="37" y="580"/>
                  <a:pt x="35" y="584"/>
                </a:cubicBezTo>
                <a:cubicBezTo>
                  <a:pt x="35" y="588"/>
                  <a:pt x="31" y="591"/>
                  <a:pt x="27" y="591"/>
                </a:cubicBezTo>
                <a:close/>
                <a:moveTo>
                  <a:pt x="1472" y="590"/>
                </a:moveTo>
                <a:cubicBezTo>
                  <a:pt x="1468" y="590"/>
                  <a:pt x="1465" y="588"/>
                  <a:pt x="1464" y="584"/>
                </a:cubicBezTo>
                <a:cubicBezTo>
                  <a:pt x="1453" y="535"/>
                  <a:pt x="1436" y="488"/>
                  <a:pt x="1416" y="443"/>
                </a:cubicBezTo>
                <a:cubicBezTo>
                  <a:pt x="1405" y="420"/>
                  <a:pt x="1394" y="398"/>
                  <a:pt x="1381" y="377"/>
                </a:cubicBezTo>
                <a:cubicBezTo>
                  <a:pt x="1379" y="373"/>
                  <a:pt x="1380" y="368"/>
                  <a:pt x="1384" y="365"/>
                </a:cubicBezTo>
                <a:cubicBezTo>
                  <a:pt x="1388" y="363"/>
                  <a:pt x="1393" y="364"/>
                  <a:pt x="1396" y="368"/>
                </a:cubicBezTo>
                <a:cubicBezTo>
                  <a:pt x="1408" y="390"/>
                  <a:pt x="1420" y="413"/>
                  <a:pt x="1431" y="436"/>
                </a:cubicBezTo>
                <a:cubicBezTo>
                  <a:pt x="1452" y="481"/>
                  <a:pt x="1469" y="530"/>
                  <a:pt x="1480" y="579"/>
                </a:cubicBezTo>
                <a:cubicBezTo>
                  <a:pt x="1480" y="580"/>
                  <a:pt x="1480" y="580"/>
                  <a:pt x="1480" y="580"/>
                </a:cubicBezTo>
                <a:cubicBezTo>
                  <a:pt x="1481" y="584"/>
                  <a:pt x="1479" y="589"/>
                  <a:pt x="1474" y="590"/>
                </a:cubicBezTo>
                <a:cubicBezTo>
                  <a:pt x="1473" y="590"/>
                  <a:pt x="1473" y="590"/>
                  <a:pt x="1472" y="590"/>
                </a:cubicBezTo>
                <a:close/>
                <a:moveTo>
                  <a:pt x="39" y="547"/>
                </a:moveTo>
                <a:cubicBezTo>
                  <a:pt x="38" y="547"/>
                  <a:pt x="37" y="547"/>
                  <a:pt x="36" y="547"/>
                </a:cubicBezTo>
                <a:cubicBezTo>
                  <a:pt x="34" y="546"/>
                  <a:pt x="32" y="545"/>
                  <a:pt x="31" y="543"/>
                </a:cubicBezTo>
                <a:cubicBezTo>
                  <a:pt x="30" y="541"/>
                  <a:pt x="30" y="538"/>
                  <a:pt x="31" y="536"/>
                </a:cubicBezTo>
                <a:cubicBezTo>
                  <a:pt x="35" y="522"/>
                  <a:pt x="40" y="507"/>
                  <a:pt x="45" y="493"/>
                </a:cubicBezTo>
                <a:cubicBezTo>
                  <a:pt x="47" y="488"/>
                  <a:pt x="52" y="486"/>
                  <a:pt x="56" y="488"/>
                </a:cubicBezTo>
                <a:cubicBezTo>
                  <a:pt x="60" y="489"/>
                  <a:pt x="63" y="494"/>
                  <a:pt x="61" y="499"/>
                </a:cubicBezTo>
                <a:cubicBezTo>
                  <a:pt x="56" y="513"/>
                  <a:pt x="51" y="527"/>
                  <a:pt x="47" y="541"/>
                </a:cubicBezTo>
                <a:cubicBezTo>
                  <a:pt x="46" y="545"/>
                  <a:pt x="42" y="547"/>
                  <a:pt x="39" y="547"/>
                </a:cubicBezTo>
                <a:close/>
                <a:moveTo>
                  <a:pt x="70" y="462"/>
                </a:moveTo>
                <a:cubicBezTo>
                  <a:pt x="69" y="462"/>
                  <a:pt x="67" y="462"/>
                  <a:pt x="66" y="461"/>
                </a:cubicBezTo>
                <a:cubicBezTo>
                  <a:pt x="64" y="461"/>
                  <a:pt x="63" y="459"/>
                  <a:pt x="62" y="457"/>
                </a:cubicBezTo>
                <a:cubicBezTo>
                  <a:pt x="61" y="455"/>
                  <a:pt x="61" y="452"/>
                  <a:pt x="62" y="450"/>
                </a:cubicBezTo>
                <a:cubicBezTo>
                  <a:pt x="93" y="380"/>
                  <a:pt x="134" y="316"/>
                  <a:pt x="184" y="258"/>
                </a:cubicBezTo>
                <a:cubicBezTo>
                  <a:pt x="184" y="258"/>
                  <a:pt x="184" y="258"/>
                  <a:pt x="184" y="258"/>
                </a:cubicBezTo>
                <a:cubicBezTo>
                  <a:pt x="187" y="254"/>
                  <a:pt x="193" y="254"/>
                  <a:pt x="196" y="257"/>
                </a:cubicBezTo>
                <a:cubicBezTo>
                  <a:pt x="199" y="260"/>
                  <a:pt x="200" y="265"/>
                  <a:pt x="197" y="269"/>
                </a:cubicBezTo>
                <a:cubicBezTo>
                  <a:pt x="147" y="325"/>
                  <a:pt x="107" y="389"/>
                  <a:pt x="78" y="457"/>
                </a:cubicBezTo>
                <a:cubicBezTo>
                  <a:pt x="76" y="460"/>
                  <a:pt x="73" y="462"/>
                  <a:pt x="70" y="462"/>
                </a:cubicBezTo>
                <a:close/>
                <a:moveTo>
                  <a:pt x="1364" y="343"/>
                </a:moveTo>
                <a:cubicBezTo>
                  <a:pt x="1364" y="343"/>
                  <a:pt x="1364" y="343"/>
                  <a:pt x="1364" y="343"/>
                </a:cubicBezTo>
                <a:cubicBezTo>
                  <a:pt x="1361" y="343"/>
                  <a:pt x="1359" y="341"/>
                  <a:pt x="1357" y="339"/>
                </a:cubicBezTo>
                <a:cubicBezTo>
                  <a:pt x="1349" y="327"/>
                  <a:pt x="1340" y="315"/>
                  <a:pt x="1331" y="303"/>
                </a:cubicBezTo>
                <a:cubicBezTo>
                  <a:pt x="1328" y="299"/>
                  <a:pt x="1329" y="294"/>
                  <a:pt x="1332" y="291"/>
                </a:cubicBezTo>
                <a:cubicBezTo>
                  <a:pt x="1336" y="288"/>
                  <a:pt x="1341" y="289"/>
                  <a:pt x="1344" y="293"/>
                </a:cubicBezTo>
                <a:cubicBezTo>
                  <a:pt x="1353" y="304"/>
                  <a:pt x="1362" y="317"/>
                  <a:pt x="1371" y="330"/>
                </a:cubicBezTo>
                <a:cubicBezTo>
                  <a:pt x="1371" y="330"/>
                  <a:pt x="1371" y="330"/>
                  <a:pt x="1371" y="330"/>
                </a:cubicBezTo>
                <a:cubicBezTo>
                  <a:pt x="1372" y="332"/>
                  <a:pt x="1373" y="334"/>
                  <a:pt x="1372" y="336"/>
                </a:cubicBezTo>
                <a:cubicBezTo>
                  <a:pt x="1372" y="338"/>
                  <a:pt x="1371" y="340"/>
                  <a:pt x="1369" y="341"/>
                </a:cubicBezTo>
                <a:cubicBezTo>
                  <a:pt x="1367" y="342"/>
                  <a:pt x="1366" y="343"/>
                  <a:pt x="1364" y="343"/>
                </a:cubicBezTo>
                <a:close/>
                <a:moveTo>
                  <a:pt x="1309" y="271"/>
                </a:moveTo>
                <a:cubicBezTo>
                  <a:pt x="1306" y="271"/>
                  <a:pt x="1304" y="270"/>
                  <a:pt x="1302" y="268"/>
                </a:cubicBezTo>
                <a:cubicBezTo>
                  <a:pt x="1301" y="267"/>
                  <a:pt x="1300" y="264"/>
                  <a:pt x="1300" y="262"/>
                </a:cubicBezTo>
                <a:cubicBezTo>
                  <a:pt x="1300" y="260"/>
                  <a:pt x="1301" y="258"/>
                  <a:pt x="1303" y="256"/>
                </a:cubicBezTo>
                <a:cubicBezTo>
                  <a:pt x="1307" y="253"/>
                  <a:pt x="1312" y="254"/>
                  <a:pt x="1315" y="257"/>
                </a:cubicBezTo>
                <a:cubicBezTo>
                  <a:pt x="1315" y="257"/>
                  <a:pt x="1315" y="257"/>
                  <a:pt x="1315" y="257"/>
                </a:cubicBezTo>
                <a:cubicBezTo>
                  <a:pt x="1318" y="261"/>
                  <a:pt x="1318" y="266"/>
                  <a:pt x="1314" y="269"/>
                </a:cubicBezTo>
                <a:cubicBezTo>
                  <a:pt x="1313" y="270"/>
                  <a:pt x="1311" y="271"/>
                  <a:pt x="1309" y="271"/>
                </a:cubicBezTo>
                <a:close/>
                <a:moveTo>
                  <a:pt x="221" y="238"/>
                </a:moveTo>
                <a:cubicBezTo>
                  <a:pt x="219" y="238"/>
                  <a:pt x="217" y="238"/>
                  <a:pt x="215" y="236"/>
                </a:cubicBezTo>
                <a:cubicBezTo>
                  <a:pt x="212" y="233"/>
                  <a:pt x="212" y="227"/>
                  <a:pt x="215" y="224"/>
                </a:cubicBezTo>
                <a:cubicBezTo>
                  <a:pt x="218" y="221"/>
                  <a:pt x="224" y="221"/>
                  <a:pt x="227" y="224"/>
                </a:cubicBezTo>
                <a:cubicBezTo>
                  <a:pt x="230" y="227"/>
                  <a:pt x="230" y="233"/>
                  <a:pt x="227" y="236"/>
                </a:cubicBezTo>
                <a:cubicBezTo>
                  <a:pt x="226" y="238"/>
                  <a:pt x="223" y="238"/>
                  <a:pt x="221" y="238"/>
                </a:cubicBezTo>
                <a:close/>
                <a:moveTo>
                  <a:pt x="1278" y="238"/>
                </a:moveTo>
                <a:cubicBezTo>
                  <a:pt x="1276" y="238"/>
                  <a:pt x="1274" y="237"/>
                  <a:pt x="1272" y="236"/>
                </a:cubicBezTo>
                <a:cubicBezTo>
                  <a:pt x="1265" y="228"/>
                  <a:pt x="1257" y="221"/>
                  <a:pt x="1250" y="214"/>
                </a:cubicBezTo>
                <a:cubicBezTo>
                  <a:pt x="1203" y="170"/>
                  <a:pt x="1150" y="133"/>
                  <a:pt x="1093" y="102"/>
                </a:cubicBezTo>
                <a:cubicBezTo>
                  <a:pt x="1091" y="101"/>
                  <a:pt x="1090" y="99"/>
                  <a:pt x="1089" y="97"/>
                </a:cubicBezTo>
                <a:cubicBezTo>
                  <a:pt x="1089" y="95"/>
                  <a:pt x="1089" y="93"/>
                  <a:pt x="1090" y="91"/>
                </a:cubicBezTo>
                <a:cubicBezTo>
                  <a:pt x="1092" y="87"/>
                  <a:pt x="1097" y="85"/>
                  <a:pt x="1101" y="87"/>
                </a:cubicBezTo>
                <a:cubicBezTo>
                  <a:pt x="1160" y="118"/>
                  <a:pt x="1214" y="157"/>
                  <a:pt x="1262" y="202"/>
                </a:cubicBezTo>
                <a:cubicBezTo>
                  <a:pt x="1269" y="209"/>
                  <a:pt x="1277" y="216"/>
                  <a:pt x="1284" y="224"/>
                </a:cubicBezTo>
                <a:cubicBezTo>
                  <a:pt x="1287" y="227"/>
                  <a:pt x="1287" y="232"/>
                  <a:pt x="1284" y="236"/>
                </a:cubicBezTo>
                <a:cubicBezTo>
                  <a:pt x="1282" y="237"/>
                  <a:pt x="1280" y="238"/>
                  <a:pt x="1278" y="238"/>
                </a:cubicBezTo>
                <a:close/>
                <a:moveTo>
                  <a:pt x="254" y="207"/>
                </a:moveTo>
                <a:cubicBezTo>
                  <a:pt x="251" y="207"/>
                  <a:pt x="249" y="206"/>
                  <a:pt x="247" y="204"/>
                </a:cubicBezTo>
                <a:cubicBezTo>
                  <a:pt x="246" y="203"/>
                  <a:pt x="245" y="201"/>
                  <a:pt x="245" y="198"/>
                </a:cubicBezTo>
                <a:cubicBezTo>
                  <a:pt x="245" y="196"/>
                  <a:pt x="246" y="194"/>
                  <a:pt x="248" y="192"/>
                </a:cubicBezTo>
                <a:cubicBezTo>
                  <a:pt x="259" y="182"/>
                  <a:pt x="271" y="172"/>
                  <a:pt x="283" y="163"/>
                </a:cubicBezTo>
                <a:cubicBezTo>
                  <a:pt x="287" y="160"/>
                  <a:pt x="292" y="161"/>
                  <a:pt x="295" y="164"/>
                </a:cubicBezTo>
                <a:cubicBezTo>
                  <a:pt x="298" y="168"/>
                  <a:pt x="297" y="173"/>
                  <a:pt x="294" y="176"/>
                </a:cubicBezTo>
                <a:cubicBezTo>
                  <a:pt x="282" y="185"/>
                  <a:pt x="270" y="195"/>
                  <a:pt x="259" y="205"/>
                </a:cubicBezTo>
                <a:cubicBezTo>
                  <a:pt x="258" y="206"/>
                  <a:pt x="256" y="207"/>
                  <a:pt x="254" y="207"/>
                </a:cubicBezTo>
                <a:close/>
                <a:moveTo>
                  <a:pt x="325" y="151"/>
                </a:moveTo>
                <a:cubicBezTo>
                  <a:pt x="322" y="151"/>
                  <a:pt x="319" y="150"/>
                  <a:pt x="318" y="147"/>
                </a:cubicBezTo>
                <a:cubicBezTo>
                  <a:pt x="316" y="145"/>
                  <a:pt x="316" y="143"/>
                  <a:pt x="316" y="141"/>
                </a:cubicBezTo>
                <a:cubicBezTo>
                  <a:pt x="317" y="139"/>
                  <a:pt x="318" y="137"/>
                  <a:pt x="320" y="135"/>
                </a:cubicBezTo>
                <a:cubicBezTo>
                  <a:pt x="361" y="106"/>
                  <a:pt x="405" y="82"/>
                  <a:pt x="451" y="62"/>
                </a:cubicBezTo>
                <a:cubicBezTo>
                  <a:pt x="475" y="52"/>
                  <a:pt x="499" y="42"/>
                  <a:pt x="524" y="34"/>
                </a:cubicBezTo>
                <a:cubicBezTo>
                  <a:pt x="524" y="34"/>
                  <a:pt x="524" y="34"/>
                  <a:pt x="524" y="34"/>
                </a:cubicBezTo>
                <a:cubicBezTo>
                  <a:pt x="524" y="34"/>
                  <a:pt x="524" y="34"/>
                  <a:pt x="524" y="34"/>
                </a:cubicBezTo>
                <a:cubicBezTo>
                  <a:pt x="529" y="33"/>
                  <a:pt x="533" y="36"/>
                  <a:pt x="535" y="40"/>
                </a:cubicBezTo>
                <a:cubicBezTo>
                  <a:pt x="536" y="44"/>
                  <a:pt x="534" y="49"/>
                  <a:pt x="529" y="51"/>
                </a:cubicBezTo>
                <a:cubicBezTo>
                  <a:pt x="505" y="58"/>
                  <a:pt x="481" y="67"/>
                  <a:pt x="458" y="77"/>
                </a:cubicBezTo>
                <a:cubicBezTo>
                  <a:pt x="413" y="97"/>
                  <a:pt x="370" y="121"/>
                  <a:pt x="329" y="149"/>
                </a:cubicBezTo>
                <a:cubicBezTo>
                  <a:pt x="328" y="150"/>
                  <a:pt x="326" y="151"/>
                  <a:pt x="325" y="151"/>
                </a:cubicBezTo>
                <a:close/>
                <a:moveTo>
                  <a:pt x="1057" y="83"/>
                </a:moveTo>
                <a:cubicBezTo>
                  <a:pt x="1056" y="83"/>
                  <a:pt x="1054" y="83"/>
                  <a:pt x="1053" y="82"/>
                </a:cubicBezTo>
                <a:cubicBezTo>
                  <a:pt x="1040" y="76"/>
                  <a:pt x="1026" y="70"/>
                  <a:pt x="1012" y="65"/>
                </a:cubicBezTo>
                <a:cubicBezTo>
                  <a:pt x="1008" y="64"/>
                  <a:pt x="1005" y="59"/>
                  <a:pt x="1007" y="54"/>
                </a:cubicBezTo>
                <a:cubicBezTo>
                  <a:pt x="1009" y="50"/>
                  <a:pt x="1014" y="48"/>
                  <a:pt x="1018" y="49"/>
                </a:cubicBezTo>
                <a:cubicBezTo>
                  <a:pt x="1032" y="55"/>
                  <a:pt x="1046" y="61"/>
                  <a:pt x="1060" y="67"/>
                </a:cubicBezTo>
                <a:cubicBezTo>
                  <a:pt x="1065" y="69"/>
                  <a:pt x="1066" y="74"/>
                  <a:pt x="1064" y="78"/>
                </a:cubicBezTo>
                <a:cubicBezTo>
                  <a:pt x="1063" y="81"/>
                  <a:pt x="1060" y="83"/>
                  <a:pt x="1057" y="83"/>
                </a:cubicBezTo>
                <a:close/>
                <a:moveTo>
                  <a:pt x="972" y="51"/>
                </a:moveTo>
                <a:cubicBezTo>
                  <a:pt x="971" y="51"/>
                  <a:pt x="971" y="51"/>
                  <a:pt x="970" y="50"/>
                </a:cubicBezTo>
                <a:cubicBezTo>
                  <a:pt x="968" y="50"/>
                  <a:pt x="966" y="48"/>
                  <a:pt x="965" y="46"/>
                </a:cubicBezTo>
                <a:cubicBezTo>
                  <a:pt x="964" y="44"/>
                  <a:pt x="964" y="42"/>
                  <a:pt x="964" y="40"/>
                </a:cubicBezTo>
                <a:cubicBezTo>
                  <a:pt x="966" y="35"/>
                  <a:pt x="970" y="33"/>
                  <a:pt x="975" y="34"/>
                </a:cubicBezTo>
                <a:cubicBezTo>
                  <a:pt x="979" y="36"/>
                  <a:pt x="982" y="40"/>
                  <a:pt x="980" y="45"/>
                </a:cubicBezTo>
                <a:cubicBezTo>
                  <a:pt x="979" y="48"/>
                  <a:pt x="976" y="51"/>
                  <a:pt x="972" y="51"/>
                </a:cubicBezTo>
                <a:close/>
                <a:moveTo>
                  <a:pt x="570" y="39"/>
                </a:moveTo>
                <a:cubicBezTo>
                  <a:pt x="570" y="39"/>
                  <a:pt x="570" y="39"/>
                  <a:pt x="570" y="39"/>
                </a:cubicBezTo>
                <a:cubicBezTo>
                  <a:pt x="566" y="39"/>
                  <a:pt x="563" y="36"/>
                  <a:pt x="562" y="32"/>
                </a:cubicBezTo>
                <a:cubicBezTo>
                  <a:pt x="561" y="28"/>
                  <a:pt x="564" y="23"/>
                  <a:pt x="568" y="22"/>
                </a:cubicBezTo>
                <a:cubicBezTo>
                  <a:pt x="573" y="21"/>
                  <a:pt x="577" y="24"/>
                  <a:pt x="578" y="28"/>
                </a:cubicBezTo>
                <a:cubicBezTo>
                  <a:pt x="579" y="31"/>
                  <a:pt x="579" y="33"/>
                  <a:pt x="577" y="35"/>
                </a:cubicBezTo>
                <a:cubicBezTo>
                  <a:pt x="577" y="36"/>
                  <a:pt x="575" y="37"/>
                  <a:pt x="573" y="38"/>
                </a:cubicBezTo>
                <a:cubicBezTo>
                  <a:pt x="574" y="38"/>
                  <a:pt x="574" y="38"/>
                  <a:pt x="574" y="38"/>
                </a:cubicBezTo>
                <a:cubicBezTo>
                  <a:pt x="572" y="39"/>
                  <a:pt x="572" y="39"/>
                  <a:pt x="572" y="39"/>
                </a:cubicBezTo>
                <a:cubicBezTo>
                  <a:pt x="572" y="39"/>
                  <a:pt x="571" y="39"/>
                  <a:pt x="570" y="39"/>
                </a:cubicBezTo>
                <a:close/>
                <a:moveTo>
                  <a:pt x="929" y="39"/>
                </a:moveTo>
                <a:cubicBezTo>
                  <a:pt x="928" y="39"/>
                  <a:pt x="927" y="39"/>
                  <a:pt x="927" y="38"/>
                </a:cubicBezTo>
                <a:cubicBezTo>
                  <a:pt x="869" y="24"/>
                  <a:pt x="810" y="17"/>
                  <a:pt x="750" y="17"/>
                </a:cubicBezTo>
                <a:cubicBezTo>
                  <a:pt x="744" y="17"/>
                  <a:pt x="738" y="17"/>
                  <a:pt x="733" y="17"/>
                </a:cubicBezTo>
                <a:cubicBezTo>
                  <a:pt x="724" y="17"/>
                  <a:pt x="714" y="18"/>
                  <a:pt x="705" y="18"/>
                </a:cubicBezTo>
                <a:cubicBezTo>
                  <a:pt x="700" y="19"/>
                  <a:pt x="696" y="15"/>
                  <a:pt x="696" y="10"/>
                </a:cubicBezTo>
                <a:cubicBezTo>
                  <a:pt x="695" y="6"/>
                  <a:pt x="699" y="2"/>
                  <a:pt x="704" y="1"/>
                </a:cubicBezTo>
                <a:cubicBezTo>
                  <a:pt x="713" y="1"/>
                  <a:pt x="723" y="0"/>
                  <a:pt x="733" y="0"/>
                </a:cubicBezTo>
                <a:cubicBezTo>
                  <a:pt x="738" y="0"/>
                  <a:pt x="744" y="0"/>
                  <a:pt x="750" y="0"/>
                </a:cubicBezTo>
                <a:cubicBezTo>
                  <a:pt x="811" y="0"/>
                  <a:pt x="872" y="7"/>
                  <a:pt x="931" y="22"/>
                </a:cubicBezTo>
                <a:cubicBezTo>
                  <a:pt x="933" y="23"/>
                  <a:pt x="935" y="24"/>
                  <a:pt x="936" y="26"/>
                </a:cubicBezTo>
                <a:cubicBezTo>
                  <a:pt x="937" y="28"/>
                  <a:pt x="938" y="30"/>
                  <a:pt x="937" y="32"/>
                </a:cubicBezTo>
                <a:cubicBezTo>
                  <a:pt x="936" y="36"/>
                  <a:pt x="933" y="39"/>
                  <a:pt x="929" y="39"/>
                </a:cubicBezTo>
                <a:close/>
                <a:moveTo>
                  <a:pt x="614" y="29"/>
                </a:moveTo>
                <a:cubicBezTo>
                  <a:pt x="610" y="29"/>
                  <a:pt x="607" y="26"/>
                  <a:pt x="606" y="22"/>
                </a:cubicBezTo>
                <a:cubicBezTo>
                  <a:pt x="605" y="18"/>
                  <a:pt x="608" y="13"/>
                  <a:pt x="613" y="12"/>
                </a:cubicBezTo>
                <a:cubicBezTo>
                  <a:pt x="628" y="10"/>
                  <a:pt x="643" y="7"/>
                  <a:pt x="658" y="6"/>
                </a:cubicBezTo>
                <a:cubicBezTo>
                  <a:pt x="658" y="6"/>
                  <a:pt x="658" y="6"/>
                  <a:pt x="658" y="6"/>
                </a:cubicBezTo>
                <a:cubicBezTo>
                  <a:pt x="663" y="5"/>
                  <a:pt x="667" y="8"/>
                  <a:pt x="668" y="13"/>
                </a:cubicBezTo>
                <a:cubicBezTo>
                  <a:pt x="668" y="18"/>
                  <a:pt x="665" y="22"/>
                  <a:pt x="660" y="22"/>
                </a:cubicBezTo>
                <a:cubicBezTo>
                  <a:pt x="645" y="24"/>
                  <a:pt x="631" y="26"/>
                  <a:pt x="616" y="29"/>
                </a:cubicBezTo>
                <a:cubicBezTo>
                  <a:pt x="615" y="29"/>
                  <a:pt x="615" y="29"/>
                  <a:pt x="614" y="29"/>
                </a:cubicBezTo>
                <a:close/>
              </a:path>
            </a:pathLst>
          </a:custGeom>
          <a:solidFill>
            <a:srgbClr val="377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E4C03-9CBD-45A3-B625-9F6B0A065CBF}"/>
              </a:ext>
            </a:extLst>
          </p:cNvPr>
          <p:cNvSpPr txBox="1"/>
          <p:nvPr/>
        </p:nvSpPr>
        <p:spPr>
          <a:xfrm>
            <a:off x="2332388" y="2963549"/>
            <a:ext cx="7527225" cy="1861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28554">
              <a:defRPr/>
            </a:pPr>
            <a:r>
              <a:rPr lang="en-US" sz="5749" b="1" dirty="0">
                <a:solidFill>
                  <a:srgbClr val="FFFFFF"/>
                </a:solidFill>
                <a:effectLst>
                  <a:outerShdw blurRad="292100" sx="102000" sy="102000" algn="ctr" rotWithShape="0">
                    <a:srgbClr val="377DFF">
                      <a:lumMod val="75000"/>
                      <a:alpha val="60000"/>
                    </a:srgbClr>
                  </a:outerShdw>
                </a:effectLst>
                <a:latin typeface="Century Gothic"/>
              </a:rPr>
              <a:t>AI-Based Photo Restoration</a:t>
            </a: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7E4407C2-9513-4614-894C-808C0D6D6C9E}"/>
              </a:ext>
            </a:extLst>
          </p:cNvPr>
          <p:cNvSpPr/>
          <p:nvPr/>
        </p:nvSpPr>
        <p:spPr>
          <a:xfrm rot="3613037">
            <a:off x="770694" y="3730566"/>
            <a:ext cx="606382" cy="5125746"/>
          </a:xfrm>
          <a:prstGeom prst="triangle">
            <a:avLst>
              <a:gd name="adj" fmla="val 60195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80B1060E-861E-498F-83DD-2903921641C5}"/>
              </a:ext>
            </a:extLst>
          </p:cNvPr>
          <p:cNvSpPr/>
          <p:nvPr/>
        </p:nvSpPr>
        <p:spPr>
          <a:xfrm rot="4497915">
            <a:off x="-1653932" y="2994437"/>
            <a:ext cx="606382" cy="5125746"/>
          </a:xfrm>
          <a:prstGeom prst="triangle">
            <a:avLst>
              <a:gd name="adj" fmla="val 60195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FF4AB709-683B-49A1-A6F1-117F4D90DFB7}"/>
              </a:ext>
            </a:extLst>
          </p:cNvPr>
          <p:cNvSpPr/>
          <p:nvPr/>
        </p:nvSpPr>
        <p:spPr>
          <a:xfrm rot="5400000">
            <a:off x="-788485" y="800813"/>
            <a:ext cx="606382" cy="5125746"/>
          </a:xfrm>
          <a:prstGeom prst="triangle">
            <a:avLst>
              <a:gd name="adj" fmla="val 60195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3A9505B9-AE83-4654-B47F-261296BA1FAD}"/>
              </a:ext>
            </a:extLst>
          </p:cNvPr>
          <p:cNvSpPr/>
          <p:nvPr/>
        </p:nvSpPr>
        <p:spPr>
          <a:xfrm rot="6321745">
            <a:off x="215255" y="-671166"/>
            <a:ext cx="606382" cy="5125746"/>
          </a:xfrm>
          <a:prstGeom prst="triangle">
            <a:avLst>
              <a:gd name="adj" fmla="val 60195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57E8BEB9-A8E9-4925-A538-C003A58206BE}"/>
              </a:ext>
            </a:extLst>
          </p:cNvPr>
          <p:cNvSpPr/>
          <p:nvPr/>
        </p:nvSpPr>
        <p:spPr>
          <a:xfrm rot="7230427">
            <a:off x="-253387" y="-2512865"/>
            <a:ext cx="606382" cy="5125746"/>
          </a:xfrm>
          <a:prstGeom prst="triangle">
            <a:avLst>
              <a:gd name="adj" fmla="val 60195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42E0EAEF-7FB3-4CD2-87AD-CF309505A30A}"/>
              </a:ext>
            </a:extLst>
          </p:cNvPr>
          <p:cNvSpPr/>
          <p:nvPr/>
        </p:nvSpPr>
        <p:spPr>
          <a:xfrm rot="8862247">
            <a:off x="3598171" y="-2209774"/>
            <a:ext cx="606382" cy="3911242"/>
          </a:xfrm>
          <a:prstGeom prst="triangle">
            <a:avLst>
              <a:gd name="adj" fmla="val 60195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3B9CA2FE-2528-4CB8-9511-BCA156E80144}"/>
              </a:ext>
            </a:extLst>
          </p:cNvPr>
          <p:cNvSpPr/>
          <p:nvPr/>
        </p:nvSpPr>
        <p:spPr>
          <a:xfrm rot="1866752">
            <a:off x="3663983" y="5367812"/>
            <a:ext cx="606382" cy="3335176"/>
          </a:xfrm>
          <a:prstGeom prst="triangle">
            <a:avLst>
              <a:gd name="adj" fmla="val 60195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63ADF9FF-EAAB-43BC-91AF-C1ADFDFB5E5A}"/>
              </a:ext>
            </a:extLst>
          </p:cNvPr>
          <p:cNvSpPr/>
          <p:nvPr/>
        </p:nvSpPr>
        <p:spPr>
          <a:xfrm>
            <a:off x="5654180" y="6175299"/>
            <a:ext cx="606382" cy="3335176"/>
          </a:xfrm>
          <a:prstGeom prst="triangle">
            <a:avLst>
              <a:gd name="adj" fmla="val 60195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CC29BC6A-75F6-416D-860A-B0FCF43B6EB5}"/>
              </a:ext>
            </a:extLst>
          </p:cNvPr>
          <p:cNvSpPr/>
          <p:nvPr/>
        </p:nvSpPr>
        <p:spPr>
          <a:xfrm rot="12401311">
            <a:off x="7963788" y="-2814372"/>
            <a:ext cx="606382" cy="3911242"/>
          </a:xfrm>
          <a:prstGeom prst="triangle">
            <a:avLst>
              <a:gd name="adj" fmla="val 60195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71F62105-EC06-4648-8355-EF04ECA26B0E}"/>
              </a:ext>
            </a:extLst>
          </p:cNvPr>
          <p:cNvSpPr/>
          <p:nvPr/>
        </p:nvSpPr>
        <p:spPr>
          <a:xfrm rot="14353407">
            <a:off x="10497492" y="-1844998"/>
            <a:ext cx="606382" cy="5160283"/>
          </a:xfrm>
          <a:prstGeom prst="triangle">
            <a:avLst>
              <a:gd name="adj" fmla="val 60195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720B2EAE-8B7E-4A3A-BB4D-0175D358DFC0}"/>
              </a:ext>
            </a:extLst>
          </p:cNvPr>
          <p:cNvSpPr/>
          <p:nvPr/>
        </p:nvSpPr>
        <p:spPr>
          <a:xfrm rot="15113362">
            <a:off x="13150608" y="-1454229"/>
            <a:ext cx="606382" cy="5160283"/>
          </a:xfrm>
          <a:prstGeom prst="triangle">
            <a:avLst>
              <a:gd name="adj" fmla="val 60195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8C12672C-D99B-4D74-81FC-0FDA26FC3B96}"/>
              </a:ext>
            </a:extLst>
          </p:cNvPr>
          <p:cNvSpPr/>
          <p:nvPr/>
        </p:nvSpPr>
        <p:spPr>
          <a:xfrm rot="16200000" flipH="1">
            <a:off x="11931453" y="800813"/>
            <a:ext cx="606382" cy="5125746"/>
          </a:xfrm>
          <a:prstGeom prst="triangle">
            <a:avLst>
              <a:gd name="adj" fmla="val 60195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2DE42DCB-F547-4D84-B75B-53B851BA26A5}"/>
              </a:ext>
            </a:extLst>
          </p:cNvPr>
          <p:cNvSpPr/>
          <p:nvPr/>
        </p:nvSpPr>
        <p:spPr>
          <a:xfrm rot="17866094">
            <a:off x="10148109" y="3355985"/>
            <a:ext cx="606382" cy="5160283"/>
          </a:xfrm>
          <a:prstGeom prst="triangle">
            <a:avLst>
              <a:gd name="adj" fmla="val 60195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233520CE-3750-4A69-A2C3-40D21431FF28}"/>
              </a:ext>
            </a:extLst>
          </p:cNvPr>
          <p:cNvSpPr/>
          <p:nvPr/>
        </p:nvSpPr>
        <p:spPr>
          <a:xfrm rot="19685964">
            <a:off x="8182698" y="4985665"/>
            <a:ext cx="606382" cy="5160283"/>
          </a:xfrm>
          <a:prstGeom prst="triangle">
            <a:avLst>
              <a:gd name="adj" fmla="val 60195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927D4255-F4EA-48D3-A2DD-545CD94A5077}"/>
              </a:ext>
            </a:extLst>
          </p:cNvPr>
          <p:cNvSpPr/>
          <p:nvPr/>
        </p:nvSpPr>
        <p:spPr>
          <a:xfrm rot="17409105">
            <a:off x="13092535" y="3228240"/>
            <a:ext cx="606382" cy="5160283"/>
          </a:xfrm>
          <a:prstGeom prst="triangle">
            <a:avLst>
              <a:gd name="adj" fmla="val 60195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5A56C08A-8FE1-4C2D-90B1-ED14380150CD}"/>
              </a:ext>
            </a:extLst>
          </p:cNvPr>
          <p:cNvSpPr/>
          <p:nvPr/>
        </p:nvSpPr>
        <p:spPr>
          <a:xfrm rot="18581234">
            <a:off x="11187971" y="5455798"/>
            <a:ext cx="606382" cy="5160283"/>
          </a:xfrm>
          <a:prstGeom prst="triangle">
            <a:avLst>
              <a:gd name="adj" fmla="val 60195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65CA3EAC-1532-44A0-BBC1-8ED4885AE1ED}"/>
              </a:ext>
            </a:extLst>
          </p:cNvPr>
          <p:cNvSpPr/>
          <p:nvPr/>
        </p:nvSpPr>
        <p:spPr>
          <a:xfrm rot="2676964">
            <a:off x="1672468" y="5926305"/>
            <a:ext cx="606382" cy="3335176"/>
          </a:xfrm>
          <a:prstGeom prst="triangle">
            <a:avLst>
              <a:gd name="adj" fmla="val 60195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583D539-87E7-4A13-934F-A2E55E09649F}"/>
              </a:ext>
            </a:extLst>
          </p:cNvPr>
          <p:cNvSpPr/>
          <p:nvPr/>
        </p:nvSpPr>
        <p:spPr>
          <a:xfrm>
            <a:off x="5466409" y="2515358"/>
            <a:ext cx="1259183" cy="34767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 b="1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6232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6947E-6 1.66667E-6 L 0.07578 -0.07801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89" y="-390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42" presetClass="path" presetSubtype="0" repeatCount="indefinite" accel="50000" decel="50000" autoRev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17407E-6 2.59259E-6 L 0.06985 -0.11783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89" y="-589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5764E-6 4.07407E-6 L 0.04648 -0.12408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24" y="-6204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2" presetClass="path" presetSubtype="0" repeatCount="indefinite" accel="50000" decel="50000" autoRev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74587E-6 -4.25926E-6 L 0.0013 -0.07164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-3588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459E-6 -7.40741E-7 L -0.01614 -0.04641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-2326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repeatCount="indefinite" accel="50000" decel="50000" autoRev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5.05143E-7 7.40741E-7 L -0.09074 -0.14352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37" y="-7176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84963E-6 5E-6 L -0.02826 -0.02465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13" y="-1238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2" presetClass="path" presetSubtype="0" repeatCount="indefinite" accel="50000" decel="50000" autoRev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1.62739E-7 -7.40741E-7 L -0.13377 -0.08843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92" y="-4421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8327E-6 -3.51852E-6 L -0.08157 0.00475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81" y="231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2" presetClass="path" presetSubtype="0" repeatCount="indefinite" accel="50000" decel="50000" autoRev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2.14816E-6 -3.7037E-7 L -0.10656 0.06377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31" y="3183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4574E-6 4.07407E-6 L 0.03528 -0.0375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64" y="-1875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42" presetClass="path" presetSubtype="0" repeatCount="indefinite" accel="50000" decel="50000" autoRev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28603E-6 1.48148E-6 L -0.01699 0.05463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3" y="2731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5311E-7 2.77778E-6 L 0.01966 0.06065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3" y="3032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repeatCount="indefinite" accel="50000" decel="50000" autoRev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1.02851E-6 4.07407E-6 L 0.05299 0.0478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49" y="2384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14E-6 -1.85185E-7 L 0.09107 0.04549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50" y="2269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repeatCount="indefinite" accel="50000" decel="50000" autoRev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467E-6 -3.51852E-6 L 0.07395 0.00961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97" y="47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86551E-6 -9.25926E-7 L 0.11196 -0.04653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98" y="-2326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9" presetClass="entr" presetSubtype="0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9" presetClass="entr" presetSubtype="0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49" presetClass="entr" presetSubtype="0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8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7" dur="1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8" presetID="8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99" dur="1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0" presetID="8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1" dur="1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2" presetID="8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3" dur="1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4" presetID="8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5" dur="1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6" presetID="8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7" dur="1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8" presetID="8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9" dur="1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0" presetID="8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11" dur="1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2" presetID="8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3" dur="1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4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4" grpId="0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3A9603B5-405C-43AD-9633-B6419E6501A1}"/>
              </a:ext>
            </a:extLst>
          </p:cNvPr>
          <p:cNvCxnSpPr>
            <a:cxnSpLocks/>
          </p:cNvCxnSpPr>
          <p:nvPr/>
        </p:nvCxnSpPr>
        <p:spPr>
          <a:xfrm>
            <a:off x="7837399" y="3149520"/>
            <a:ext cx="0" cy="2482882"/>
          </a:xfrm>
          <a:prstGeom prst="line">
            <a:avLst/>
          </a:prstGeom>
          <a:ln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B7499F24-31A9-4EF0-A124-704E29101A44}"/>
              </a:ext>
            </a:extLst>
          </p:cNvPr>
          <p:cNvSpPr txBox="1"/>
          <p:nvPr/>
        </p:nvSpPr>
        <p:spPr>
          <a:xfrm>
            <a:off x="6600502" y="4786127"/>
            <a:ext cx="11630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228554">
              <a:defRPr/>
            </a:pPr>
            <a:endParaRPr lang="en-US" sz="1600" b="1" dirty="0">
              <a:solidFill>
                <a:srgbClr val="FFFFFF"/>
              </a:solidFill>
              <a:latin typeface="Century Gothic"/>
            </a:endParaRPr>
          </a:p>
          <a:p>
            <a:pPr algn="r" defTabSz="228554">
              <a:defRPr/>
            </a:pPr>
            <a:r>
              <a:rPr lang="en-US" sz="900" dirty="0">
                <a:solidFill>
                  <a:srgbClr val="FFFFFF"/>
                </a:solidFill>
                <a:latin typeface="Calibri"/>
              </a:rPr>
              <a:t> </a:t>
            </a:r>
          </a:p>
        </p:txBody>
      </p: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25B1AEC0-8AF3-40CC-86BC-70077B927F87}"/>
              </a:ext>
            </a:extLst>
          </p:cNvPr>
          <p:cNvCxnSpPr>
            <a:cxnSpLocks/>
          </p:cNvCxnSpPr>
          <p:nvPr/>
        </p:nvCxnSpPr>
        <p:spPr>
          <a:xfrm flipV="1">
            <a:off x="9507156" y="1513693"/>
            <a:ext cx="0" cy="2482882"/>
          </a:xfrm>
          <a:prstGeom prst="line">
            <a:avLst/>
          </a:prstGeom>
          <a:ln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70DC0BFC-4E74-4C31-B4DF-7E8A47727348}"/>
              </a:ext>
            </a:extLst>
          </p:cNvPr>
          <p:cNvSpPr txBox="1"/>
          <p:nvPr/>
        </p:nvSpPr>
        <p:spPr>
          <a:xfrm>
            <a:off x="8013290" y="1395845"/>
            <a:ext cx="14200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228554">
              <a:defRPr/>
            </a:pPr>
            <a:r>
              <a:rPr lang="en-US" sz="1600" b="1" dirty="0">
                <a:solidFill>
                  <a:srgbClr val="FFFFFF"/>
                </a:solidFill>
                <a:latin typeface="Century Gothic"/>
              </a:rPr>
              <a:t>Conclusion</a:t>
            </a:r>
            <a:r>
              <a:rPr lang="en-US" sz="900" dirty="0">
                <a:solidFill>
                  <a:srgbClr val="FFFFFF"/>
                </a:solidFill>
                <a:latin typeface="Calibri"/>
              </a:rPr>
              <a:t> </a:t>
            </a:r>
          </a:p>
        </p:txBody>
      </p: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98D94355-7EFF-419A-92B1-31A77919B2CB}"/>
              </a:ext>
            </a:extLst>
          </p:cNvPr>
          <p:cNvCxnSpPr>
            <a:cxnSpLocks/>
          </p:cNvCxnSpPr>
          <p:nvPr/>
        </p:nvCxnSpPr>
        <p:spPr>
          <a:xfrm>
            <a:off x="4418253" y="3149520"/>
            <a:ext cx="0" cy="2482882"/>
          </a:xfrm>
          <a:prstGeom prst="line">
            <a:avLst/>
          </a:prstGeom>
          <a:ln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1B0D3C40-A588-497D-BDE0-2D2882FB9E6E}"/>
              </a:ext>
            </a:extLst>
          </p:cNvPr>
          <p:cNvSpPr txBox="1"/>
          <p:nvPr/>
        </p:nvSpPr>
        <p:spPr>
          <a:xfrm>
            <a:off x="2748496" y="4786127"/>
            <a:ext cx="15959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228554">
              <a:defRPr/>
            </a:pPr>
            <a:r>
              <a:rPr lang="en-US" sz="1600" b="1" dirty="0">
                <a:solidFill>
                  <a:srgbClr val="FFFFFF"/>
                </a:solidFill>
                <a:latin typeface="Century Gothic"/>
              </a:rPr>
              <a:t>Methodology</a:t>
            </a:r>
            <a:r>
              <a:rPr lang="en-US" sz="900" dirty="0">
                <a:solidFill>
                  <a:srgbClr val="FFFFFF"/>
                </a:solidFill>
                <a:latin typeface="Calibri"/>
              </a:rPr>
              <a:t> 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D3653707-7BDB-4F03-8332-C4F7D45F85DD}"/>
              </a:ext>
            </a:extLst>
          </p:cNvPr>
          <p:cNvCxnSpPr>
            <a:cxnSpLocks/>
          </p:cNvCxnSpPr>
          <p:nvPr/>
        </p:nvCxnSpPr>
        <p:spPr>
          <a:xfrm flipV="1">
            <a:off x="6088010" y="1513693"/>
            <a:ext cx="0" cy="2482882"/>
          </a:xfrm>
          <a:prstGeom prst="line">
            <a:avLst/>
          </a:prstGeom>
          <a:ln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32BE390F-727F-4C9A-8414-EEB09B80739E}"/>
              </a:ext>
            </a:extLst>
          </p:cNvPr>
          <p:cNvSpPr txBox="1"/>
          <p:nvPr/>
        </p:nvSpPr>
        <p:spPr>
          <a:xfrm>
            <a:off x="4851113" y="1395845"/>
            <a:ext cx="1163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228554">
              <a:defRPr/>
            </a:pPr>
            <a:r>
              <a:rPr lang="en-US" sz="1600" b="1" dirty="0">
                <a:solidFill>
                  <a:srgbClr val="FFFFFF"/>
                </a:solidFill>
                <a:latin typeface="Century Gothic"/>
              </a:rPr>
              <a:t>Feasibility</a:t>
            </a:r>
            <a:r>
              <a:rPr lang="en-US" sz="900" dirty="0">
                <a:solidFill>
                  <a:srgbClr val="FFFFFF"/>
                </a:solidFill>
                <a:latin typeface="Calibri"/>
              </a:rPr>
              <a:t> </a:t>
            </a:r>
          </a:p>
        </p:txBody>
      </p: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DEFC2825-DC34-4FF5-8B7B-29CAB127768F}"/>
              </a:ext>
            </a:extLst>
          </p:cNvPr>
          <p:cNvCxnSpPr>
            <a:cxnSpLocks/>
          </p:cNvCxnSpPr>
          <p:nvPr/>
        </p:nvCxnSpPr>
        <p:spPr>
          <a:xfrm flipV="1">
            <a:off x="2709326" y="1513693"/>
            <a:ext cx="0" cy="2482882"/>
          </a:xfrm>
          <a:prstGeom prst="line">
            <a:avLst/>
          </a:prstGeom>
          <a:ln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0A976F-BAB9-44CA-A562-B421446641E6}"/>
              </a:ext>
            </a:extLst>
          </p:cNvPr>
          <p:cNvSpPr txBox="1"/>
          <p:nvPr/>
        </p:nvSpPr>
        <p:spPr>
          <a:xfrm>
            <a:off x="1215549" y="1395845"/>
            <a:ext cx="14199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228554">
              <a:defRPr/>
            </a:pPr>
            <a:r>
              <a:rPr lang="en-US" sz="1600" b="1" dirty="0">
                <a:solidFill>
                  <a:srgbClr val="FFFFFF"/>
                </a:solidFill>
                <a:latin typeface="Century Gothic"/>
              </a:rPr>
              <a:t>Introduction</a:t>
            </a:r>
          </a:p>
          <a:p>
            <a:pPr algn="r" defTabSz="228554">
              <a:defRPr/>
            </a:pPr>
            <a:r>
              <a:rPr lang="en-US" sz="900" dirty="0">
                <a:solidFill>
                  <a:srgbClr val="FFFFFF"/>
                </a:solidFill>
                <a:latin typeface="Calibri"/>
              </a:rPr>
              <a:t>. 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89ACFDB-419A-40A9-99E4-0024AA9E3AA0}"/>
              </a:ext>
            </a:extLst>
          </p:cNvPr>
          <p:cNvGrpSpPr/>
          <p:nvPr/>
        </p:nvGrpSpPr>
        <p:grpSpPr>
          <a:xfrm>
            <a:off x="0" y="2293944"/>
            <a:ext cx="12224044" cy="2285267"/>
            <a:chOff x="0" y="4587591"/>
            <a:chExt cx="24451271" cy="4571129"/>
          </a:xfrm>
        </p:grpSpPr>
        <p:pic>
          <p:nvPicPr>
            <p:cNvPr id="92" name="Graphic 91">
              <a:extLst>
                <a:ext uri="{FF2B5EF4-FFF2-40B4-BE49-F238E27FC236}">
                  <a16:creationId xmlns:a16="http://schemas.microsoft.com/office/drawing/2014/main" id="{6CD8B8E6-B5F2-4922-9D73-D0BC545978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6299145"/>
              <a:ext cx="2849856" cy="296860"/>
            </a:xfrm>
            <a:prstGeom prst="rect">
              <a:avLst/>
            </a:prstGeom>
          </p:spPr>
        </p:pic>
        <p:pic>
          <p:nvPicPr>
            <p:cNvPr id="93" name="Graphic 92">
              <a:extLst>
                <a:ext uri="{FF2B5EF4-FFF2-40B4-BE49-F238E27FC236}">
                  <a16:creationId xmlns:a16="http://schemas.microsoft.com/office/drawing/2014/main" id="{AB91878B-4C6F-4141-AA43-A000471EFC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19996" y="6298968"/>
              <a:ext cx="999429" cy="999429"/>
            </a:xfrm>
            <a:prstGeom prst="rect">
              <a:avLst/>
            </a:prstGeom>
          </p:spPr>
        </p:pic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AFD4AA67-FE35-4EC9-9CDD-CAD3311D1A0B}"/>
                </a:ext>
              </a:extLst>
            </p:cNvPr>
            <p:cNvGrpSpPr/>
            <p:nvPr/>
          </p:nvGrpSpPr>
          <p:grpSpPr>
            <a:xfrm>
              <a:off x="3523107" y="7298397"/>
              <a:ext cx="3718551" cy="1860323"/>
              <a:chOff x="3523107" y="7298397"/>
              <a:chExt cx="3718551" cy="1860323"/>
            </a:xfrm>
          </p:grpSpPr>
          <p:pic>
            <p:nvPicPr>
              <p:cNvPr id="94" name="Graphic 93">
                <a:extLst>
                  <a:ext uri="{FF2B5EF4-FFF2-40B4-BE49-F238E27FC236}">
                    <a16:creationId xmlns:a16="http://schemas.microsoft.com/office/drawing/2014/main" id="{D6962BA6-D6B0-45FA-A65D-BDDD357012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523107" y="7298397"/>
                <a:ext cx="1860323" cy="1860323"/>
              </a:xfrm>
              <a:prstGeom prst="rect">
                <a:avLst/>
              </a:prstGeom>
            </p:spPr>
          </p:pic>
          <p:pic>
            <p:nvPicPr>
              <p:cNvPr id="97" name="Graphic 96">
                <a:extLst>
                  <a:ext uri="{FF2B5EF4-FFF2-40B4-BE49-F238E27FC236}">
                    <a16:creationId xmlns:a16="http://schemas.microsoft.com/office/drawing/2014/main" id="{0083B295-55CD-4246-85B9-A00350850D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5381335" y="7298397"/>
                <a:ext cx="1860323" cy="1860323"/>
              </a:xfrm>
              <a:prstGeom prst="rect">
                <a:avLst/>
              </a:prstGeom>
            </p:spPr>
          </p:pic>
        </p:grpSp>
        <p:pic>
          <p:nvPicPr>
            <p:cNvPr id="95" name="Graphic 94">
              <a:extLst>
                <a:ext uri="{FF2B5EF4-FFF2-40B4-BE49-F238E27FC236}">
                  <a16:creationId xmlns:a16="http://schemas.microsoft.com/office/drawing/2014/main" id="{9FF9975E-1F7D-49F8-98E3-52526E48AA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944166" y="6448336"/>
              <a:ext cx="296860" cy="850999"/>
            </a:xfrm>
            <a:prstGeom prst="rect">
              <a:avLst/>
            </a:prstGeom>
          </p:spPr>
        </p:pic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DA86D59E-A655-4833-8D7B-577304DA9582}"/>
                </a:ext>
              </a:extLst>
            </p:cNvPr>
            <p:cNvGrpSpPr/>
            <p:nvPr/>
          </p:nvGrpSpPr>
          <p:grpSpPr>
            <a:xfrm flipV="1">
              <a:off x="6944166" y="4587591"/>
              <a:ext cx="3718551" cy="1860323"/>
              <a:chOff x="3523107" y="7298397"/>
              <a:chExt cx="3718551" cy="1860323"/>
            </a:xfrm>
          </p:grpSpPr>
          <p:pic>
            <p:nvPicPr>
              <p:cNvPr id="100" name="Graphic 99">
                <a:extLst>
                  <a:ext uri="{FF2B5EF4-FFF2-40B4-BE49-F238E27FC236}">
                    <a16:creationId xmlns:a16="http://schemas.microsoft.com/office/drawing/2014/main" id="{EB22CCB4-BF2B-49BA-8FE9-5082BDA673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523107" y="7298397"/>
                <a:ext cx="1860323" cy="1860323"/>
              </a:xfrm>
              <a:prstGeom prst="rect">
                <a:avLst/>
              </a:prstGeom>
            </p:spPr>
          </p:pic>
          <p:pic>
            <p:nvPicPr>
              <p:cNvPr id="101" name="Graphic 100">
                <a:extLst>
                  <a:ext uri="{FF2B5EF4-FFF2-40B4-BE49-F238E27FC236}">
                    <a16:creationId xmlns:a16="http://schemas.microsoft.com/office/drawing/2014/main" id="{67794E84-18B2-4589-9CF4-43273FEAE0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5381335" y="7298397"/>
                <a:ext cx="1860323" cy="1860323"/>
              </a:xfrm>
              <a:prstGeom prst="rect">
                <a:avLst/>
              </a:prstGeom>
            </p:spPr>
          </p:pic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0ABD65EE-4295-4B3F-9224-93A3654B1749}"/>
                </a:ext>
              </a:extLst>
            </p:cNvPr>
            <p:cNvGrpSpPr/>
            <p:nvPr/>
          </p:nvGrpSpPr>
          <p:grpSpPr>
            <a:xfrm>
              <a:off x="10365857" y="4587591"/>
              <a:ext cx="7139610" cy="4571129"/>
              <a:chOff x="10365857" y="4587591"/>
              <a:chExt cx="7139610" cy="4571129"/>
            </a:xfrm>
          </p:grpSpPr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443BA97E-35B5-4B90-84DC-A2AD367330EC}"/>
                  </a:ext>
                </a:extLst>
              </p:cNvPr>
              <p:cNvGrpSpPr/>
              <p:nvPr/>
            </p:nvGrpSpPr>
            <p:grpSpPr>
              <a:xfrm>
                <a:off x="10365857" y="7298397"/>
                <a:ext cx="3718551" cy="1860323"/>
                <a:chOff x="3523107" y="7298397"/>
                <a:chExt cx="3718551" cy="1860323"/>
              </a:xfrm>
            </p:grpSpPr>
            <p:pic>
              <p:nvPicPr>
                <p:cNvPr id="103" name="Graphic 102">
                  <a:extLst>
                    <a:ext uri="{FF2B5EF4-FFF2-40B4-BE49-F238E27FC236}">
                      <a16:creationId xmlns:a16="http://schemas.microsoft.com/office/drawing/2014/main" id="{68E0E582-107D-491E-A92B-DB6D47DB03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23107" y="7298397"/>
                  <a:ext cx="1860323" cy="1860323"/>
                </a:xfrm>
                <a:prstGeom prst="rect">
                  <a:avLst/>
                </a:prstGeom>
              </p:spPr>
            </p:pic>
            <p:pic>
              <p:nvPicPr>
                <p:cNvPr id="104" name="Graphic 103">
                  <a:extLst>
                    <a:ext uri="{FF2B5EF4-FFF2-40B4-BE49-F238E27FC236}">
                      <a16:creationId xmlns:a16="http://schemas.microsoft.com/office/drawing/2014/main" id="{6B2C0E6D-8C67-4E9F-8819-05379A5E77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5381335" y="7298397"/>
                  <a:ext cx="1860323" cy="1860323"/>
                </a:xfrm>
                <a:prstGeom prst="rect">
                  <a:avLst/>
                </a:prstGeom>
              </p:spPr>
            </p:pic>
          </p:grpSp>
          <p:pic>
            <p:nvPicPr>
              <p:cNvPr id="105" name="Graphic 104">
                <a:extLst>
                  <a:ext uri="{FF2B5EF4-FFF2-40B4-BE49-F238E27FC236}">
                    <a16:creationId xmlns:a16="http://schemas.microsoft.com/office/drawing/2014/main" id="{893B9CDF-A0B4-4816-8AC2-6FA07B10CF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3786916" y="6448336"/>
                <a:ext cx="296860" cy="850999"/>
              </a:xfrm>
              <a:prstGeom prst="rect">
                <a:avLst/>
              </a:prstGeom>
            </p:spPr>
          </p:pic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F3196B59-A13F-4F83-920B-D16F500033E2}"/>
                  </a:ext>
                </a:extLst>
              </p:cNvPr>
              <p:cNvGrpSpPr/>
              <p:nvPr/>
            </p:nvGrpSpPr>
            <p:grpSpPr>
              <a:xfrm flipV="1">
                <a:off x="13786916" y="4587591"/>
                <a:ext cx="3718551" cy="1860323"/>
                <a:chOff x="3523107" y="7298397"/>
                <a:chExt cx="3718551" cy="1860323"/>
              </a:xfrm>
            </p:grpSpPr>
            <p:pic>
              <p:nvPicPr>
                <p:cNvPr id="107" name="Graphic 106">
                  <a:extLst>
                    <a:ext uri="{FF2B5EF4-FFF2-40B4-BE49-F238E27FC236}">
                      <a16:creationId xmlns:a16="http://schemas.microsoft.com/office/drawing/2014/main" id="{88FF9913-A874-4EAA-A2EA-46121A9DE8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23107" y="7298397"/>
                  <a:ext cx="1860323" cy="1860323"/>
                </a:xfrm>
                <a:prstGeom prst="rect">
                  <a:avLst/>
                </a:prstGeom>
              </p:spPr>
            </p:pic>
            <p:pic>
              <p:nvPicPr>
                <p:cNvPr id="108" name="Graphic 107">
                  <a:extLst>
                    <a:ext uri="{FF2B5EF4-FFF2-40B4-BE49-F238E27FC236}">
                      <a16:creationId xmlns:a16="http://schemas.microsoft.com/office/drawing/2014/main" id="{8E9AF5D3-D411-4955-BE8B-E8A64CEF71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5381335" y="7298397"/>
                  <a:ext cx="1860323" cy="1860323"/>
                </a:xfrm>
                <a:prstGeom prst="rect">
                  <a:avLst/>
                </a:prstGeom>
              </p:spPr>
            </p:pic>
          </p:grpSp>
          <p:pic>
            <p:nvPicPr>
              <p:cNvPr id="110" name="Graphic 109">
                <a:extLst>
                  <a:ext uri="{FF2B5EF4-FFF2-40B4-BE49-F238E27FC236}">
                    <a16:creationId xmlns:a16="http://schemas.microsoft.com/office/drawing/2014/main" id="{9C9DDF3F-9B5E-49DB-BB55-1D545735AB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365857" y="6448336"/>
                <a:ext cx="296860" cy="850999"/>
              </a:xfrm>
              <a:prstGeom prst="rect">
                <a:avLst/>
              </a:prstGeom>
            </p:spPr>
          </p:pic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EAEFD155-745E-4092-A9DA-46E2E613B999}"/>
                </a:ext>
              </a:extLst>
            </p:cNvPr>
            <p:cNvGrpSpPr/>
            <p:nvPr/>
          </p:nvGrpSpPr>
          <p:grpSpPr>
            <a:xfrm>
              <a:off x="17208653" y="7298397"/>
              <a:ext cx="3718551" cy="1860323"/>
              <a:chOff x="3523107" y="7298397"/>
              <a:chExt cx="3718551" cy="1860323"/>
            </a:xfrm>
          </p:grpSpPr>
          <p:pic>
            <p:nvPicPr>
              <p:cNvPr id="119" name="Graphic 118">
                <a:extLst>
                  <a:ext uri="{FF2B5EF4-FFF2-40B4-BE49-F238E27FC236}">
                    <a16:creationId xmlns:a16="http://schemas.microsoft.com/office/drawing/2014/main" id="{BC7761EE-CB85-4875-889E-6132DC84EB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523107" y="7298397"/>
                <a:ext cx="1860323" cy="1860323"/>
              </a:xfrm>
              <a:prstGeom prst="rect">
                <a:avLst/>
              </a:prstGeom>
            </p:spPr>
          </p:pic>
          <p:pic>
            <p:nvPicPr>
              <p:cNvPr id="120" name="Graphic 119">
                <a:extLst>
                  <a:ext uri="{FF2B5EF4-FFF2-40B4-BE49-F238E27FC236}">
                    <a16:creationId xmlns:a16="http://schemas.microsoft.com/office/drawing/2014/main" id="{CE4A8669-8F47-401C-AD6F-0AA3624200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>
                <a:off x="5381335" y="7298397"/>
                <a:ext cx="1860323" cy="1860323"/>
              </a:xfrm>
              <a:prstGeom prst="rect">
                <a:avLst/>
              </a:prstGeom>
            </p:spPr>
          </p:pic>
        </p:grpSp>
        <p:pic>
          <p:nvPicPr>
            <p:cNvPr id="116" name="Graphic 115">
              <a:extLst>
                <a:ext uri="{FF2B5EF4-FFF2-40B4-BE49-F238E27FC236}">
                  <a16:creationId xmlns:a16="http://schemas.microsoft.com/office/drawing/2014/main" id="{C60142E4-ECC1-49AA-90B9-840CAFEE17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7208653" y="6448336"/>
              <a:ext cx="296860" cy="850999"/>
            </a:xfrm>
            <a:prstGeom prst="rect">
              <a:avLst/>
            </a:prstGeom>
          </p:spPr>
        </p:pic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E86B7E55-349C-4E5B-987C-E0198CF85C91}"/>
                </a:ext>
              </a:extLst>
            </p:cNvPr>
            <p:cNvGrpSpPr/>
            <p:nvPr/>
          </p:nvGrpSpPr>
          <p:grpSpPr>
            <a:xfrm flipH="1">
              <a:off x="20631846" y="6298968"/>
              <a:ext cx="3819425" cy="999429"/>
              <a:chOff x="19347344" y="6298968"/>
              <a:chExt cx="3819425" cy="999429"/>
            </a:xfrm>
          </p:grpSpPr>
          <p:pic>
            <p:nvPicPr>
              <p:cNvPr id="121" name="Graphic 120">
                <a:extLst>
                  <a:ext uri="{FF2B5EF4-FFF2-40B4-BE49-F238E27FC236}">
                    <a16:creationId xmlns:a16="http://schemas.microsoft.com/office/drawing/2014/main" id="{1064CF33-6B33-4CEB-93E6-2D9C69A628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9347344" y="6299145"/>
                <a:ext cx="2849856" cy="296860"/>
              </a:xfrm>
              <a:prstGeom prst="rect">
                <a:avLst/>
              </a:prstGeom>
            </p:spPr>
          </p:pic>
          <p:pic>
            <p:nvPicPr>
              <p:cNvPr id="122" name="Graphic 121">
                <a:extLst>
                  <a:ext uri="{FF2B5EF4-FFF2-40B4-BE49-F238E27FC236}">
                    <a16:creationId xmlns:a16="http://schemas.microsoft.com/office/drawing/2014/main" id="{74154FB9-AB52-4A59-AD94-9F6C9BA455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2167340" y="6298968"/>
                <a:ext cx="999429" cy="999429"/>
              </a:xfrm>
              <a:prstGeom prst="rect">
                <a:avLst/>
              </a:prstGeom>
            </p:spPr>
          </p:pic>
        </p:grp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1BBEB959-EC6C-40D8-8A4B-9CEA7C2BABBE}"/>
              </a:ext>
            </a:extLst>
          </p:cNvPr>
          <p:cNvGrpSpPr/>
          <p:nvPr/>
        </p:nvGrpSpPr>
        <p:grpSpPr>
          <a:xfrm>
            <a:off x="1" y="2135469"/>
            <a:ext cx="12189797" cy="2587063"/>
            <a:chOff x="0" y="4270601"/>
            <a:chExt cx="24382769" cy="5174799"/>
          </a:xfrm>
        </p:grpSpPr>
        <p:pic>
          <p:nvPicPr>
            <p:cNvPr id="62" name="Graphic 61">
              <a:extLst>
                <a:ext uri="{FF2B5EF4-FFF2-40B4-BE49-F238E27FC236}">
                  <a16:creationId xmlns:a16="http://schemas.microsoft.com/office/drawing/2014/main" id="{DB90F368-013D-4C12-A038-79A6E5E2A4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0" y="5992390"/>
              <a:ext cx="2859752" cy="910371"/>
            </a:xfrm>
            <a:prstGeom prst="rect">
              <a:avLst/>
            </a:prstGeom>
          </p:spPr>
        </p:pic>
        <p:pic>
          <p:nvPicPr>
            <p:cNvPr id="63" name="Graphic 62">
              <a:extLst>
                <a:ext uri="{FF2B5EF4-FFF2-40B4-BE49-F238E27FC236}">
                  <a16:creationId xmlns:a16="http://schemas.microsoft.com/office/drawing/2014/main" id="{3AB9BBB4-BECF-4F6A-9AF8-2302A6D0FD6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819996" y="5992390"/>
              <a:ext cx="1325975" cy="1325975"/>
            </a:xfrm>
            <a:prstGeom prst="rect">
              <a:avLst/>
            </a:prstGeom>
          </p:spPr>
        </p:pic>
        <p:pic>
          <p:nvPicPr>
            <p:cNvPr id="64" name="Graphic 63">
              <a:extLst>
                <a:ext uri="{FF2B5EF4-FFF2-40B4-BE49-F238E27FC236}">
                  <a16:creationId xmlns:a16="http://schemas.microsoft.com/office/drawing/2014/main" id="{B2BA79DE-6D3F-4C90-95A1-834090E37D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242384" y="7268426"/>
              <a:ext cx="2176974" cy="2176974"/>
            </a:xfrm>
            <a:prstGeom prst="rect">
              <a:avLst/>
            </a:prstGeom>
          </p:spPr>
        </p:pic>
        <p:pic>
          <p:nvPicPr>
            <p:cNvPr id="65" name="Graphic 64">
              <a:extLst>
                <a:ext uri="{FF2B5EF4-FFF2-40B4-BE49-F238E27FC236}">
                  <a16:creationId xmlns:a16="http://schemas.microsoft.com/office/drawing/2014/main" id="{3740FF04-0E1C-4086-B925-1CEBFB485E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642992" y="6423854"/>
              <a:ext cx="910371" cy="890580"/>
            </a:xfrm>
            <a:prstGeom prst="rect">
              <a:avLst/>
            </a:prstGeom>
          </p:spPr>
        </p:pic>
        <p:pic>
          <p:nvPicPr>
            <p:cNvPr id="66" name="Graphic 65">
              <a:extLst>
                <a:ext uri="{FF2B5EF4-FFF2-40B4-BE49-F238E27FC236}">
                  <a16:creationId xmlns:a16="http://schemas.microsoft.com/office/drawing/2014/main" id="{F2337B95-D9F1-403F-8E8B-FF648D95B5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flipH="1">
              <a:off x="5376389" y="7268426"/>
              <a:ext cx="2176974" cy="2176974"/>
            </a:xfrm>
            <a:prstGeom prst="rect">
              <a:avLst/>
            </a:prstGeom>
          </p:spPr>
        </p:pic>
        <p:pic>
          <p:nvPicPr>
            <p:cNvPr id="68" name="Graphic 67">
              <a:extLst>
                <a:ext uri="{FF2B5EF4-FFF2-40B4-BE49-F238E27FC236}">
                  <a16:creationId xmlns:a16="http://schemas.microsoft.com/office/drawing/2014/main" id="{4170B45B-3FC8-4EEF-95C6-1B0EF33471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flipH="1" flipV="1">
              <a:off x="8776997" y="4270601"/>
              <a:ext cx="2176974" cy="2176974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D45297BD-9643-4AC9-9A6E-3B2B18CAAF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flipV="1">
              <a:off x="6642992" y="4270601"/>
              <a:ext cx="2176974" cy="2176974"/>
            </a:xfrm>
            <a:prstGeom prst="rect">
              <a:avLst/>
            </a:prstGeom>
          </p:spPr>
        </p:pic>
        <p:pic>
          <p:nvPicPr>
            <p:cNvPr id="71" name="Graphic 70">
              <a:extLst>
                <a:ext uri="{FF2B5EF4-FFF2-40B4-BE49-F238E27FC236}">
                  <a16:creationId xmlns:a16="http://schemas.microsoft.com/office/drawing/2014/main" id="{34B57D63-E620-4BEF-BA3F-9E8A0EAD1B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043600" y="6423854"/>
              <a:ext cx="910371" cy="890580"/>
            </a:xfrm>
            <a:prstGeom prst="rect">
              <a:avLst/>
            </a:prstGeom>
          </p:spPr>
        </p:pic>
        <p:pic>
          <p:nvPicPr>
            <p:cNvPr id="72" name="Graphic 71">
              <a:extLst>
                <a:ext uri="{FF2B5EF4-FFF2-40B4-BE49-F238E27FC236}">
                  <a16:creationId xmlns:a16="http://schemas.microsoft.com/office/drawing/2014/main" id="{6A711CE3-2032-46E3-ABDA-FDD4DC21BA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043600" y="7268426"/>
              <a:ext cx="2176974" cy="2176974"/>
            </a:xfrm>
            <a:prstGeom prst="rect">
              <a:avLst/>
            </a:prstGeom>
          </p:spPr>
        </p:pic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96DA5EB0-37D1-4E98-8BF4-EF043490B5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3444208" y="6423854"/>
              <a:ext cx="910371" cy="890580"/>
            </a:xfrm>
            <a:prstGeom prst="rect">
              <a:avLst/>
            </a:prstGeom>
          </p:spPr>
        </p:pic>
        <p:pic>
          <p:nvPicPr>
            <p:cNvPr id="74" name="Graphic 73">
              <a:extLst>
                <a:ext uri="{FF2B5EF4-FFF2-40B4-BE49-F238E27FC236}">
                  <a16:creationId xmlns:a16="http://schemas.microsoft.com/office/drawing/2014/main" id="{1FCD8B12-B1C9-4994-A8CA-1C77994868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flipH="1">
              <a:off x="12177605" y="7268426"/>
              <a:ext cx="2176974" cy="2176974"/>
            </a:xfrm>
            <a:prstGeom prst="rect">
              <a:avLst/>
            </a:prstGeom>
          </p:spPr>
        </p:pic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CE1AADB2-A78E-46BD-9608-34A098C66BB0}"/>
                </a:ext>
              </a:extLst>
            </p:cNvPr>
            <p:cNvGrpSpPr/>
            <p:nvPr/>
          </p:nvGrpSpPr>
          <p:grpSpPr>
            <a:xfrm flipH="1" flipV="1">
              <a:off x="13444208" y="4270601"/>
              <a:ext cx="4310979" cy="2176974"/>
              <a:chOff x="3242384" y="3183362"/>
              <a:chExt cx="4310979" cy="2176974"/>
            </a:xfrm>
          </p:grpSpPr>
          <p:pic>
            <p:nvPicPr>
              <p:cNvPr id="76" name="Graphic 75">
                <a:extLst>
                  <a:ext uri="{FF2B5EF4-FFF2-40B4-BE49-F238E27FC236}">
                    <a16:creationId xmlns:a16="http://schemas.microsoft.com/office/drawing/2014/main" id="{256925E0-80F2-4CCE-A6FE-BA49025868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242384" y="3183362"/>
                <a:ext cx="2176974" cy="2176974"/>
              </a:xfrm>
              <a:prstGeom prst="rect">
                <a:avLst/>
              </a:prstGeom>
            </p:spPr>
          </p:pic>
          <p:pic>
            <p:nvPicPr>
              <p:cNvPr id="77" name="Graphic 76">
                <a:extLst>
                  <a:ext uri="{FF2B5EF4-FFF2-40B4-BE49-F238E27FC236}">
                    <a16:creationId xmlns:a16="http://schemas.microsoft.com/office/drawing/2014/main" id="{D8C612AB-B1C8-4FEB-8B1B-30D5AE5505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H="1">
                <a:off x="5376389" y="3183362"/>
                <a:ext cx="2176974" cy="2176974"/>
              </a:xfrm>
              <a:prstGeom prst="rect">
                <a:avLst/>
              </a:prstGeom>
            </p:spPr>
          </p:pic>
        </p:grpSp>
        <p:pic>
          <p:nvPicPr>
            <p:cNvPr id="78" name="Graphic 77">
              <a:extLst>
                <a:ext uri="{FF2B5EF4-FFF2-40B4-BE49-F238E27FC236}">
                  <a16:creationId xmlns:a16="http://schemas.microsoft.com/office/drawing/2014/main" id="{9DF318B9-6DD3-42E3-8648-D091FB4D15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6844816" y="6423854"/>
              <a:ext cx="910371" cy="890580"/>
            </a:xfrm>
            <a:prstGeom prst="rect">
              <a:avLst/>
            </a:prstGeom>
          </p:spPr>
        </p:pic>
        <p:pic>
          <p:nvPicPr>
            <p:cNvPr id="81" name="Graphic 80">
              <a:extLst>
                <a:ext uri="{FF2B5EF4-FFF2-40B4-BE49-F238E27FC236}">
                  <a16:creationId xmlns:a16="http://schemas.microsoft.com/office/drawing/2014/main" id="{F93BF75E-DD40-4CAB-A2B4-CCFB3E9410D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6833813" y="7268426"/>
              <a:ext cx="2176974" cy="2176974"/>
            </a:xfrm>
            <a:prstGeom prst="rect">
              <a:avLst/>
            </a:prstGeom>
          </p:spPr>
        </p:pic>
        <p:pic>
          <p:nvPicPr>
            <p:cNvPr id="83" name="Graphic 82">
              <a:extLst>
                <a:ext uri="{FF2B5EF4-FFF2-40B4-BE49-F238E27FC236}">
                  <a16:creationId xmlns:a16="http://schemas.microsoft.com/office/drawing/2014/main" id="{D155B3AE-916B-4FA7-B7DD-0968B4EBCC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flipH="1">
              <a:off x="18967818" y="7268426"/>
              <a:ext cx="2176974" cy="2176974"/>
            </a:xfrm>
            <a:prstGeom prst="rect">
              <a:avLst/>
            </a:prstGeom>
          </p:spPr>
        </p:pic>
        <p:pic>
          <p:nvPicPr>
            <p:cNvPr id="88" name="Graphic 87">
              <a:extLst>
                <a:ext uri="{FF2B5EF4-FFF2-40B4-BE49-F238E27FC236}">
                  <a16:creationId xmlns:a16="http://schemas.microsoft.com/office/drawing/2014/main" id="{7B5085A5-2344-48A9-89A5-3BE95297B5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21523017" y="5992390"/>
              <a:ext cx="2859752" cy="910371"/>
            </a:xfrm>
            <a:prstGeom prst="rect">
              <a:avLst/>
            </a:prstGeom>
          </p:spPr>
        </p:pic>
        <p:pic>
          <p:nvPicPr>
            <p:cNvPr id="89" name="Graphic 88">
              <a:extLst>
                <a:ext uri="{FF2B5EF4-FFF2-40B4-BE49-F238E27FC236}">
                  <a16:creationId xmlns:a16="http://schemas.microsoft.com/office/drawing/2014/main" id="{0801BDB8-954D-48CF-BF5F-D85CB773A37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>
              <a:off x="20236798" y="5992390"/>
              <a:ext cx="1325975" cy="1325975"/>
            </a:xfrm>
            <a:prstGeom prst="rect">
              <a:avLst/>
            </a:prstGeom>
          </p:spPr>
        </p:pic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56210E8A-8387-4154-8189-E53CA4EAEC5C}"/>
              </a:ext>
            </a:extLst>
          </p:cNvPr>
          <p:cNvSpPr txBox="1"/>
          <p:nvPr/>
        </p:nvSpPr>
        <p:spPr>
          <a:xfrm>
            <a:off x="4545424" y="677526"/>
            <a:ext cx="3101152" cy="507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28554">
              <a:defRPr/>
            </a:pPr>
            <a:r>
              <a:rPr lang="en-US" sz="2699" b="1" dirty="0">
                <a:solidFill>
                  <a:srgbClr val="FFFFFF"/>
                </a:solidFill>
                <a:latin typeface="Century Gothic"/>
              </a:rPr>
              <a:t>Contents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F9B2F9-A4A2-4978-A655-DA6436E38C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A148561-D634-449D-BDBE-C4163707BB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0C12263-F998-4C0A-A59A-204E7146559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F6A4CD7-69C0-4C92-9C37-53E287373F1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5FEE6D4-04C6-4DCA-A7D6-AD939A7EB96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</p:spTree>
    <p:extLst>
      <p:ext uri="{BB962C8B-B14F-4D97-AF65-F5344CB8AC3E}">
        <p14:creationId xmlns:p14="http://schemas.microsoft.com/office/powerpoint/2010/main" val="16686072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0"/>
      <p:bldP spid="182" grpId="0"/>
      <p:bldP spid="176" grpId="0"/>
      <p:bldP spid="174" grpId="0"/>
      <p:bldP spid="172" grpId="0"/>
      <p:bldP spid="8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3DB68A37-0B77-0E39-5F78-64BCA129426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49" b="14049"/>
          <a:stretch/>
        </p:blipFill>
        <p:spPr>
          <a:xfrm>
            <a:off x="4937507" y="637472"/>
            <a:ext cx="7627794" cy="7350367"/>
          </a:xfrm>
        </p:spPr>
      </p:pic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8F487C8-F2C3-4FEE-8B1E-150FBA532596}"/>
              </a:ext>
            </a:extLst>
          </p:cNvPr>
          <p:cNvSpPr>
            <a:spLocks/>
          </p:cNvSpPr>
          <p:nvPr/>
        </p:nvSpPr>
        <p:spPr bwMode="auto">
          <a:xfrm rot="1800000">
            <a:off x="3053860" y="-2330810"/>
            <a:ext cx="11500572" cy="11500573"/>
          </a:xfrm>
          <a:custGeom>
            <a:avLst/>
            <a:gdLst>
              <a:gd name="connsiteX0" fmla="*/ 10456427 w 20912854"/>
              <a:gd name="connsiteY0" fmla="*/ 6028864 h 20912855"/>
              <a:gd name="connsiteX1" fmla="*/ 7821943 w 20912854"/>
              <a:gd name="connsiteY1" fmla="*/ 7120044 h 20912855"/>
              <a:gd name="connsiteX2" fmla="*/ 7121444 w 20912854"/>
              <a:gd name="connsiteY2" fmla="*/ 7820837 h 20912855"/>
              <a:gd name="connsiteX3" fmla="*/ 7121444 w 20912854"/>
              <a:gd name="connsiteY3" fmla="*/ 13092017 h 20912855"/>
              <a:gd name="connsiteX4" fmla="*/ 7821943 w 20912854"/>
              <a:gd name="connsiteY4" fmla="*/ 13792810 h 20912855"/>
              <a:gd name="connsiteX5" fmla="*/ 13090911 w 20912854"/>
              <a:gd name="connsiteY5" fmla="*/ 13792810 h 20912855"/>
              <a:gd name="connsiteX6" fmla="*/ 13791410 w 20912854"/>
              <a:gd name="connsiteY6" fmla="*/ 13092017 h 20912855"/>
              <a:gd name="connsiteX7" fmla="*/ 13791410 w 20912854"/>
              <a:gd name="connsiteY7" fmla="*/ 7820837 h 20912855"/>
              <a:gd name="connsiteX8" fmla="*/ 13090911 w 20912854"/>
              <a:gd name="connsiteY8" fmla="*/ 7120044 h 20912855"/>
              <a:gd name="connsiteX9" fmla="*/ 10456427 w 20912854"/>
              <a:gd name="connsiteY9" fmla="*/ 6028864 h 20912855"/>
              <a:gd name="connsiteX10" fmla="*/ 10456427 w 20912854"/>
              <a:gd name="connsiteY10" fmla="*/ 0 h 20912855"/>
              <a:gd name="connsiteX11" fmla="*/ 20912854 w 20912854"/>
              <a:gd name="connsiteY11" fmla="*/ 10456428 h 20912855"/>
              <a:gd name="connsiteX12" fmla="*/ 10456427 w 20912854"/>
              <a:gd name="connsiteY12" fmla="*/ 20912855 h 20912855"/>
              <a:gd name="connsiteX13" fmla="*/ 0 w 20912854"/>
              <a:gd name="connsiteY13" fmla="*/ 10456428 h 20912855"/>
              <a:gd name="connsiteX14" fmla="*/ 10456427 w 20912854"/>
              <a:gd name="connsiteY14" fmla="*/ 0 h 20912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912854" h="20912855">
                <a:moveTo>
                  <a:pt x="10456427" y="6028864"/>
                </a:moveTo>
                <a:cubicBezTo>
                  <a:pt x="9502759" y="6028864"/>
                  <a:pt x="8549091" y="6392591"/>
                  <a:pt x="7821943" y="7120044"/>
                </a:cubicBezTo>
                <a:cubicBezTo>
                  <a:pt x="7821943" y="7120044"/>
                  <a:pt x="7821943" y="7120044"/>
                  <a:pt x="7121444" y="7820837"/>
                </a:cubicBezTo>
                <a:cubicBezTo>
                  <a:pt x="5667149" y="9275744"/>
                  <a:pt x="5667149" y="11637111"/>
                  <a:pt x="7121444" y="13092017"/>
                </a:cubicBezTo>
                <a:cubicBezTo>
                  <a:pt x="7121444" y="13092017"/>
                  <a:pt x="7121444" y="13092017"/>
                  <a:pt x="7821943" y="13792810"/>
                </a:cubicBezTo>
                <a:cubicBezTo>
                  <a:pt x="9276239" y="15247717"/>
                  <a:pt x="11636615" y="15247717"/>
                  <a:pt x="13090911" y="13792810"/>
                </a:cubicBezTo>
                <a:cubicBezTo>
                  <a:pt x="13090911" y="13792810"/>
                  <a:pt x="13090911" y="13792810"/>
                  <a:pt x="13791410" y="13092017"/>
                </a:cubicBezTo>
                <a:cubicBezTo>
                  <a:pt x="15245706" y="11637111"/>
                  <a:pt x="15245706" y="9275744"/>
                  <a:pt x="13791410" y="7820837"/>
                </a:cubicBezTo>
                <a:cubicBezTo>
                  <a:pt x="13791410" y="7820837"/>
                  <a:pt x="13791410" y="7820837"/>
                  <a:pt x="13090911" y="7120044"/>
                </a:cubicBezTo>
                <a:cubicBezTo>
                  <a:pt x="12363763" y="6392591"/>
                  <a:pt x="11410095" y="6028864"/>
                  <a:pt x="10456427" y="6028864"/>
                </a:cubicBezTo>
                <a:close/>
                <a:moveTo>
                  <a:pt x="10456427" y="0"/>
                </a:moveTo>
                <a:cubicBezTo>
                  <a:pt x="16231352" y="0"/>
                  <a:pt x="20912854" y="4681502"/>
                  <a:pt x="20912854" y="10456428"/>
                </a:cubicBezTo>
                <a:cubicBezTo>
                  <a:pt x="20912854" y="16231352"/>
                  <a:pt x="16231352" y="20912855"/>
                  <a:pt x="10456427" y="20912855"/>
                </a:cubicBezTo>
                <a:cubicBezTo>
                  <a:pt x="4681502" y="20912855"/>
                  <a:pt x="0" y="16231352"/>
                  <a:pt x="0" y="10456428"/>
                </a:cubicBezTo>
                <a:cubicBezTo>
                  <a:pt x="0" y="4681502"/>
                  <a:pt x="4681502" y="0"/>
                  <a:pt x="10456427" y="0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  <a:effectLst/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  <a:noAutofit/>
          </a:bodyPr>
          <a:lstStyle/>
          <a:p>
            <a:pPr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6513FE8-59B4-4272-8D06-AF6F1DE4C281}"/>
              </a:ext>
            </a:extLst>
          </p:cNvPr>
          <p:cNvSpPr>
            <a:spLocks/>
          </p:cNvSpPr>
          <p:nvPr/>
        </p:nvSpPr>
        <p:spPr bwMode="auto">
          <a:xfrm rot="20700000">
            <a:off x="2725119" y="-2650027"/>
            <a:ext cx="12158053" cy="12158054"/>
          </a:xfrm>
          <a:custGeom>
            <a:avLst/>
            <a:gdLst>
              <a:gd name="connsiteX0" fmla="*/ 10456427 w 20912854"/>
              <a:gd name="connsiteY0" fmla="*/ 6028864 h 20912855"/>
              <a:gd name="connsiteX1" fmla="*/ 7821943 w 20912854"/>
              <a:gd name="connsiteY1" fmla="*/ 7120044 h 20912855"/>
              <a:gd name="connsiteX2" fmla="*/ 7121444 w 20912854"/>
              <a:gd name="connsiteY2" fmla="*/ 7820837 h 20912855"/>
              <a:gd name="connsiteX3" fmla="*/ 7121444 w 20912854"/>
              <a:gd name="connsiteY3" fmla="*/ 13092017 h 20912855"/>
              <a:gd name="connsiteX4" fmla="*/ 7821943 w 20912854"/>
              <a:gd name="connsiteY4" fmla="*/ 13792810 h 20912855"/>
              <a:gd name="connsiteX5" fmla="*/ 13090911 w 20912854"/>
              <a:gd name="connsiteY5" fmla="*/ 13792810 h 20912855"/>
              <a:gd name="connsiteX6" fmla="*/ 13791410 w 20912854"/>
              <a:gd name="connsiteY6" fmla="*/ 13092017 h 20912855"/>
              <a:gd name="connsiteX7" fmla="*/ 13791410 w 20912854"/>
              <a:gd name="connsiteY7" fmla="*/ 7820837 h 20912855"/>
              <a:gd name="connsiteX8" fmla="*/ 13090911 w 20912854"/>
              <a:gd name="connsiteY8" fmla="*/ 7120044 h 20912855"/>
              <a:gd name="connsiteX9" fmla="*/ 10456427 w 20912854"/>
              <a:gd name="connsiteY9" fmla="*/ 6028864 h 20912855"/>
              <a:gd name="connsiteX10" fmla="*/ 10456427 w 20912854"/>
              <a:gd name="connsiteY10" fmla="*/ 0 h 20912855"/>
              <a:gd name="connsiteX11" fmla="*/ 20912854 w 20912854"/>
              <a:gd name="connsiteY11" fmla="*/ 10456428 h 20912855"/>
              <a:gd name="connsiteX12" fmla="*/ 10456427 w 20912854"/>
              <a:gd name="connsiteY12" fmla="*/ 20912855 h 20912855"/>
              <a:gd name="connsiteX13" fmla="*/ 0 w 20912854"/>
              <a:gd name="connsiteY13" fmla="*/ 10456428 h 20912855"/>
              <a:gd name="connsiteX14" fmla="*/ 10456427 w 20912854"/>
              <a:gd name="connsiteY14" fmla="*/ 0 h 20912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912854" h="20912855">
                <a:moveTo>
                  <a:pt x="10456427" y="6028864"/>
                </a:moveTo>
                <a:cubicBezTo>
                  <a:pt x="9502759" y="6028864"/>
                  <a:pt x="8549091" y="6392591"/>
                  <a:pt x="7821943" y="7120044"/>
                </a:cubicBezTo>
                <a:cubicBezTo>
                  <a:pt x="7821943" y="7120044"/>
                  <a:pt x="7821943" y="7120044"/>
                  <a:pt x="7121444" y="7820837"/>
                </a:cubicBezTo>
                <a:cubicBezTo>
                  <a:pt x="5667149" y="9275744"/>
                  <a:pt x="5667149" y="11637111"/>
                  <a:pt x="7121444" y="13092017"/>
                </a:cubicBezTo>
                <a:cubicBezTo>
                  <a:pt x="7121444" y="13092017"/>
                  <a:pt x="7121444" y="13092017"/>
                  <a:pt x="7821943" y="13792810"/>
                </a:cubicBezTo>
                <a:cubicBezTo>
                  <a:pt x="9276239" y="15247717"/>
                  <a:pt x="11636615" y="15247717"/>
                  <a:pt x="13090911" y="13792810"/>
                </a:cubicBezTo>
                <a:cubicBezTo>
                  <a:pt x="13090911" y="13792810"/>
                  <a:pt x="13090911" y="13792810"/>
                  <a:pt x="13791410" y="13092017"/>
                </a:cubicBezTo>
                <a:cubicBezTo>
                  <a:pt x="15245706" y="11637111"/>
                  <a:pt x="15245706" y="9275744"/>
                  <a:pt x="13791410" y="7820837"/>
                </a:cubicBezTo>
                <a:cubicBezTo>
                  <a:pt x="13791410" y="7820837"/>
                  <a:pt x="13791410" y="7820837"/>
                  <a:pt x="13090911" y="7120044"/>
                </a:cubicBezTo>
                <a:cubicBezTo>
                  <a:pt x="12363763" y="6392591"/>
                  <a:pt x="11410095" y="6028864"/>
                  <a:pt x="10456427" y="6028864"/>
                </a:cubicBezTo>
                <a:close/>
                <a:moveTo>
                  <a:pt x="10456427" y="0"/>
                </a:moveTo>
                <a:cubicBezTo>
                  <a:pt x="16231352" y="0"/>
                  <a:pt x="20912854" y="4681502"/>
                  <a:pt x="20912854" y="10456428"/>
                </a:cubicBezTo>
                <a:cubicBezTo>
                  <a:pt x="20912854" y="16231352"/>
                  <a:pt x="16231352" y="20912855"/>
                  <a:pt x="10456427" y="20912855"/>
                </a:cubicBezTo>
                <a:cubicBezTo>
                  <a:pt x="4681502" y="20912855"/>
                  <a:pt x="0" y="16231352"/>
                  <a:pt x="0" y="10456428"/>
                </a:cubicBezTo>
                <a:cubicBezTo>
                  <a:pt x="0" y="4681502"/>
                  <a:pt x="4681502" y="0"/>
                  <a:pt x="10456427" y="0"/>
                </a:cubicBezTo>
                <a:close/>
              </a:path>
            </a:pathLst>
          </a:custGeom>
          <a:solidFill>
            <a:schemeClr val="accent4">
              <a:alpha val="70000"/>
            </a:schemeClr>
          </a:solidFill>
          <a:ln>
            <a:noFill/>
          </a:ln>
          <a:effectLst/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  <a:noAutofit/>
          </a:bodyPr>
          <a:lstStyle/>
          <a:p>
            <a:pPr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31E18FD-DCDF-4791-B24A-41326B9A49B1}"/>
              </a:ext>
            </a:extLst>
          </p:cNvPr>
          <p:cNvSpPr>
            <a:spLocks/>
          </p:cNvSpPr>
          <p:nvPr/>
        </p:nvSpPr>
        <p:spPr bwMode="auto">
          <a:xfrm rot="20989499">
            <a:off x="2478831" y="-2896315"/>
            <a:ext cx="12650629" cy="12650630"/>
          </a:xfrm>
          <a:custGeom>
            <a:avLst/>
            <a:gdLst>
              <a:gd name="connsiteX0" fmla="*/ 10456427 w 20912854"/>
              <a:gd name="connsiteY0" fmla="*/ 6028864 h 20912855"/>
              <a:gd name="connsiteX1" fmla="*/ 7821943 w 20912854"/>
              <a:gd name="connsiteY1" fmla="*/ 7120044 h 20912855"/>
              <a:gd name="connsiteX2" fmla="*/ 7121444 w 20912854"/>
              <a:gd name="connsiteY2" fmla="*/ 7820837 h 20912855"/>
              <a:gd name="connsiteX3" fmla="*/ 7121444 w 20912854"/>
              <a:gd name="connsiteY3" fmla="*/ 13092017 h 20912855"/>
              <a:gd name="connsiteX4" fmla="*/ 7821943 w 20912854"/>
              <a:gd name="connsiteY4" fmla="*/ 13792810 h 20912855"/>
              <a:gd name="connsiteX5" fmla="*/ 13090911 w 20912854"/>
              <a:gd name="connsiteY5" fmla="*/ 13792810 h 20912855"/>
              <a:gd name="connsiteX6" fmla="*/ 13791410 w 20912854"/>
              <a:gd name="connsiteY6" fmla="*/ 13092017 h 20912855"/>
              <a:gd name="connsiteX7" fmla="*/ 13791410 w 20912854"/>
              <a:gd name="connsiteY7" fmla="*/ 7820837 h 20912855"/>
              <a:gd name="connsiteX8" fmla="*/ 13090911 w 20912854"/>
              <a:gd name="connsiteY8" fmla="*/ 7120044 h 20912855"/>
              <a:gd name="connsiteX9" fmla="*/ 10456427 w 20912854"/>
              <a:gd name="connsiteY9" fmla="*/ 6028864 h 20912855"/>
              <a:gd name="connsiteX10" fmla="*/ 10456427 w 20912854"/>
              <a:gd name="connsiteY10" fmla="*/ 0 h 20912855"/>
              <a:gd name="connsiteX11" fmla="*/ 20912854 w 20912854"/>
              <a:gd name="connsiteY11" fmla="*/ 10456428 h 20912855"/>
              <a:gd name="connsiteX12" fmla="*/ 10456427 w 20912854"/>
              <a:gd name="connsiteY12" fmla="*/ 20912855 h 20912855"/>
              <a:gd name="connsiteX13" fmla="*/ 0 w 20912854"/>
              <a:gd name="connsiteY13" fmla="*/ 10456428 h 20912855"/>
              <a:gd name="connsiteX14" fmla="*/ 10456427 w 20912854"/>
              <a:gd name="connsiteY14" fmla="*/ 0 h 20912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912854" h="20912855">
                <a:moveTo>
                  <a:pt x="10456427" y="6028864"/>
                </a:moveTo>
                <a:cubicBezTo>
                  <a:pt x="9502759" y="6028864"/>
                  <a:pt x="8549091" y="6392591"/>
                  <a:pt x="7821943" y="7120044"/>
                </a:cubicBezTo>
                <a:cubicBezTo>
                  <a:pt x="7821943" y="7120044"/>
                  <a:pt x="7821943" y="7120044"/>
                  <a:pt x="7121444" y="7820837"/>
                </a:cubicBezTo>
                <a:cubicBezTo>
                  <a:pt x="5667149" y="9275744"/>
                  <a:pt x="5667149" y="11637111"/>
                  <a:pt x="7121444" y="13092017"/>
                </a:cubicBezTo>
                <a:cubicBezTo>
                  <a:pt x="7121444" y="13092017"/>
                  <a:pt x="7121444" y="13092017"/>
                  <a:pt x="7821943" y="13792810"/>
                </a:cubicBezTo>
                <a:cubicBezTo>
                  <a:pt x="9276239" y="15247717"/>
                  <a:pt x="11636615" y="15247717"/>
                  <a:pt x="13090911" y="13792810"/>
                </a:cubicBezTo>
                <a:cubicBezTo>
                  <a:pt x="13090911" y="13792810"/>
                  <a:pt x="13090911" y="13792810"/>
                  <a:pt x="13791410" y="13092017"/>
                </a:cubicBezTo>
                <a:cubicBezTo>
                  <a:pt x="15245706" y="11637111"/>
                  <a:pt x="15245706" y="9275744"/>
                  <a:pt x="13791410" y="7820837"/>
                </a:cubicBezTo>
                <a:cubicBezTo>
                  <a:pt x="13791410" y="7820837"/>
                  <a:pt x="13791410" y="7820837"/>
                  <a:pt x="13090911" y="7120044"/>
                </a:cubicBezTo>
                <a:cubicBezTo>
                  <a:pt x="12363763" y="6392591"/>
                  <a:pt x="11410095" y="6028864"/>
                  <a:pt x="10456427" y="6028864"/>
                </a:cubicBezTo>
                <a:close/>
                <a:moveTo>
                  <a:pt x="10456427" y="0"/>
                </a:moveTo>
                <a:cubicBezTo>
                  <a:pt x="16231352" y="0"/>
                  <a:pt x="20912854" y="4681502"/>
                  <a:pt x="20912854" y="10456428"/>
                </a:cubicBezTo>
                <a:cubicBezTo>
                  <a:pt x="20912854" y="16231352"/>
                  <a:pt x="16231352" y="20912855"/>
                  <a:pt x="10456427" y="20912855"/>
                </a:cubicBezTo>
                <a:cubicBezTo>
                  <a:pt x="4681502" y="20912855"/>
                  <a:pt x="0" y="16231352"/>
                  <a:pt x="0" y="10456428"/>
                </a:cubicBezTo>
                <a:cubicBezTo>
                  <a:pt x="0" y="4681502"/>
                  <a:pt x="4681502" y="0"/>
                  <a:pt x="10456427" y="0"/>
                </a:cubicBez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  <a:effectLst/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  <a:noAutofit/>
          </a:bodyPr>
          <a:lstStyle/>
          <a:p>
            <a:pPr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F11C7FA-A585-49E4-8246-72E1EAC903BC}"/>
              </a:ext>
            </a:extLst>
          </p:cNvPr>
          <p:cNvSpPr>
            <a:spLocks/>
          </p:cNvSpPr>
          <p:nvPr/>
        </p:nvSpPr>
        <p:spPr bwMode="auto">
          <a:xfrm>
            <a:off x="2022715" y="-3320680"/>
            <a:ext cx="13569205" cy="13569206"/>
          </a:xfrm>
          <a:custGeom>
            <a:avLst/>
            <a:gdLst>
              <a:gd name="connsiteX0" fmla="*/ 10456427 w 20912854"/>
              <a:gd name="connsiteY0" fmla="*/ 6028864 h 20912855"/>
              <a:gd name="connsiteX1" fmla="*/ 7821943 w 20912854"/>
              <a:gd name="connsiteY1" fmla="*/ 7120044 h 20912855"/>
              <a:gd name="connsiteX2" fmla="*/ 7121444 w 20912854"/>
              <a:gd name="connsiteY2" fmla="*/ 7820837 h 20912855"/>
              <a:gd name="connsiteX3" fmla="*/ 7121444 w 20912854"/>
              <a:gd name="connsiteY3" fmla="*/ 13092017 h 20912855"/>
              <a:gd name="connsiteX4" fmla="*/ 7821943 w 20912854"/>
              <a:gd name="connsiteY4" fmla="*/ 13792810 h 20912855"/>
              <a:gd name="connsiteX5" fmla="*/ 13090911 w 20912854"/>
              <a:gd name="connsiteY5" fmla="*/ 13792810 h 20912855"/>
              <a:gd name="connsiteX6" fmla="*/ 13791410 w 20912854"/>
              <a:gd name="connsiteY6" fmla="*/ 13092017 h 20912855"/>
              <a:gd name="connsiteX7" fmla="*/ 13791410 w 20912854"/>
              <a:gd name="connsiteY7" fmla="*/ 7820837 h 20912855"/>
              <a:gd name="connsiteX8" fmla="*/ 13090911 w 20912854"/>
              <a:gd name="connsiteY8" fmla="*/ 7120044 h 20912855"/>
              <a:gd name="connsiteX9" fmla="*/ 10456427 w 20912854"/>
              <a:gd name="connsiteY9" fmla="*/ 6028864 h 20912855"/>
              <a:gd name="connsiteX10" fmla="*/ 10456427 w 20912854"/>
              <a:gd name="connsiteY10" fmla="*/ 0 h 20912855"/>
              <a:gd name="connsiteX11" fmla="*/ 20912854 w 20912854"/>
              <a:gd name="connsiteY11" fmla="*/ 10456428 h 20912855"/>
              <a:gd name="connsiteX12" fmla="*/ 10456427 w 20912854"/>
              <a:gd name="connsiteY12" fmla="*/ 20912855 h 20912855"/>
              <a:gd name="connsiteX13" fmla="*/ 0 w 20912854"/>
              <a:gd name="connsiteY13" fmla="*/ 10456428 h 20912855"/>
              <a:gd name="connsiteX14" fmla="*/ 10456427 w 20912854"/>
              <a:gd name="connsiteY14" fmla="*/ 0 h 20912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912854" h="20912855">
                <a:moveTo>
                  <a:pt x="10456427" y="6028864"/>
                </a:moveTo>
                <a:cubicBezTo>
                  <a:pt x="9502759" y="6028864"/>
                  <a:pt x="8549091" y="6392591"/>
                  <a:pt x="7821943" y="7120044"/>
                </a:cubicBezTo>
                <a:cubicBezTo>
                  <a:pt x="7821943" y="7120044"/>
                  <a:pt x="7821943" y="7120044"/>
                  <a:pt x="7121444" y="7820837"/>
                </a:cubicBezTo>
                <a:cubicBezTo>
                  <a:pt x="5667149" y="9275744"/>
                  <a:pt x="5667149" y="11637111"/>
                  <a:pt x="7121444" y="13092017"/>
                </a:cubicBezTo>
                <a:cubicBezTo>
                  <a:pt x="7121444" y="13092017"/>
                  <a:pt x="7121444" y="13092017"/>
                  <a:pt x="7821943" y="13792810"/>
                </a:cubicBezTo>
                <a:cubicBezTo>
                  <a:pt x="9276239" y="15247717"/>
                  <a:pt x="11636615" y="15247717"/>
                  <a:pt x="13090911" y="13792810"/>
                </a:cubicBezTo>
                <a:cubicBezTo>
                  <a:pt x="13090911" y="13792810"/>
                  <a:pt x="13090911" y="13792810"/>
                  <a:pt x="13791410" y="13092017"/>
                </a:cubicBezTo>
                <a:cubicBezTo>
                  <a:pt x="15245706" y="11637111"/>
                  <a:pt x="15245706" y="9275744"/>
                  <a:pt x="13791410" y="7820837"/>
                </a:cubicBezTo>
                <a:cubicBezTo>
                  <a:pt x="13791410" y="7820837"/>
                  <a:pt x="13791410" y="7820837"/>
                  <a:pt x="13090911" y="7120044"/>
                </a:cubicBezTo>
                <a:cubicBezTo>
                  <a:pt x="12363763" y="6392591"/>
                  <a:pt x="11410095" y="6028864"/>
                  <a:pt x="10456427" y="6028864"/>
                </a:cubicBezTo>
                <a:close/>
                <a:moveTo>
                  <a:pt x="10456427" y="0"/>
                </a:moveTo>
                <a:cubicBezTo>
                  <a:pt x="16231352" y="0"/>
                  <a:pt x="20912854" y="4681502"/>
                  <a:pt x="20912854" y="10456428"/>
                </a:cubicBezTo>
                <a:cubicBezTo>
                  <a:pt x="20912854" y="16231352"/>
                  <a:pt x="16231352" y="20912855"/>
                  <a:pt x="10456427" y="20912855"/>
                </a:cubicBezTo>
                <a:cubicBezTo>
                  <a:pt x="4681502" y="20912855"/>
                  <a:pt x="0" y="16231352"/>
                  <a:pt x="0" y="10456428"/>
                </a:cubicBezTo>
                <a:cubicBezTo>
                  <a:pt x="0" y="4681502"/>
                  <a:pt x="4681502" y="0"/>
                  <a:pt x="104564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  <a:noAutofit/>
          </a:bodyPr>
          <a:lstStyle/>
          <a:p>
            <a:pPr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DE9287-3BB4-4A10-998D-5D858659E1AC}"/>
              </a:ext>
            </a:extLst>
          </p:cNvPr>
          <p:cNvSpPr txBox="1"/>
          <p:nvPr/>
        </p:nvSpPr>
        <p:spPr>
          <a:xfrm>
            <a:off x="1578394" y="2486891"/>
            <a:ext cx="34982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554"/>
            <a:endParaRPr lang="en-US" sz="2200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9D55555-8E5F-4024-9289-A786602D3FC4}"/>
              </a:ext>
            </a:extLst>
          </p:cNvPr>
          <p:cNvSpPr txBox="1"/>
          <p:nvPr/>
        </p:nvSpPr>
        <p:spPr>
          <a:xfrm>
            <a:off x="1687453" y="2188655"/>
            <a:ext cx="344018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554"/>
            <a:r>
              <a:rPr lang="en-US" dirty="0"/>
              <a:t>Old or archived portrait photographs are often available only as grayscale scans that suffer from noise, scratches, and loss of color information. This project implements a CPU-friendly pipeline that maps a single-channel face image to a three-channel color reconstruction suitable for display and qualitative comparison with ground-truth color portraits.</a:t>
            </a:r>
            <a:endParaRPr lang="en-US" sz="1600" dirty="0">
              <a:latin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7CC1C00-5082-4686-BF5C-3751FEA33F0A}"/>
              </a:ext>
            </a:extLst>
          </p:cNvPr>
          <p:cNvSpPr txBox="1"/>
          <p:nvPr/>
        </p:nvSpPr>
        <p:spPr>
          <a:xfrm>
            <a:off x="1578394" y="191314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28554"/>
            <a:endParaRPr lang="en-US" sz="900" i="1" dirty="0">
              <a:solidFill>
                <a:srgbClr val="377DFF"/>
              </a:solidFill>
              <a:latin typeface="Calibri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ED025B9F-62AC-4940-94D2-21A2C5E2D5A2}"/>
              </a:ext>
            </a:extLst>
          </p:cNvPr>
          <p:cNvSpPr/>
          <p:nvPr/>
        </p:nvSpPr>
        <p:spPr>
          <a:xfrm>
            <a:off x="1763125" y="1254211"/>
            <a:ext cx="2967799" cy="832424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r>
              <a:rPr lang="en-US" sz="3200" dirty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711642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8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5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9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5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 nodePh="1">
                                  <p:stCondLst>
                                    <p:cond delay="1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6" grpId="0" animBg="1"/>
      <p:bldP spid="5" grpId="0" animBg="1"/>
      <p:bldP spid="4" grpId="0" animBg="1"/>
      <p:bldP spid="44" grpId="0"/>
      <p:bldP spid="45" grpId="0"/>
      <p:bldP spid="46" grpId="0"/>
      <p:bldP spid="4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82E79563-58D9-4229-92FA-CC010BA8435B}"/>
              </a:ext>
            </a:extLst>
          </p:cNvPr>
          <p:cNvSpPr/>
          <p:nvPr/>
        </p:nvSpPr>
        <p:spPr>
          <a:xfrm>
            <a:off x="781742" y="648062"/>
            <a:ext cx="10628516" cy="55237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8" name="Arrow: Chevron 107">
            <a:extLst>
              <a:ext uri="{FF2B5EF4-FFF2-40B4-BE49-F238E27FC236}">
                <a16:creationId xmlns:a16="http://schemas.microsoft.com/office/drawing/2014/main" id="{E7E67F23-0465-496D-8DA3-55BF11DA8F2F}"/>
              </a:ext>
            </a:extLst>
          </p:cNvPr>
          <p:cNvSpPr/>
          <p:nvPr/>
        </p:nvSpPr>
        <p:spPr>
          <a:xfrm>
            <a:off x="781742" y="648062"/>
            <a:ext cx="2657129" cy="5523781"/>
          </a:xfrm>
          <a:prstGeom prst="chevron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140" name="Arrow: Chevron 139">
            <a:extLst>
              <a:ext uri="{FF2B5EF4-FFF2-40B4-BE49-F238E27FC236}">
                <a16:creationId xmlns:a16="http://schemas.microsoft.com/office/drawing/2014/main" id="{06864D66-9551-4D44-A38E-0CB1412F9704}"/>
              </a:ext>
            </a:extLst>
          </p:cNvPr>
          <p:cNvSpPr/>
          <p:nvPr/>
        </p:nvSpPr>
        <p:spPr>
          <a:xfrm flipH="1">
            <a:off x="2858961" y="648062"/>
            <a:ext cx="1326773" cy="5523781"/>
          </a:xfrm>
          <a:prstGeom prst="chevron">
            <a:avLst>
              <a:gd name="adj" fmla="val 4604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135" name="Arrow: Chevron 134">
            <a:extLst>
              <a:ext uri="{FF2B5EF4-FFF2-40B4-BE49-F238E27FC236}">
                <a16:creationId xmlns:a16="http://schemas.microsoft.com/office/drawing/2014/main" id="{A576ADEC-F716-4127-9E00-A55005A81303}"/>
              </a:ext>
            </a:extLst>
          </p:cNvPr>
          <p:cNvSpPr/>
          <p:nvPr/>
        </p:nvSpPr>
        <p:spPr>
          <a:xfrm>
            <a:off x="3438871" y="648062"/>
            <a:ext cx="2657129" cy="5523781"/>
          </a:xfrm>
          <a:prstGeom prst="chevron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>
            <a:outerShdw blurRad="444500" dist="546100" dir="10800000" sx="97000" sy="97000" algn="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141" name="Arrow: Chevron 140">
            <a:extLst>
              <a:ext uri="{FF2B5EF4-FFF2-40B4-BE49-F238E27FC236}">
                <a16:creationId xmlns:a16="http://schemas.microsoft.com/office/drawing/2014/main" id="{5D2705D0-3E2B-4D5D-B730-82726F4D9B86}"/>
              </a:ext>
            </a:extLst>
          </p:cNvPr>
          <p:cNvSpPr/>
          <p:nvPr/>
        </p:nvSpPr>
        <p:spPr>
          <a:xfrm flipH="1">
            <a:off x="5517881" y="648062"/>
            <a:ext cx="1326773" cy="5523781"/>
          </a:xfrm>
          <a:prstGeom prst="chevron">
            <a:avLst>
              <a:gd name="adj" fmla="val 4604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138" name="Arrow: Chevron 137">
            <a:extLst>
              <a:ext uri="{FF2B5EF4-FFF2-40B4-BE49-F238E27FC236}">
                <a16:creationId xmlns:a16="http://schemas.microsoft.com/office/drawing/2014/main" id="{F16C2260-72B6-4640-AB17-0A9BB0E97407}"/>
              </a:ext>
            </a:extLst>
          </p:cNvPr>
          <p:cNvSpPr/>
          <p:nvPr/>
        </p:nvSpPr>
        <p:spPr>
          <a:xfrm>
            <a:off x="6096001" y="648062"/>
            <a:ext cx="2657129" cy="5523781"/>
          </a:xfrm>
          <a:prstGeom prst="chevron">
            <a:avLst>
              <a:gd name="adj" fmla="val 0"/>
            </a:avLst>
          </a:prstGeom>
          <a:solidFill>
            <a:schemeClr val="tx1"/>
          </a:solidFill>
          <a:ln>
            <a:noFill/>
          </a:ln>
          <a:effectLst>
            <a:outerShdw blurRad="444500" dist="546100" dir="10800000" sx="97000" sy="97000" algn="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142" name="Arrow: Chevron 141">
            <a:extLst>
              <a:ext uri="{FF2B5EF4-FFF2-40B4-BE49-F238E27FC236}">
                <a16:creationId xmlns:a16="http://schemas.microsoft.com/office/drawing/2014/main" id="{25948944-6DBF-4B56-8E19-EAA408167D7E}"/>
              </a:ext>
            </a:extLst>
          </p:cNvPr>
          <p:cNvSpPr/>
          <p:nvPr/>
        </p:nvSpPr>
        <p:spPr>
          <a:xfrm flipH="1">
            <a:off x="8167845" y="648062"/>
            <a:ext cx="1326773" cy="5523781"/>
          </a:xfrm>
          <a:prstGeom prst="chevron">
            <a:avLst>
              <a:gd name="adj" fmla="val 4604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139" name="Arrow: Chevron 138">
            <a:extLst>
              <a:ext uri="{FF2B5EF4-FFF2-40B4-BE49-F238E27FC236}">
                <a16:creationId xmlns:a16="http://schemas.microsoft.com/office/drawing/2014/main" id="{50EBDF47-5FAD-4E3B-A9B6-455A57A4D823}"/>
              </a:ext>
            </a:extLst>
          </p:cNvPr>
          <p:cNvSpPr/>
          <p:nvPr/>
        </p:nvSpPr>
        <p:spPr>
          <a:xfrm>
            <a:off x="8753130" y="648062"/>
            <a:ext cx="2657129" cy="5523781"/>
          </a:xfrm>
          <a:prstGeom prst="chevron">
            <a:avLst>
              <a:gd name="adj" fmla="val 0"/>
            </a:avLst>
          </a:prstGeom>
          <a:solidFill>
            <a:schemeClr val="accent4"/>
          </a:solidFill>
          <a:ln>
            <a:noFill/>
          </a:ln>
          <a:effectLst>
            <a:outerShdw blurRad="444500" dist="546100" dir="10800000" sx="97000" sy="97000" algn="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143" name="Arrow: Chevron 142">
            <a:extLst>
              <a:ext uri="{FF2B5EF4-FFF2-40B4-BE49-F238E27FC236}">
                <a16:creationId xmlns:a16="http://schemas.microsoft.com/office/drawing/2014/main" id="{A8D11136-6B88-40A4-BA4C-5430E2E513AD}"/>
              </a:ext>
            </a:extLst>
          </p:cNvPr>
          <p:cNvSpPr/>
          <p:nvPr/>
        </p:nvSpPr>
        <p:spPr>
          <a:xfrm flipH="1">
            <a:off x="10817809" y="648062"/>
            <a:ext cx="1326773" cy="5523781"/>
          </a:xfrm>
          <a:prstGeom prst="chevron">
            <a:avLst>
              <a:gd name="adj" fmla="val 4604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C490CB8-E9E9-4ED9-A86B-F64185F912F5}"/>
              </a:ext>
            </a:extLst>
          </p:cNvPr>
          <p:cNvSpPr txBox="1"/>
          <p:nvPr/>
        </p:nvSpPr>
        <p:spPr>
          <a:xfrm>
            <a:off x="1294035" y="3061383"/>
            <a:ext cx="141051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554">
              <a:defRPr/>
            </a:pPr>
            <a:r>
              <a:rPr lang="en-US" b="1" dirty="0"/>
              <a:t>Load paired gray-color data</a:t>
            </a:r>
            <a:endParaRPr lang="en-US" dirty="0"/>
          </a:p>
          <a:p>
            <a:pPr defTabSz="228554">
              <a:defRPr/>
            </a:pPr>
            <a:endParaRPr lang="en-US" sz="1600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10DC76FA-88A1-42C5-8DEC-84EC546DE421}"/>
              </a:ext>
            </a:extLst>
          </p:cNvPr>
          <p:cNvSpPr/>
          <p:nvPr/>
        </p:nvSpPr>
        <p:spPr>
          <a:xfrm>
            <a:off x="1294036" y="2361680"/>
            <a:ext cx="439215" cy="60003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228554">
              <a:defRPr/>
            </a:pPr>
            <a:r>
              <a:rPr lang="en-US" sz="3299" dirty="0">
                <a:solidFill>
                  <a:srgbClr val="FFFFFF"/>
                </a:solidFill>
                <a:latin typeface="Designball-Documents-02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5441253-9B1D-4ED6-80EA-EB4978DC3D02}"/>
              </a:ext>
            </a:extLst>
          </p:cNvPr>
          <p:cNvSpPr txBox="1"/>
          <p:nvPr/>
        </p:nvSpPr>
        <p:spPr>
          <a:xfrm>
            <a:off x="3971140" y="3061383"/>
            <a:ext cx="15614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554">
              <a:defRPr/>
            </a:pPr>
            <a:r>
              <a:rPr lang="en-US" b="1" dirty="0"/>
              <a:t>Train skip connection autoencoder</a:t>
            </a:r>
            <a:r>
              <a:rPr lang="en-US" sz="1600" b="1" dirty="0"/>
              <a:t> </a:t>
            </a:r>
            <a:endParaRPr lang="en-US" sz="1600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2D827DAB-955C-418B-A2A4-3AFBEAEC73A1}"/>
              </a:ext>
            </a:extLst>
          </p:cNvPr>
          <p:cNvSpPr/>
          <p:nvPr/>
        </p:nvSpPr>
        <p:spPr>
          <a:xfrm>
            <a:off x="3971141" y="2361680"/>
            <a:ext cx="439215" cy="60003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228554">
              <a:defRPr/>
            </a:pPr>
            <a:r>
              <a:rPr lang="en-US" sz="3299" dirty="0">
                <a:solidFill>
                  <a:srgbClr val="FFFFFF"/>
                </a:solidFill>
                <a:latin typeface="Designball-Documents-02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CC347457-89EB-4CB4-A189-0726BDAA9F15}"/>
              </a:ext>
            </a:extLst>
          </p:cNvPr>
          <p:cNvSpPr txBox="1"/>
          <p:nvPr/>
        </p:nvSpPr>
        <p:spPr>
          <a:xfrm>
            <a:off x="6643616" y="3061383"/>
            <a:ext cx="128605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554">
              <a:defRPr/>
            </a:pPr>
            <a:r>
              <a:rPr lang="fr-FR" b="1" dirty="0" err="1">
                <a:solidFill>
                  <a:srgbClr val="002060"/>
                </a:solidFill>
              </a:rPr>
              <a:t>Optimize</a:t>
            </a:r>
            <a:r>
              <a:rPr lang="fr-FR" b="1" dirty="0">
                <a:solidFill>
                  <a:srgbClr val="002060"/>
                </a:solidFill>
              </a:rPr>
              <a:t> L1 plus SSIM </a:t>
            </a:r>
            <a:r>
              <a:rPr lang="fr-FR" b="1" dirty="0" err="1">
                <a:solidFill>
                  <a:srgbClr val="002060"/>
                </a:solidFill>
              </a:rPr>
              <a:t>loss</a:t>
            </a:r>
            <a:endParaRPr lang="fr-FR" dirty="0">
              <a:solidFill>
                <a:srgbClr val="002060"/>
              </a:solidFill>
            </a:endParaRPr>
          </a:p>
          <a:p>
            <a:pPr defTabSz="228554">
              <a:defRPr/>
            </a:pPr>
            <a:endParaRPr lang="en-US" sz="1400" b="1" dirty="0">
              <a:solidFill>
                <a:srgbClr val="172144"/>
              </a:solidFill>
              <a:latin typeface="Century Gothic"/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D8AAADFD-E464-40C9-9939-E1B269043376}"/>
              </a:ext>
            </a:extLst>
          </p:cNvPr>
          <p:cNvSpPr/>
          <p:nvPr/>
        </p:nvSpPr>
        <p:spPr>
          <a:xfrm>
            <a:off x="6643617" y="2361680"/>
            <a:ext cx="439215" cy="60003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228554">
              <a:defRPr/>
            </a:pPr>
            <a:r>
              <a:rPr lang="en-US" sz="3299" dirty="0">
                <a:solidFill>
                  <a:srgbClr val="172144"/>
                </a:solidFill>
                <a:latin typeface="Designball-Documents-02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559B323D-7A6C-40E4-A6DF-190CB2C36A40}"/>
              </a:ext>
            </a:extLst>
          </p:cNvPr>
          <p:cNvSpPr txBox="1"/>
          <p:nvPr/>
        </p:nvSpPr>
        <p:spPr>
          <a:xfrm>
            <a:off x="9205448" y="3061383"/>
            <a:ext cx="146231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554">
              <a:defRPr/>
            </a:pPr>
            <a:r>
              <a:rPr lang="en-US" b="1" dirty="0"/>
              <a:t>Post-process output using OpenCV</a:t>
            </a:r>
            <a:endParaRPr lang="en-US" dirty="0"/>
          </a:p>
          <a:p>
            <a:pPr defTabSz="228554">
              <a:defRPr/>
            </a:pPr>
            <a:endParaRPr lang="en-US" sz="1400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C66A6CD7-BA5E-40DA-A2B3-D0EE930E8367}"/>
              </a:ext>
            </a:extLst>
          </p:cNvPr>
          <p:cNvSpPr/>
          <p:nvPr/>
        </p:nvSpPr>
        <p:spPr>
          <a:xfrm>
            <a:off x="9205449" y="2361680"/>
            <a:ext cx="439215" cy="60003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228554">
              <a:defRPr/>
            </a:pPr>
            <a:r>
              <a:rPr lang="en-US" sz="3299" dirty="0">
                <a:solidFill>
                  <a:srgbClr val="FFFFFF"/>
                </a:solidFill>
                <a:latin typeface="Designball-Documents-02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8911494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 animBg="1"/>
      <p:bldP spid="141" grpId="0" animBg="1"/>
      <p:bldP spid="142" grpId="0" animBg="1"/>
      <p:bldP spid="14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65F1488-38D5-4600-8437-0CD384AF8CF2}"/>
              </a:ext>
            </a:extLst>
          </p:cNvPr>
          <p:cNvSpPr/>
          <p:nvPr/>
        </p:nvSpPr>
        <p:spPr>
          <a:xfrm>
            <a:off x="781742" y="648062"/>
            <a:ext cx="10628516" cy="55237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6" name="Freeform 36">
            <a:extLst>
              <a:ext uri="{FF2B5EF4-FFF2-40B4-BE49-F238E27FC236}">
                <a16:creationId xmlns:a16="http://schemas.microsoft.com/office/drawing/2014/main" id="{2BE2BFAB-C278-4BD6-9F17-BA3816C7B76E}"/>
              </a:ext>
            </a:extLst>
          </p:cNvPr>
          <p:cNvSpPr>
            <a:spLocks noEditPoints="1"/>
          </p:cNvSpPr>
          <p:nvPr/>
        </p:nvSpPr>
        <p:spPr bwMode="auto">
          <a:xfrm>
            <a:off x="1617580" y="1710041"/>
            <a:ext cx="3436173" cy="3437919"/>
          </a:xfrm>
          <a:custGeom>
            <a:avLst/>
            <a:gdLst>
              <a:gd name="T0" fmla="*/ 1028 w 1966"/>
              <a:gd name="T1" fmla="*/ 1939 h 1966"/>
              <a:gd name="T2" fmla="*/ 1029 w 1966"/>
              <a:gd name="T3" fmla="*/ 1964 h 1966"/>
              <a:gd name="T4" fmla="*/ 830 w 1966"/>
              <a:gd name="T5" fmla="*/ 1939 h 1966"/>
              <a:gd name="T6" fmla="*/ 485 w 1966"/>
              <a:gd name="T7" fmla="*/ 1808 h 1966"/>
              <a:gd name="T8" fmla="*/ 787 w 1966"/>
              <a:gd name="T9" fmla="*/ 1921 h 1966"/>
              <a:gd name="T10" fmla="*/ 1216 w 1966"/>
              <a:gd name="T11" fmla="*/ 1934 h 1966"/>
              <a:gd name="T12" fmla="*/ 1291 w 1966"/>
              <a:gd name="T13" fmla="*/ 1882 h 1966"/>
              <a:gd name="T14" fmla="*/ 1408 w 1966"/>
              <a:gd name="T15" fmla="*/ 1825 h 1966"/>
              <a:gd name="T16" fmla="*/ 1431 w 1966"/>
              <a:gd name="T17" fmla="*/ 1840 h 1966"/>
              <a:gd name="T18" fmla="*/ 1345 w 1966"/>
              <a:gd name="T19" fmla="*/ 1886 h 1966"/>
              <a:gd name="T20" fmla="*/ 1253 w 1966"/>
              <a:gd name="T21" fmla="*/ 1922 h 1966"/>
              <a:gd name="T22" fmla="*/ 469 w 1966"/>
              <a:gd name="T23" fmla="*/ 1780 h 1966"/>
              <a:gd name="T24" fmla="*/ 373 w 1966"/>
              <a:gd name="T25" fmla="*/ 1714 h 1966"/>
              <a:gd name="T26" fmla="*/ 215 w 1966"/>
              <a:gd name="T27" fmla="*/ 1513 h 1966"/>
              <a:gd name="T28" fmla="*/ 414 w 1966"/>
              <a:gd name="T29" fmla="*/ 1717 h 1966"/>
              <a:gd name="T30" fmla="*/ 1548 w 1966"/>
              <a:gd name="T31" fmla="*/ 1738 h 1966"/>
              <a:gd name="T32" fmla="*/ 1579 w 1966"/>
              <a:gd name="T33" fmla="*/ 1691 h 1966"/>
              <a:gd name="T34" fmla="*/ 1726 w 1966"/>
              <a:gd name="T35" fmla="*/ 1543 h 1966"/>
              <a:gd name="T36" fmla="*/ 169 w 1966"/>
              <a:gd name="T37" fmla="*/ 1496 h 1966"/>
              <a:gd name="T38" fmla="*/ 144 w 1966"/>
              <a:gd name="T39" fmla="*/ 1461 h 1966"/>
              <a:gd name="T40" fmla="*/ 21 w 1966"/>
              <a:gd name="T41" fmla="*/ 1169 h 1966"/>
              <a:gd name="T42" fmla="*/ 159 w 1966"/>
              <a:gd name="T43" fmla="*/ 1437 h 1966"/>
              <a:gd name="T44" fmla="*/ 1833 w 1966"/>
              <a:gd name="T45" fmla="*/ 1393 h 1966"/>
              <a:gd name="T46" fmla="*/ 1858 w 1966"/>
              <a:gd name="T47" fmla="*/ 1374 h 1966"/>
              <a:gd name="T48" fmla="*/ 1962 w 1966"/>
              <a:gd name="T49" fmla="*/ 1064 h 1966"/>
              <a:gd name="T50" fmla="*/ 12 w 1966"/>
              <a:gd name="T51" fmla="*/ 1126 h 1966"/>
              <a:gd name="T52" fmla="*/ 2 w 1966"/>
              <a:gd name="T53" fmla="*/ 938 h 1966"/>
              <a:gd name="T54" fmla="*/ 29 w 1966"/>
              <a:gd name="T55" fmla="*/ 1090 h 1966"/>
              <a:gd name="T56" fmla="*/ 1965 w 1966"/>
              <a:gd name="T57" fmla="*/ 1021 h 1966"/>
              <a:gd name="T58" fmla="*/ 1882 w 1966"/>
              <a:gd name="T59" fmla="*/ 666 h 1966"/>
              <a:gd name="T60" fmla="*/ 1953 w 1966"/>
              <a:gd name="T61" fmla="*/ 990 h 1966"/>
              <a:gd name="T62" fmla="*/ 65 w 1966"/>
              <a:gd name="T63" fmla="*/ 703 h 1966"/>
              <a:gd name="T64" fmla="*/ 215 w 1966"/>
              <a:gd name="T65" fmla="*/ 413 h 1966"/>
              <a:gd name="T66" fmla="*/ 1866 w 1966"/>
              <a:gd name="T67" fmla="*/ 637 h 1966"/>
              <a:gd name="T68" fmla="*/ 1782 w 1966"/>
              <a:gd name="T69" fmla="*/ 492 h 1966"/>
              <a:gd name="T70" fmla="*/ 1691 w 1966"/>
              <a:gd name="T71" fmla="*/ 386 h 1966"/>
              <a:gd name="T72" fmla="*/ 1741 w 1966"/>
              <a:gd name="T73" fmla="*/ 401 h 1966"/>
              <a:gd name="T74" fmla="*/ 1870 w 1966"/>
              <a:gd name="T75" fmla="*/ 588 h 1966"/>
              <a:gd name="T76" fmla="*/ 262 w 1966"/>
              <a:gd name="T77" fmla="*/ 381 h 1966"/>
              <a:gd name="T78" fmla="*/ 413 w 1966"/>
              <a:gd name="T79" fmla="*/ 215 h 1966"/>
              <a:gd name="T80" fmla="*/ 510 w 1966"/>
              <a:gd name="T81" fmla="*/ 141 h 1966"/>
              <a:gd name="T82" fmla="*/ 472 w 1966"/>
              <a:gd name="T83" fmla="*/ 199 h 1966"/>
              <a:gd name="T84" fmla="*/ 283 w 1966"/>
              <a:gd name="T85" fmla="*/ 373 h 1966"/>
              <a:gd name="T86" fmla="*/ 1609 w 1966"/>
              <a:gd name="T87" fmla="*/ 299 h 1966"/>
              <a:gd name="T88" fmla="*/ 1346 w 1966"/>
              <a:gd name="T89" fmla="*/ 104 h 1966"/>
              <a:gd name="T90" fmla="*/ 1618 w 1966"/>
              <a:gd name="T91" fmla="*/ 277 h 1966"/>
              <a:gd name="T92" fmla="*/ 546 w 1966"/>
              <a:gd name="T93" fmla="*/ 118 h 1966"/>
              <a:gd name="T94" fmla="*/ 584 w 1966"/>
              <a:gd name="T95" fmla="*/ 97 h 1966"/>
              <a:gd name="T96" fmla="*/ 890 w 1966"/>
              <a:gd name="T97" fmla="*/ 30 h 1966"/>
              <a:gd name="T98" fmla="*/ 1308 w 1966"/>
              <a:gd name="T99" fmla="*/ 77 h 1966"/>
              <a:gd name="T100" fmla="*/ 1276 w 1966"/>
              <a:gd name="T101" fmla="*/ 78 h 1966"/>
              <a:gd name="T102" fmla="*/ 1167 w 1966"/>
              <a:gd name="T103" fmla="*/ 46 h 1966"/>
              <a:gd name="T104" fmla="*/ 1062 w 1966"/>
              <a:gd name="T105" fmla="*/ 29 h 1966"/>
              <a:gd name="T106" fmla="*/ 1052 w 1966"/>
              <a:gd name="T107" fmla="*/ 2 h 1966"/>
              <a:gd name="T108" fmla="*/ 1124 w 1966"/>
              <a:gd name="T109" fmla="*/ 11 h 1966"/>
              <a:gd name="T110" fmla="*/ 1285 w 1966"/>
              <a:gd name="T111" fmla="*/ 54 h 1966"/>
              <a:gd name="T112" fmla="*/ 943 w 1966"/>
              <a:gd name="T113" fmla="*/ 13 h 19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966" h="1966">
                <a:moveTo>
                  <a:pt x="984" y="1966"/>
                </a:moveTo>
                <a:cubicBezTo>
                  <a:pt x="941" y="1966"/>
                  <a:pt x="899" y="1962"/>
                  <a:pt x="858" y="1956"/>
                </a:cubicBezTo>
                <a:cubicBezTo>
                  <a:pt x="858" y="1956"/>
                  <a:pt x="858" y="1956"/>
                  <a:pt x="858" y="1956"/>
                </a:cubicBezTo>
                <a:cubicBezTo>
                  <a:pt x="854" y="1956"/>
                  <a:pt x="851" y="1954"/>
                  <a:pt x="849" y="1951"/>
                </a:cubicBezTo>
                <a:cubicBezTo>
                  <a:pt x="847" y="1949"/>
                  <a:pt x="846" y="1945"/>
                  <a:pt x="847" y="1942"/>
                </a:cubicBezTo>
                <a:cubicBezTo>
                  <a:pt x="848" y="1935"/>
                  <a:pt x="854" y="1930"/>
                  <a:pt x="861" y="1931"/>
                </a:cubicBezTo>
                <a:cubicBezTo>
                  <a:pt x="902" y="1937"/>
                  <a:pt x="943" y="1940"/>
                  <a:pt x="984" y="1940"/>
                </a:cubicBezTo>
                <a:cubicBezTo>
                  <a:pt x="998" y="1940"/>
                  <a:pt x="1013" y="1940"/>
                  <a:pt x="1028" y="1939"/>
                </a:cubicBezTo>
                <a:cubicBezTo>
                  <a:pt x="1028" y="1939"/>
                  <a:pt x="1028" y="1939"/>
                  <a:pt x="1028" y="1939"/>
                </a:cubicBezTo>
                <a:cubicBezTo>
                  <a:pt x="1039" y="1938"/>
                  <a:pt x="1050" y="1938"/>
                  <a:pt x="1061" y="1937"/>
                </a:cubicBezTo>
                <a:cubicBezTo>
                  <a:pt x="1097" y="1933"/>
                  <a:pt x="1133" y="1927"/>
                  <a:pt x="1169" y="1919"/>
                </a:cubicBezTo>
                <a:cubicBezTo>
                  <a:pt x="1175" y="1918"/>
                  <a:pt x="1182" y="1922"/>
                  <a:pt x="1184" y="1929"/>
                </a:cubicBezTo>
                <a:cubicBezTo>
                  <a:pt x="1185" y="1936"/>
                  <a:pt x="1181" y="1943"/>
                  <a:pt x="1174" y="1944"/>
                </a:cubicBezTo>
                <a:cubicBezTo>
                  <a:pt x="1137" y="1953"/>
                  <a:pt x="1100" y="1959"/>
                  <a:pt x="1063" y="1962"/>
                </a:cubicBezTo>
                <a:cubicBezTo>
                  <a:pt x="1052" y="1963"/>
                  <a:pt x="1041" y="1964"/>
                  <a:pt x="1030" y="1964"/>
                </a:cubicBezTo>
                <a:cubicBezTo>
                  <a:pt x="1029" y="1964"/>
                  <a:pt x="1029" y="1964"/>
                  <a:pt x="1029" y="1964"/>
                </a:cubicBezTo>
                <a:cubicBezTo>
                  <a:pt x="1029" y="1964"/>
                  <a:pt x="1029" y="1964"/>
                  <a:pt x="1029" y="1964"/>
                </a:cubicBezTo>
                <a:cubicBezTo>
                  <a:pt x="1014" y="1965"/>
                  <a:pt x="999" y="1966"/>
                  <a:pt x="984" y="1966"/>
                </a:cubicBezTo>
                <a:close/>
                <a:moveTo>
                  <a:pt x="818" y="1949"/>
                </a:moveTo>
                <a:cubicBezTo>
                  <a:pt x="817" y="1949"/>
                  <a:pt x="816" y="1949"/>
                  <a:pt x="815" y="1949"/>
                </a:cubicBezTo>
                <a:cubicBezTo>
                  <a:pt x="812" y="1949"/>
                  <a:pt x="809" y="1947"/>
                  <a:pt x="807" y="1944"/>
                </a:cubicBezTo>
                <a:cubicBezTo>
                  <a:pt x="805" y="1941"/>
                  <a:pt x="804" y="1938"/>
                  <a:pt x="805" y="1934"/>
                </a:cubicBezTo>
                <a:cubicBezTo>
                  <a:pt x="806" y="1927"/>
                  <a:pt x="813" y="1923"/>
                  <a:pt x="820" y="1924"/>
                </a:cubicBezTo>
                <a:cubicBezTo>
                  <a:pt x="827" y="1926"/>
                  <a:pt x="831" y="1932"/>
                  <a:pt x="830" y="1939"/>
                </a:cubicBezTo>
                <a:cubicBezTo>
                  <a:pt x="829" y="1945"/>
                  <a:pt x="824" y="1949"/>
                  <a:pt x="818" y="1949"/>
                </a:cubicBezTo>
                <a:close/>
                <a:moveTo>
                  <a:pt x="776" y="1940"/>
                </a:moveTo>
                <a:cubicBezTo>
                  <a:pt x="775" y="1940"/>
                  <a:pt x="774" y="1940"/>
                  <a:pt x="773" y="1940"/>
                </a:cubicBezTo>
                <a:cubicBezTo>
                  <a:pt x="741" y="1932"/>
                  <a:pt x="710" y="1922"/>
                  <a:pt x="679" y="1910"/>
                </a:cubicBezTo>
                <a:cubicBezTo>
                  <a:pt x="664" y="1905"/>
                  <a:pt x="649" y="1899"/>
                  <a:pt x="635" y="1892"/>
                </a:cubicBezTo>
                <a:cubicBezTo>
                  <a:pt x="589" y="1872"/>
                  <a:pt x="546" y="1849"/>
                  <a:pt x="505" y="1822"/>
                </a:cubicBezTo>
                <a:cubicBezTo>
                  <a:pt x="505" y="1821"/>
                  <a:pt x="505" y="1821"/>
                  <a:pt x="505" y="1821"/>
                </a:cubicBezTo>
                <a:cubicBezTo>
                  <a:pt x="485" y="1808"/>
                  <a:pt x="485" y="1808"/>
                  <a:pt x="485" y="1808"/>
                </a:cubicBezTo>
                <a:cubicBezTo>
                  <a:pt x="479" y="1804"/>
                  <a:pt x="478" y="1796"/>
                  <a:pt x="482" y="1790"/>
                </a:cubicBezTo>
                <a:cubicBezTo>
                  <a:pt x="484" y="1787"/>
                  <a:pt x="488" y="1785"/>
                  <a:pt x="493" y="1785"/>
                </a:cubicBezTo>
                <a:cubicBezTo>
                  <a:pt x="495" y="1785"/>
                  <a:pt x="498" y="1785"/>
                  <a:pt x="500" y="1787"/>
                </a:cubicBezTo>
                <a:cubicBezTo>
                  <a:pt x="520" y="1800"/>
                  <a:pt x="520" y="1800"/>
                  <a:pt x="520" y="1800"/>
                </a:cubicBezTo>
                <a:cubicBezTo>
                  <a:pt x="559" y="1827"/>
                  <a:pt x="601" y="1850"/>
                  <a:pt x="645" y="1869"/>
                </a:cubicBezTo>
                <a:cubicBezTo>
                  <a:pt x="659" y="1875"/>
                  <a:pt x="674" y="1881"/>
                  <a:pt x="688" y="1887"/>
                </a:cubicBezTo>
                <a:cubicBezTo>
                  <a:pt x="718" y="1898"/>
                  <a:pt x="748" y="1907"/>
                  <a:pt x="779" y="1915"/>
                </a:cubicBezTo>
                <a:cubicBezTo>
                  <a:pt x="783" y="1916"/>
                  <a:pt x="785" y="1918"/>
                  <a:pt x="787" y="1921"/>
                </a:cubicBezTo>
                <a:cubicBezTo>
                  <a:pt x="789" y="1924"/>
                  <a:pt x="789" y="1927"/>
                  <a:pt x="789" y="1931"/>
                </a:cubicBezTo>
                <a:cubicBezTo>
                  <a:pt x="787" y="1936"/>
                  <a:pt x="782" y="1940"/>
                  <a:pt x="776" y="1940"/>
                </a:cubicBezTo>
                <a:close/>
                <a:moveTo>
                  <a:pt x="1212" y="1934"/>
                </a:moveTo>
                <a:cubicBezTo>
                  <a:pt x="1207" y="1934"/>
                  <a:pt x="1202" y="1930"/>
                  <a:pt x="1200" y="1925"/>
                </a:cubicBezTo>
                <a:cubicBezTo>
                  <a:pt x="1198" y="1918"/>
                  <a:pt x="1202" y="1911"/>
                  <a:pt x="1209" y="1909"/>
                </a:cubicBezTo>
                <a:cubicBezTo>
                  <a:pt x="1216" y="1907"/>
                  <a:pt x="1223" y="1911"/>
                  <a:pt x="1225" y="1918"/>
                </a:cubicBezTo>
                <a:cubicBezTo>
                  <a:pt x="1227" y="1925"/>
                  <a:pt x="1223" y="1932"/>
                  <a:pt x="1216" y="1934"/>
                </a:cubicBezTo>
                <a:cubicBezTo>
                  <a:pt x="1216" y="1934"/>
                  <a:pt x="1216" y="1934"/>
                  <a:pt x="1216" y="1934"/>
                </a:cubicBezTo>
                <a:cubicBezTo>
                  <a:pt x="1215" y="1934"/>
                  <a:pt x="1214" y="1934"/>
                  <a:pt x="1212" y="1934"/>
                </a:cubicBezTo>
                <a:close/>
                <a:moveTo>
                  <a:pt x="1253" y="1922"/>
                </a:moveTo>
                <a:cubicBezTo>
                  <a:pt x="1248" y="1922"/>
                  <a:pt x="1243" y="1918"/>
                  <a:pt x="1241" y="1913"/>
                </a:cubicBezTo>
                <a:cubicBezTo>
                  <a:pt x="1240" y="1910"/>
                  <a:pt x="1240" y="1906"/>
                  <a:pt x="1242" y="1903"/>
                </a:cubicBezTo>
                <a:cubicBezTo>
                  <a:pt x="1243" y="1900"/>
                  <a:pt x="1246" y="1898"/>
                  <a:pt x="1249" y="1897"/>
                </a:cubicBezTo>
                <a:cubicBezTo>
                  <a:pt x="1260" y="1893"/>
                  <a:pt x="1270" y="1889"/>
                  <a:pt x="1282" y="1885"/>
                </a:cubicBezTo>
                <a:cubicBezTo>
                  <a:pt x="1285" y="1884"/>
                  <a:pt x="1288" y="1883"/>
                  <a:pt x="1291" y="1882"/>
                </a:cubicBezTo>
                <a:cubicBezTo>
                  <a:pt x="1291" y="1882"/>
                  <a:pt x="1291" y="1882"/>
                  <a:pt x="1291" y="1882"/>
                </a:cubicBezTo>
                <a:cubicBezTo>
                  <a:pt x="1297" y="1880"/>
                  <a:pt x="1302" y="1877"/>
                  <a:pt x="1309" y="1874"/>
                </a:cubicBezTo>
                <a:cubicBezTo>
                  <a:pt x="1310" y="1874"/>
                  <a:pt x="1311" y="1873"/>
                  <a:pt x="1312" y="1873"/>
                </a:cubicBezTo>
                <a:cubicBezTo>
                  <a:pt x="1334" y="1863"/>
                  <a:pt x="1334" y="1863"/>
                  <a:pt x="1334" y="1863"/>
                </a:cubicBezTo>
                <a:cubicBezTo>
                  <a:pt x="1348" y="1856"/>
                  <a:pt x="1363" y="1850"/>
                  <a:pt x="1376" y="1842"/>
                </a:cubicBezTo>
                <a:cubicBezTo>
                  <a:pt x="1376" y="1842"/>
                  <a:pt x="1376" y="1842"/>
                  <a:pt x="1376" y="1842"/>
                </a:cubicBezTo>
                <a:cubicBezTo>
                  <a:pt x="1401" y="1829"/>
                  <a:pt x="1401" y="1829"/>
                  <a:pt x="1401" y="1829"/>
                </a:cubicBezTo>
                <a:cubicBezTo>
                  <a:pt x="1401" y="1829"/>
                  <a:pt x="1401" y="1828"/>
                  <a:pt x="1401" y="1828"/>
                </a:cubicBezTo>
                <a:cubicBezTo>
                  <a:pt x="1408" y="1825"/>
                  <a:pt x="1408" y="1825"/>
                  <a:pt x="1408" y="1825"/>
                </a:cubicBezTo>
                <a:cubicBezTo>
                  <a:pt x="1410" y="1823"/>
                  <a:pt x="1412" y="1822"/>
                  <a:pt x="1414" y="1821"/>
                </a:cubicBezTo>
                <a:cubicBezTo>
                  <a:pt x="1415" y="1820"/>
                  <a:pt x="1417" y="1819"/>
                  <a:pt x="1418" y="1819"/>
                </a:cubicBezTo>
                <a:cubicBezTo>
                  <a:pt x="1453" y="1797"/>
                  <a:pt x="1486" y="1773"/>
                  <a:pt x="1518" y="1747"/>
                </a:cubicBezTo>
                <a:cubicBezTo>
                  <a:pt x="1520" y="1745"/>
                  <a:pt x="1523" y="1744"/>
                  <a:pt x="1526" y="1744"/>
                </a:cubicBezTo>
                <a:cubicBezTo>
                  <a:pt x="1530" y="1744"/>
                  <a:pt x="1533" y="1746"/>
                  <a:pt x="1536" y="1749"/>
                </a:cubicBezTo>
                <a:cubicBezTo>
                  <a:pt x="1538" y="1752"/>
                  <a:pt x="1539" y="1755"/>
                  <a:pt x="1538" y="1758"/>
                </a:cubicBezTo>
                <a:cubicBezTo>
                  <a:pt x="1538" y="1762"/>
                  <a:pt x="1537" y="1765"/>
                  <a:pt x="1534" y="1767"/>
                </a:cubicBezTo>
                <a:cubicBezTo>
                  <a:pt x="1501" y="1794"/>
                  <a:pt x="1467" y="1819"/>
                  <a:pt x="1431" y="1840"/>
                </a:cubicBezTo>
                <a:cubicBezTo>
                  <a:pt x="1430" y="1841"/>
                  <a:pt x="1429" y="1842"/>
                  <a:pt x="1428" y="1842"/>
                </a:cubicBezTo>
                <a:cubicBezTo>
                  <a:pt x="1426" y="1844"/>
                  <a:pt x="1423" y="1845"/>
                  <a:pt x="1421" y="1847"/>
                </a:cubicBezTo>
                <a:cubicBezTo>
                  <a:pt x="1414" y="1850"/>
                  <a:pt x="1414" y="1850"/>
                  <a:pt x="1414" y="1850"/>
                </a:cubicBezTo>
                <a:cubicBezTo>
                  <a:pt x="1415" y="1850"/>
                  <a:pt x="1415" y="1850"/>
                  <a:pt x="1415" y="1850"/>
                </a:cubicBezTo>
                <a:cubicBezTo>
                  <a:pt x="1410" y="1853"/>
                  <a:pt x="1410" y="1853"/>
                  <a:pt x="1410" y="1853"/>
                </a:cubicBezTo>
                <a:cubicBezTo>
                  <a:pt x="1389" y="1865"/>
                  <a:pt x="1389" y="1865"/>
                  <a:pt x="1389" y="1865"/>
                </a:cubicBezTo>
                <a:cubicBezTo>
                  <a:pt x="1374" y="1872"/>
                  <a:pt x="1360" y="1879"/>
                  <a:pt x="1345" y="1886"/>
                </a:cubicBezTo>
                <a:cubicBezTo>
                  <a:pt x="1345" y="1886"/>
                  <a:pt x="1345" y="1886"/>
                  <a:pt x="1345" y="1886"/>
                </a:cubicBezTo>
                <a:cubicBezTo>
                  <a:pt x="1322" y="1896"/>
                  <a:pt x="1322" y="1896"/>
                  <a:pt x="1322" y="1896"/>
                </a:cubicBezTo>
                <a:cubicBezTo>
                  <a:pt x="1321" y="1897"/>
                  <a:pt x="1320" y="1897"/>
                  <a:pt x="1319" y="1898"/>
                </a:cubicBezTo>
                <a:cubicBezTo>
                  <a:pt x="1313" y="1900"/>
                  <a:pt x="1306" y="1903"/>
                  <a:pt x="1300" y="1906"/>
                </a:cubicBezTo>
                <a:cubicBezTo>
                  <a:pt x="1296" y="1907"/>
                  <a:pt x="1293" y="1908"/>
                  <a:pt x="1290" y="1909"/>
                </a:cubicBezTo>
                <a:cubicBezTo>
                  <a:pt x="1279" y="1913"/>
                  <a:pt x="1268" y="1917"/>
                  <a:pt x="1257" y="1921"/>
                </a:cubicBezTo>
                <a:cubicBezTo>
                  <a:pt x="1257" y="1921"/>
                  <a:pt x="1257" y="1921"/>
                  <a:pt x="1257" y="1921"/>
                </a:cubicBezTo>
                <a:cubicBezTo>
                  <a:pt x="1257" y="1921"/>
                  <a:pt x="1257" y="1921"/>
                  <a:pt x="1257" y="1921"/>
                </a:cubicBezTo>
                <a:cubicBezTo>
                  <a:pt x="1255" y="1922"/>
                  <a:pt x="1254" y="1922"/>
                  <a:pt x="1253" y="1922"/>
                </a:cubicBezTo>
                <a:close/>
                <a:moveTo>
                  <a:pt x="459" y="1785"/>
                </a:moveTo>
                <a:cubicBezTo>
                  <a:pt x="458" y="1785"/>
                  <a:pt x="458" y="1785"/>
                  <a:pt x="458" y="1785"/>
                </a:cubicBezTo>
                <a:cubicBezTo>
                  <a:pt x="456" y="1785"/>
                  <a:pt x="453" y="1784"/>
                  <a:pt x="451" y="1782"/>
                </a:cubicBezTo>
                <a:cubicBezTo>
                  <a:pt x="448" y="1780"/>
                  <a:pt x="446" y="1777"/>
                  <a:pt x="446" y="1773"/>
                </a:cubicBezTo>
                <a:cubicBezTo>
                  <a:pt x="445" y="1770"/>
                  <a:pt x="446" y="1767"/>
                  <a:pt x="448" y="1764"/>
                </a:cubicBezTo>
                <a:cubicBezTo>
                  <a:pt x="451" y="1761"/>
                  <a:pt x="455" y="1759"/>
                  <a:pt x="459" y="1759"/>
                </a:cubicBezTo>
                <a:cubicBezTo>
                  <a:pt x="461" y="1759"/>
                  <a:pt x="464" y="1760"/>
                  <a:pt x="466" y="1762"/>
                </a:cubicBezTo>
                <a:cubicBezTo>
                  <a:pt x="472" y="1766"/>
                  <a:pt x="473" y="1774"/>
                  <a:pt x="469" y="1780"/>
                </a:cubicBezTo>
                <a:cubicBezTo>
                  <a:pt x="466" y="1783"/>
                  <a:pt x="462" y="1785"/>
                  <a:pt x="459" y="1785"/>
                </a:cubicBezTo>
                <a:close/>
                <a:moveTo>
                  <a:pt x="426" y="1758"/>
                </a:moveTo>
                <a:cubicBezTo>
                  <a:pt x="423" y="1758"/>
                  <a:pt x="420" y="1756"/>
                  <a:pt x="418" y="1754"/>
                </a:cubicBezTo>
                <a:cubicBezTo>
                  <a:pt x="409" y="1747"/>
                  <a:pt x="409" y="1747"/>
                  <a:pt x="409" y="1747"/>
                </a:cubicBezTo>
                <a:cubicBezTo>
                  <a:pt x="404" y="1743"/>
                  <a:pt x="400" y="1739"/>
                  <a:pt x="396" y="1736"/>
                </a:cubicBezTo>
                <a:cubicBezTo>
                  <a:pt x="395" y="1734"/>
                  <a:pt x="393" y="1732"/>
                  <a:pt x="391" y="1730"/>
                </a:cubicBezTo>
                <a:cubicBezTo>
                  <a:pt x="391" y="1730"/>
                  <a:pt x="391" y="1730"/>
                  <a:pt x="391" y="1730"/>
                </a:cubicBezTo>
                <a:cubicBezTo>
                  <a:pt x="373" y="1714"/>
                  <a:pt x="373" y="1714"/>
                  <a:pt x="373" y="1714"/>
                </a:cubicBezTo>
                <a:cubicBezTo>
                  <a:pt x="252" y="1592"/>
                  <a:pt x="252" y="1592"/>
                  <a:pt x="252" y="1592"/>
                </a:cubicBezTo>
                <a:cubicBezTo>
                  <a:pt x="227" y="1566"/>
                  <a:pt x="227" y="1566"/>
                  <a:pt x="227" y="1566"/>
                </a:cubicBezTo>
                <a:cubicBezTo>
                  <a:pt x="223" y="1562"/>
                  <a:pt x="219" y="1558"/>
                  <a:pt x="216" y="1553"/>
                </a:cubicBezTo>
                <a:cubicBezTo>
                  <a:pt x="214" y="1552"/>
                  <a:pt x="213" y="1550"/>
                  <a:pt x="211" y="1548"/>
                </a:cubicBezTo>
                <a:cubicBezTo>
                  <a:pt x="196" y="1530"/>
                  <a:pt x="196" y="1530"/>
                  <a:pt x="196" y="1530"/>
                </a:cubicBezTo>
                <a:cubicBezTo>
                  <a:pt x="193" y="1527"/>
                  <a:pt x="192" y="1524"/>
                  <a:pt x="193" y="1521"/>
                </a:cubicBezTo>
                <a:cubicBezTo>
                  <a:pt x="193" y="1517"/>
                  <a:pt x="194" y="1514"/>
                  <a:pt x="197" y="1512"/>
                </a:cubicBezTo>
                <a:cubicBezTo>
                  <a:pt x="202" y="1508"/>
                  <a:pt x="211" y="1508"/>
                  <a:pt x="215" y="1513"/>
                </a:cubicBezTo>
                <a:cubicBezTo>
                  <a:pt x="230" y="1531"/>
                  <a:pt x="230" y="1531"/>
                  <a:pt x="230" y="1531"/>
                </a:cubicBezTo>
                <a:cubicBezTo>
                  <a:pt x="232" y="1533"/>
                  <a:pt x="234" y="1535"/>
                  <a:pt x="235" y="1537"/>
                </a:cubicBezTo>
                <a:cubicBezTo>
                  <a:pt x="239" y="1541"/>
                  <a:pt x="242" y="1545"/>
                  <a:pt x="246" y="1549"/>
                </a:cubicBezTo>
                <a:cubicBezTo>
                  <a:pt x="246" y="1549"/>
                  <a:pt x="246" y="1549"/>
                  <a:pt x="246" y="1549"/>
                </a:cubicBezTo>
                <a:cubicBezTo>
                  <a:pt x="270" y="1575"/>
                  <a:pt x="270" y="1575"/>
                  <a:pt x="270" y="1575"/>
                </a:cubicBezTo>
                <a:cubicBezTo>
                  <a:pt x="391" y="1695"/>
                  <a:pt x="391" y="1695"/>
                  <a:pt x="391" y="1695"/>
                </a:cubicBezTo>
                <a:cubicBezTo>
                  <a:pt x="408" y="1712"/>
                  <a:pt x="408" y="1712"/>
                  <a:pt x="408" y="1712"/>
                </a:cubicBezTo>
                <a:cubicBezTo>
                  <a:pt x="410" y="1714"/>
                  <a:pt x="412" y="1715"/>
                  <a:pt x="414" y="1717"/>
                </a:cubicBezTo>
                <a:cubicBezTo>
                  <a:pt x="418" y="1721"/>
                  <a:pt x="422" y="1725"/>
                  <a:pt x="425" y="1728"/>
                </a:cubicBezTo>
                <a:cubicBezTo>
                  <a:pt x="425" y="1728"/>
                  <a:pt x="425" y="1728"/>
                  <a:pt x="425" y="1728"/>
                </a:cubicBezTo>
                <a:cubicBezTo>
                  <a:pt x="434" y="1735"/>
                  <a:pt x="434" y="1735"/>
                  <a:pt x="434" y="1735"/>
                </a:cubicBezTo>
                <a:cubicBezTo>
                  <a:pt x="437" y="1737"/>
                  <a:pt x="438" y="1740"/>
                  <a:pt x="439" y="1744"/>
                </a:cubicBezTo>
                <a:cubicBezTo>
                  <a:pt x="439" y="1747"/>
                  <a:pt x="438" y="1751"/>
                  <a:pt x="435" y="1753"/>
                </a:cubicBezTo>
                <a:cubicBezTo>
                  <a:pt x="433" y="1756"/>
                  <a:pt x="430" y="1758"/>
                  <a:pt x="426" y="1758"/>
                </a:cubicBezTo>
                <a:close/>
                <a:moveTo>
                  <a:pt x="1558" y="1742"/>
                </a:moveTo>
                <a:cubicBezTo>
                  <a:pt x="1554" y="1742"/>
                  <a:pt x="1551" y="1740"/>
                  <a:pt x="1548" y="1738"/>
                </a:cubicBezTo>
                <a:cubicBezTo>
                  <a:pt x="1544" y="1733"/>
                  <a:pt x="1544" y="1725"/>
                  <a:pt x="1549" y="1720"/>
                </a:cubicBezTo>
                <a:cubicBezTo>
                  <a:pt x="1549" y="1720"/>
                  <a:pt x="1549" y="1720"/>
                  <a:pt x="1549" y="1720"/>
                </a:cubicBezTo>
                <a:cubicBezTo>
                  <a:pt x="1554" y="1715"/>
                  <a:pt x="1563" y="1716"/>
                  <a:pt x="1567" y="1721"/>
                </a:cubicBezTo>
                <a:cubicBezTo>
                  <a:pt x="1572" y="1726"/>
                  <a:pt x="1572" y="1734"/>
                  <a:pt x="1566" y="1739"/>
                </a:cubicBezTo>
                <a:cubicBezTo>
                  <a:pt x="1564" y="1741"/>
                  <a:pt x="1561" y="1742"/>
                  <a:pt x="1558" y="1742"/>
                </a:cubicBezTo>
                <a:close/>
                <a:moveTo>
                  <a:pt x="1588" y="1713"/>
                </a:moveTo>
                <a:cubicBezTo>
                  <a:pt x="1585" y="1713"/>
                  <a:pt x="1582" y="1711"/>
                  <a:pt x="1579" y="1709"/>
                </a:cubicBezTo>
                <a:cubicBezTo>
                  <a:pt x="1574" y="1704"/>
                  <a:pt x="1574" y="1696"/>
                  <a:pt x="1579" y="1691"/>
                </a:cubicBezTo>
                <a:cubicBezTo>
                  <a:pt x="1671" y="1599"/>
                  <a:pt x="1671" y="1599"/>
                  <a:pt x="1671" y="1599"/>
                </a:cubicBezTo>
                <a:cubicBezTo>
                  <a:pt x="1676" y="1594"/>
                  <a:pt x="1684" y="1594"/>
                  <a:pt x="1689" y="1599"/>
                </a:cubicBezTo>
                <a:cubicBezTo>
                  <a:pt x="1694" y="1604"/>
                  <a:pt x="1694" y="1612"/>
                  <a:pt x="1689" y="1617"/>
                </a:cubicBezTo>
                <a:cubicBezTo>
                  <a:pt x="1597" y="1709"/>
                  <a:pt x="1597" y="1709"/>
                  <a:pt x="1597" y="1709"/>
                </a:cubicBezTo>
                <a:cubicBezTo>
                  <a:pt x="1595" y="1711"/>
                  <a:pt x="1592" y="1713"/>
                  <a:pt x="1588" y="1713"/>
                </a:cubicBezTo>
                <a:close/>
                <a:moveTo>
                  <a:pt x="1735" y="1564"/>
                </a:moveTo>
                <a:cubicBezTo>
                  <a:pt x="1732" y="1564"/>
                  <a:pt x="1729" y="1563"/>
                  <a:pt x="1727" y="1561"/>
                </a:cubicBezTo>
                <a:cubicBezTo>
                  <a:pt x="1721" y="1556"/>
                  <a:pt x="1721" y="1548"/>
                  <a:pt x="1726" y="1543"/>
                </a:cubicBezTo>
                <a:cubicBezTo>
                  <a:pt x="1757" y="1508"/>
                  <a:pt x="1786" y="1470"/>
                  <a:pt x="1811" y="1430"/>
                </a:cubicBezTo>
                <a:cubicBezTo>
                  <a:pt x="1813" y="1426"/>
                  <a:pt x="1817" y="1424"/>
                  <a:pt x="1822" y="1424"/>
                </a:cubicBezTo>
                <a:cubicBezTo>
                  <a:pt x="1824" y="1424"/>
                  <a:pt x="1827" y="1424"/>
                  <a:pt x="1829" y="1426"/>
                </a:cubicBezTo>
                <a:cubicBezTo>
                  <a:pt x="1835" y="1430"/>
                  <a:pt x="1836" y="1437"/>
                  <a:pt x="1833" y="1443"/>
                </a:cubicBezTo>
                <a:cubicBezTo>
                  <a:pt x="1807" y="1485"/>
                  <a:pt x="1777" y="1524"/>
                  <a:pt x="1745" y="1560"/>
                </a:cubicBezTo>
                <a:cubicBezTo>
                  <a:pt x="1742" y="1563"/>
                  <a:pt x="1739" y="1564"/>
                  <a:pt x="1735" y="1564"/>
                </a:cubicBezTo>
                <a:close/>
                <a:moveTo>
                  <a:pt x="179" y="1501"/>
                </a:moveTo>
                <a:cubicBezTo>
                  <a:pt x="175" y="1501"/>
                  <a:pt x="172" y="1499"/>
                  <a:pt x="169" y="1496"/>
                </a:cubicBezTo>
                <a:cubicBezTo>
                  <a:pt x="167" y="1493"/>
                  <a:pt x="166" y="1490"/>
                  <a:pt x="167" y="1486"/>
                </a:cubicBezTo>
                <a:cubicBezTo>
                  <a:pt x="167" y="1483"/>
                  <a:pt x="169" y="1480"/>
                  <a:pt x="172" y="1478"/>
                </a:cubicBezTo>
                <a:cubicBezTo>
                  <a:pt x="174" y="1476"/>
                  <a:pt x="177" y="1475"/>
                  <a:pt x="179" y="1475"/>
                </a:cubicBezTo>
                <a:cubicBezTo>
                  <a:pt x="183" y="1475"/>
                  <a:pt x="187" y="1477"/>
                  <a:pt x="189" y="1480"/>
                </a:cubicBezTo>
                <a:cubicBezTo>
                  <a:pt x="194" y="1486"/>
                  <a:pt x="193" y="1494"/>
                  <a:pt x="187" y="1498"/>
                </a:cubicBezTo>
                <a:cubicBezTo>
                  <a:pt x="185" y="1500"/>
                  <a:pt x="182" y="1501"/>
                  <a:pt x="179" y="1501"/>
                </a:cubicBezTo>
                <a:close/>
                <a:moveTo>
                  <a:pt x="155" y="1466"/>
                </a:moveTo>
                <a:cubicBezTo>
                  <a:pt x="151" y="1466"/>
                  <a:pt x="147" y="1464"/>
                  <a:pt x="144" y="1461"/>
                </a:cubicBezTo>
                <a:cubicBezTo>
                  <a:pt x="142" y="1457"/>
                  <a:pt x="139" y="1453"/>
                  <a:pt x="138" y="1450"/>
                </a:cubicBezTo>
                <a:cubicBezTo>
                  <a:pt x="114" y="1413"/>
                  <a:pt x="92" y="1373"/>
                  <a:pt x="74" y="1333"/>
                </a:cubicBezTo>
                <a:cubicBezTo>
                  <a:pt x="74" y="1332"/>
                  <a:pt x="74" y="1332"/>
                  <a:pt x="74" y="1332"/>
                </a:cubicBezTo>
                <a:cubicBezTo>
                  <a:pt x="74" y="1332"/>
                  <a:pt x="74" y="1332"/>
                  <a:pt x="74" y="1332"/>
                </a:cubicBezTo>
                <a:cubicBezTo>
                  <a:pt x="66" y="1313"/>
                  <a:pt x="58" y="1294"/>
                  <a:pt x="51" y="1275"/>
                </a:cubicBezTo>
                <a:cubicBezTo>
                  <a:pt x="39" y="1242"/>
                  <a:pt x="29" y="1207"/>
                  <a:pt x="21" y="1170"/>
                </a:cubicBezTo>
                <a:cubicBezTo>
                  <a:pt x="21" y="1171"/>
                  <a:pt x="21" y="1171"/>
                  <a:pt x="21" y="1171"/>
                </a:cubicBezTo>
                <a:cubicBezTo>
                  <a:pt x="21" y="1169"/>
                  <a:pt x="21" y="1169"/>
                  <a:pt x="21" y="1169"/>
                </a:cubicBezTo>
                <a:cubicBezTo>
                  <a:pt x="20" y="1165"/>
                  <a:pt x="20" y="1162"/>
                  <a:pt x="22" y="1159"/>
                </a:cubicBezTo>
                <a:cubicBezTo>
                  <a:pt x="24" y="1156"/>
                  <a:pt x="27" y="1154"/>
                  <a:pt x="30" y="1154"/>
                </a:cubicBezTo>
                <a:cubicBezTo>
                  <a:pt x="37" y="1152"/>
                  <a:pt x="44" y="1157"/>
                  <a:pt x="45" y="1163"/>
                </a:cubicBezTo>
                <a:cubicBezTo>
                  <a:pt x="53" y="1199"/>
                  <a:pt x="63" y="1233"/>
                  <a:pt x="75" y="1266"/>
                </a:cubicBezTo>
                <a:cubicBezTo>
                  <a:pt x="82" y="1285"/>
                  <a:pt x="89" y="1303"/>
                  <a:pt x="97" y="1322"/>
                </a:cubicBezTo>
                <a:cubicBezTo>
                  <a:pt x="97" y="1322"/>
                  <a:pt x="97" y="1322"/>
                  <a:pt x="97" y="1322"/>
                </a:cubicBezTo>
                <a:cubicBezTo>
                  <a:pt x="115" y="1362"/>
                  <a:pt x="136" y="1400"/>
                  <a:pt x="159" y="1436"/>
                </a:cubicBezTo>
                <a:cubicBezTo>
                  <a:pt x="159" y="1437"/>
                  <a:pt x="159" y="1437"/>
                  <a:pt x="159" y="1437"/>
                </a:cubicBezTo>
                <a:cubicBezTo>
                  <a:pt x="161" y="1440"/>
                  <a:pt x="163" y="1443"/>
                  <a:pt x="165" y="1446"/>
                </a:cubicBezTo>
                <a:cubicBezTo>
                  <a:pt x="169" y="1452"/>
                  <a:pt x="168" y="1460"/>
                  <a:pt x="162" y="1464"/>
                </a:cubicBezTo>
                <a:cubicBezTo>
                  <a:pt x="160" y="1465"/>
                  <a:pt x="157" y="1466"/>
                  <a:pt x="155" y="1466"/>
                </a:cubicBezTo>
                <a:close/>
                <a:moveTo>
                  <a:pt x="1844" y="1413"/>
                </a:moveTo>
                <a:cubicBezTo>
                  <a:pt x="1841" y="1413"/>
                  <a:pt x="1839" y="1412"/>
                  <a:pt x="1837" y="1411"/>
                </a:cubicBezTo>
                <a:cubicBezTo>
                  <a:pt x="1834" y="1410"/>
                  <a:pt x="1832" y="1407"/>
                  <a:pt x="1831" y="1404"/>
                </a:cubicBezTo>
                <a:cubicBezTo>
                  <a:pt x="1830" y="1400"/>
                  <a:pt x="1831" y="1397"/>
                  <a:pt x="1833" y="1394"/>
                </a:cubicBezTo>
                <a:cubicBezTo>
                  <a:pt x="1833" y="1393"/>
                  <a:pt x="1833" y="1393"/>
                  <a:pt x="1833" y="1393"/>
                </a:cubicBezTo>
                <a:cubicBezTo>
                  <a:pt x="1833" y="1393"/>
                  <a:pt x="1833" y="1393"/>
                  <a:pt x="1833" y="1393"/>
                </a:cubicBezTo>
                <a:cubicBezTo>
                  <a:pt x="1835" y="1390"/>
                  <a:pt x="1839" y="1387"/>
                  <a:pt x="1844" y="1387"/>
                </a:cubicBezTo>
                <a:cubicBezTo>
                  <a:pt x="1846" y="1387"/>
                  <a:pt x="1848" y="1388"/>
                  <a:pt x="1850" y="1389"/>
                </a:cubicBezTo>
                <a:cubicBezTo>
                  <a:pt x="1853" y="1391"/>
                  <a:pt x="1855" y="1393"/>
                  <a:pt x="1856" y="1397"/>
                </a:cubicBezTo>
                <a:cubicBezTo>
                  <a:pt x="1857" y="1400"/>
                  <a:pt x="1856" y="1403"/>
                  <a:pt x="1855" y="1406"/>
                </a:cubicBezTo>
                <a:cubicBezTo>
                  <a:pt x="1852" y="1410"/>
                  <a:pt x="1848" y="1413"/>
                  <a:pt x="1844" y="1413"/>
                </a:cubicBezTo>
                <a:close/>
                <a:moveTo>
                  <a:pt x="1864" y="1375"/>
                </a:moveTo>
                <a:cubicBezTo>
                  <a:pt x="1862" y="1375"/>
                  <a:pt x="1860" y="1375"/>
                  <a:pt x="1858" y="1374"/>
                </a:cubicBezTo>
                <a:cubicBezTo>
                  <a:pt x="1855" y="1373"/>
                  <a:pt x="1853" y="1370"/>
                  <a:pt x="1851" y="1367"/>
                </a:cubicBezTo>
                <a:cubicBezTo>
                  <a:pt x="1850" y="1363"/>
                  <a:pt x="1851" y="1360"/>
                  <a:pt x="1852" y="1357"/>
                </a:cubicBezTo>
                <a:cubicBezTo>
                  <a:pt x="1875" y="1311"/>
                  <a:pt x="1894" y="1263"/>
                  <a:pt x="1908" y="1214"/>
                </a:cubicBezTo>
                <a:cubicBezTo>
                  <a:pt x="1909" y="1210"/>
                  <a:pt x="1910" y="1205"/>
                  <a:pt x="1911" y="1201"/>
                </a:cubicBezTo>
                <a:cubicBezTo>
                  <a:pt x="1911" y="1201"/>
                  <a:pt x="1911" y="1201"/>
                  <a:pt x="1911" y="1201"/>
                </a:cubicBezTo>
                <a:cubicBezTo>
                  <a:pt x="1924" y="1155"/>
                  <a:pt x="1932" y="1108"/>
                  <a:pt x="1936" y="1061"/>
                </a:cubicBezTo>
                <a:cubicBezTo>
                  <a:pt x="1937" y="1054"/>
                  <a:pt x="1943" y="1049"/>
                  <a:pt x="1950" y="1050"/>
                </a:cubicBezTo>
                <a:cubicBezTo>
                  <a:pt x="1957" y="1050"/>
                  <a:pt x="1962" y="1057"/>
                  <a:pt x="1962" y="1064"/>
                </a:cubicBezTo>
                <a:cubicBezTo>
                  <a:pt x="1957" y="1112"/>
                  <a:pt x="1948" y="1161"/>
                  <a:pt x="1936" y="1208"/>
                </a:cubicBezTo>
                <a:cubicBezTo>
                  <a:pt x="1935" y="1212"/>
                  <a:pt x="1934" y="1216"/>
                  <a:pt x="1932" y="1221"/>
                </a:cubicBezTo>
                <a:cubicBezTo>
                  <a:pt x="1918" y="1271"/>
                  <a:pt x="1899" y="1321"/>
                  <a:pt x="1875" y="1368"/>
                </a:cubicBezTo>
                <a:cubicBezTo>
                  <a:pt x="1875" y="1368"/>
                  <a:pt x="1875" y="1368"/>
                  <a:pt x="1875" y="1368"/>
                </a:cubicBezTo>
                <a:cubicBezTo>
                  <a:pt x="1873" y="1373"/>
                  <a:pt x="1868" y="1375"/>
                  <a:pt x="1864" y="1375"/>
                </a:cubicBezTo>
                <a:close/>
                <a:moveTo>
                  <a:pt x="25" y="1137"/>
                </a:moveTo>
                <a:cubicBezTo>
                  <a:pt x="19" y="1137"/>
                  <a:pt x="14" y="1133"/>
                  <a:pt x="13" y="1127"/>
                </a:cubicBezTo>
                <a:cubicBezTo>
                  <a:pt x="12" y="1126"/>
                  <a:pt x="12" y="1126"/>
                  <a:pt x="12" y="1126"/>
                </a:cubicBezTo>
                <a:cubicBezTo>
                  <a:pt x="11" y="1119"/>
                  <a:pt x="16" y="1113"/>
                  <a:pt x="23" y="1112"/>
                </a:cubicBezTo>
                <a:cubicBezTo>
                  <a:pt x="30" y="1111"/>
                  <a:pt x="36" y="1115"/>
                  <a:pt x="38" y="1122"/>
                </a:cubicBezTo>
                <a:cubicBezTo>
                  <a:pt x="39" y="1129"/>
                  <a:pt x="34" y="1136"/>
                  <a:pt x="27" y="1137"/>
                </a:cubicBezTo>
                <a:cubicBezTo>
                  <a:pt x="26" y="1137"/>
                  <a:pt x="26" y="1137"/>
                  <a:pt x="25" y="1137"/>
                </a:cubicBezTo>
                <a:close/>
                <a:moveTo>
                  <a:pt x="19" y="1095"/>
                </a:moveTo>
                <a:cubicBezTo>
                  <a:pt x="13" y="1095"/>
                  <a:pt x="7" y="1090"/>
                  <a:pt x="6" y="1084"/>
                </a:cubicBezTo>
                <a:cubicBezTo>
                  <a:pt x="2" y="1051"/>
                  <a:pt x="0" y="1017"/>
                  <a:pt x="0" y="983"/>
                </a:cubicBezTo>
                <a:cubicBezTo>
                  <a:pt x="0" y="968"/>
                  <a:pt x="1" y="953"/>
                  <a:pt x="2" y="938"/>
                </a:cubicBezTo>
                <a:cubicBezTo>
                  <a:pt x="5" y="881"/>
                  <a:pt x="13" y="823"/>
                  <a:pt x="27" y="768"/>
                </a:cubicBezTo>
                <a:cubicBezTo>
                  <a:pt x="28" y="768"/>
                  <a:pt x="28" y="768"/>
                  <a:pt x="28" y="768"/>
                </a:cubicBezTo>
                <a:cubicBezTo>
                  <a:pt x="29" y="761"/>
                  <a:pt x="36" y="757"/>
                  <a:pt x="43" y="759"/>
                </a:cubicBezTo>
                <a:cubicBezTo>
                  <a:pt x="50" y="760"/>
                  <a:pt x="54" y="767"/>
                  <a:pt x="52" y="774"/>
                </a:cubicBezTo>
                <a:cubicBezTo>
                  <a:pt x="38" y="828"/>
                  <a:pt x="30" y="884"/>
                  <a:pt x="27" y="939"/>
                </a:cubicBezTo>
                <a:cubicBezTo>
                  <a:pt x="26" y="953"/>
                  <a:pt x="26" y="968"/>
                  <a:pt x="26" y="983"/>
                </a:cubicBezTo>
                <a:cubicBezTo>
                  <a:pt x="26" y="1016"/>
                  <a:pt x="28" y="1049"/>
                  <a:pt x="32" y="1081"/>
                </a:cubicBezTo>
                <a:cubicBezTo>
                  <a:pt x="32" y="1084"/>
                  <a:pt x="31" y="1088"/>
                  <a:pt x="29" y="1090"/>
                </a:cubicBezTo>
                <a:cubicBezTo>
                  <a:pt x="27" y="1093"/>
                  <a:pt x="24" y="1095"/>
                  <a:pt x="21" y="1095"/>
                </a:cubicBezTo>
                <a:cubicBezTo>
                  <a:pt x="20" y="1095"/>
                  <a:pt x="20" y="1095"/>
                  <a:pt x="19" y="1095"/>
                </a:cubicBezTo>
                <a:close/>
                <a:moveTo>
                  <a:pt x="1952" y="1033"/>
                </a:moveTo>
                <a:cubicBezTo>
                  <a:pt x="1952" y="1033"/>
                  <a:pt x="1952" y="1033"/>
                  <a:pt x="1952" y="1033"/>
                </a:cubicBezTo>
                <a:cubicBezTo>
                  <a:pt x="1948" y="1033"/>
                  <a:pt x="1945" y="1031"/>
                  <a:pt x="1943" y="1029"/>
                </a:cubicBezTo>
                <a:cubicBezTo>
                  <a:pt x="1940" y="1026"/>
                  <a:pt x="1939" y="1023"/>
                  <a:pt x="1939" y="1020"/>
                </a:cubicBezTo>
                <a:cubicBezTo>
                  <a:pt x="1940" y="1013"/>
                  <a:pt x="1946" y="1007"/>
                  <a:pt x="1953" y="1007"/>
                </a:cubicBezTo>
                <a:cubicBezTo>
                  <a:pt x="1960" y="1008"/>
                  <a:pt x="1965" y="1014"/>
                  <a:pt x="1965" y="1021"/>
                </a:cubicBezTo>
                <a:cubicBezTo>
                  <a:pt x="1965" y="1028"/>
                  <a:pt x="1959" y="1033"/>
                  <a:pt x="1952" y="1033"/>
                </a:cubicBezTo>
                <a:close/>
                <a:moveTo>
                  <a:pt x="1953" y="990"/>
                </a:moveTo>
                <a:cubicBezTo>
                  <a:pt x="1953" y="990"/>
                  <a:pt x="1953" y="990"/>
                  <a:pt x="1953" y="990"/>
                </a:cubicBezTo>
                <a:cubicBezTo>
                  <a:pt x="1946" y="990"/>
                  <a:pt x="1940" y="985"/>
                  <a:pt x="1940" y="978"/>
                </a:cubicBezTo>
                <a:cubicBezTo>
                  <a:pt x="1940" y="932"/>
                  <a:pt x="1936" y="885"/>
                  <a:pt x="1928" y="839"/>
                </a:cubicBezTo>
                <a:cubicBezTo>
                  <a:pt x="1926" y="830"/>
                  <a:pt x="1924" y="821"/>
                  <a:pt x="1923" y="812"/>
                </a:cubicBezTo>
                <a:cubicBezTo>
                  <a:pt x="1913" y="766"/>
                  <a:pt x="1900" y="720"/>
                  <a:pt x="1882" y="676"/>
                </a:cubicBezTo>
                <a:cubicBezTo>
                  <a:pt x="1881" y="673"/>
                  <a:pt x="1881" y="669"/>
                  <a:pt x="1882" y="666"/>
                </a:cubicBezTo>
                <a:cubicBezTo>
                  <a:pt x="1884" y="663"/>
                  <a:pt x="1886" y="661"/>
                  <a:pt x="1889" y="659"/>
                </a:cubicBezTo>
                <a:cubicBezTo>
                  <a:pt x="1891" y="659"/>
                  <a:pt x="1892" y="658"/>
                  <a:pt x="1894" y="658"/>
                </a:cubicBezTo>
                <a:cubicBezTo>
                  <a:pt x="1899" y="658"/>
                  <a:pt x="1904" y="662"/>
                  <a:pt x="1906" y="666"/>
                </a:cubicBezTo>
                <a:cubicBezTo>
                  <a:pt x="1924" y="712"/>
                  <a:pt x="1938" y="759"/>
                  <a:pt x="1948" y="807"/>
                </a:cubicBezTo>
                <a:cubicBezTo>
                  <a:pt x="1949" y="816"/>
                  <a:pt x="1951" y="825"/>
                  <a:pt x="1953" y="834"/>
                </a:cubicBezTo>
                <a:cubicBezTo>
                  <a:pt x="1961" y="882"/>
                  <a:pt x="1965" y="930"/>
                  <a:pt x="1966" y="978"/>
                </a:cubicBezTo>
                <a:cubicBezTo>
                  <a:pt x="1966" y="981"/>
                  <a:pt x="1964" y="984"/>
                  <a:pt x="1962" y="987"/>
                </a:cubicBezTo>
                <a:cubicBezTo>
                  <a:pt x="1960" y="989"/>
                  <a:pt x="1956" y="990"/>
                  <a:pt x="1953" y="990"/>
                </a:cubicBezTo>
                <a:close/>
                <a:moveTo>
                  <a:pt x="51" y="743"/>
                </a:moveTo>
                <a:cubicBezTo>
                  <a:pt x="50" y="743"/>
                  <a:pt x="49" y="743"/>
                  <a:pt x="48" y="742"/>
                </a:cubicBezTo>
                <a:cubicBezTo>
                  <a:pt x="41" y="740"/>
                  <a:pt x="37" y="733"/>
                  <a:pt x="39" y="726"/>
                </a:cubicBezTo>
                <a:cubicBezTo>
                  <a:pt x="41" y="721"/>
                  <a:pt x="46" y="717"/>
                  <a:pt x="51" y="717"/>
                </a:cubicBezTo>
                <a:cubicBezTo>
                  <a:pt x="53" y="717"/>
                  <a:pt x="54" y="717"/>
                  <a:pt x="55" y="718"/>
                </a:cubicBezTo>
                <a:cubicBezTo>
                  <a:pt x="62" y="720"/>
                  <a:pt x="66" y="727"/>
                  <a:pt x="63" y="734"/>
                </a:cubicBezTo>
                <a:cubicBezTo>
                  <a:pt x="62" y="739"/>
                  <a:pt x="57" y="743"/>
                  <a:pt x="51" y="743"/>
                </a:cubicBezTo>
                <a:close/>
                <a:moveTo>
                  <a:pt x="65" y="703"/>
                </a:moveTo>
                <a:cubicBezTo>
                  <a:pt x="63" y="703"/>
                  <a:pt x="62" y="702"/>
                  <a:pt x="60" y="702"/>
                </a:cubicBezTo>
                <a:cubicBezTo>
                  <a:pt x="57" y="701"/>
                  <a:pt x="55" y="698"/>
                  <a:pt x="53" y="695"/>
                </a:cubicBezTo>
                <a:cubicBezTo>
                  <a:pt x="52" y="692"/>
                  <a:pt x="52" y="689"/>
                  <a:pt x="53" y="685"/>
                </a:cubicBezTo>
                <a:cubicBezTo>
                  <a:pt x="69" y="640"/>
                  <a:pt x="90" y="596"/>
                  <a:pt x="115" y="553"/>
                </a:cubicBezTo>
                <a:cubicBezTo>
                  <a:pt x="115" y="553"/>
                  <a:pt x="115" y="553"/>
                  <a:pt x="115" y="553"/>
                </a:cubicBezTo>
                <a:cubicBezTo>
                  <a:pt x="115" y="553"/>
                  <a:pt x="115" y="553"/>
                  <a:pt x="115" y="553"/>
                </a:cubicBezTo>
                <a:cubicBezTo>
                  <a:pt x="115" y="553"/>
                  <a:pt x="115" y="553"/>
                  <a:pt x="115" y="553"/>
                </a:cubicBezTo>
                <a:cubicBezTo>
                  <a:pt x="143" y="503"/>
                  <a:pt x="177" y="456"/>
                  <a:pt x="215" y="413"/>
                </a:cubicBezTo>
                <a:cubicBezTo>
                  <a:pt x="219" y="408"/>
                  <a:pt x="227" y="407"/>
                  <a:pt x="233" y="412"/>
                </a:cubicBezTo>
                <a:cubicBezTo>
                  <a:pt x="238" y="416"/>
                  <a:pt x="238" y="424"/>
                  <a:pt x="234" y="430"/>
                </a:cubicBezTo>
                <a:cubicBezTo>
                  <a:pt x="197" y="472"/>
                  <a:pt x="165" y="517"/>
                  <a:pt x="137" y="566"/>
                </a:cubicBezTo>
                <a:cubicBezTo>
                  <a:pt x="137" y="566"/>
                  <a:pt x="137" y="566"/>
                  <a:pt x="137" y="566"/>
                </a:cubicBezTo>
                <a:cubicBezTo>
                  <a:pt x="113" y="607"/>
                  <a:pt x="93" y="650"/>
                  <a:pt x="77" y="694"/>
                </a:cubicBezTo>
                <a:cubicBezTo>
                  <a:pt x="75" y="699"/>
                  <a:pt x="70" y="703"/>
                  <a:pt x="65" y="703"/>
                </a:cubicBezTo>
                <a:close/>
                <a:moveTo>
                  <a:pt x="1878" y="645"/>
                </a:moveTo>
                <a:cubicBezTo>
                  <a:pt x="1873" y="645"/>
                  <a:pt x="1868" y="642"/>
                  <a:pt x="1866" y="637"/>
                </a:cubicBezTo>
                <a:cubicBezTo>
                  <a:pt x="1863" y="631"/>
                  <a:pt x="1866" y="623"/>
                  <a:pt x="1872" y="620"/>
                </a:cubicBezTo>
                <a:cubicBezTo>
                  <a:pt x="1874" y="620"/>
                  <a:pt x="1876" y="619"/>
                  <a:pt x="1878" y="619"/>
                </a:cubicBezTo>
                <a:cubicBezTo>
                  <a:pt x="1883" y="619"/>
                  <a:pt x="1887" y="622"/>
                  <a:pt x="1889" y="627"/>
                </a:cubicBezTo>
                <a:cubicBezTo>
                  <a:pt x="1892" y="633"/>
                  <a:pt x="1889" y="641"/>
                  <a:pt x="1883" y="644"/>
                </a:cubicBezTo>
                <a:cubicBezTo>
                  <a:pt x="1881" y="644"/>
                  <a:pt x="1879" y="645"/>
                  <a:pt x="1878" y="645"/>
                </a:cubicBezTo>
                <a:close/>
                <a:moveTo>
                  <a:pt x="1859" y="607"/>
                </a:moveTo>
                <a:cubicBezTo>
                  <a:pt x="1854" y="607"/>
                  <a:pt x="1850" y="604"/>
                  <a:pt x="1848" y="600"/>
                </a:cubicBezTo>
                <a:cubicBezTo>
                  <a:pt x="1829" y="562"/>
                  <a:pt x="1806" y="526"/>
                  <a:pt x="1782" y="492"/>
                </a:cubicBezTo>
                <a:cubicBezTo>
                  <a:pt x="1775" y="482"/>
                  <a:pt x="1768" y="473"/>
                  <a:pt x="1761" y="464"/>
                </a:cubicBezTo>
                <a:cubicBezTo>
                  <a:pt x="1759" y="462"/>
                  <a:pt x="1758" y="461"/>
                  <a:pt x="1757" y="459"/>
                </a:cubicBezTo>
                <a:cubicBezTo>
                  <a:pt x="1756" y="458"/>
                  <a:pt x="1754" y="456"/>
                  <a:pt x="1753" y="454"/>
                </a:cubicBezTo>
                <a:cubicBezTo>
                  <a:pt x="1752" y="453"/>
                  <a:pt x="1752" y="453"/>
                  <a:pt x="1752" y="453"/>
                </a:cubicBezTo>
                <a:cubicBezTo>
                  <a:pt x="1742" y="441"/>
                  <a:pt x="1732" y="429"/>
                  <a:pt x="1722" y="418"/>
                </a:cubicBezTo>
                <a:cubicBezTo>
                  <a:pt x="1722" y="418"/>
                  <a:pt x="1722" y="418"/>
                  <a:pt x="1722" y="418"/>
                </a:cubicBezTo>
                <a:cubicBezTo>
                  <a:pt x="1705" y="400"/>
                  <a:pt x="1705" y="400"/>
                  <a:pt x="1705" y="400"/>
                </a:cubicBezTo>
                <a:cubicBezTo>
                  <a:pt x="1700" y="395"/>
                  <a:pt x="1694" y="389"/>
                  <a:pt x="1691" y="386"/>
                </a:cubicBezTo>
                <a:cubicBezTo>
                  <a:pt x="1691" y="386"/>
                  <a:pt x="1691" y="386"/>
                  <a:pt x="1691" y="386"/>
                </a:cubicBezTo>
                <a:cubicBezTo>
                  <a:pt x="1660" y="355"/>
                  <a:pt x="1660" y="355"/>
                  <a:pt x="1660" y="355"/>
                </a:cubicBezTo>
                <a:cubicBezTo>
                  <a:pt x="1658" y="353"/>
                  <a:pt x="1656" y="349"/>
                  <a:pt x="1656" y="346"/>
                </a:cubicBezTo>
                <a:cubicBezTo>
                  <a:pt x="1656" y="343"/>
                  <a:pt x="1658" y="339"/>
                  <a:pt x="1660" y="337"/>
                </a:cubicBezTo>
                <a:cubicBezTo>
                  <a:pt x="1665" y="332"/>
                  <a:pt x="1673" y="332"/>
                  <a:pt x="1678" y="337"/>
                </a:cubicBezTo>
                <a:cubicBezTo>
                  <a:pt x="1709" y="367"/>
                  <a:pt x="1709" y="367"/>
                  <a:pt x="1709" y="367"/>
                </a:cubicBezTo>
                <a:cubicBezTo>
                  <a:pt x="1712" y="371"/>
                  <a:pt x="1717" y="376"/>
                  <a:pt x="1722" y="381"/>
                </a:cubicBezTo>
                <a:cubicBezTo>
                  <a:pt x="1741" y="401"/>
                  <a:pt x="1741" y="401"/>
                  <a:pt x="1741" y="401"/>
                </a:cubicBezTo>
                <a:cubicBezTo>
                  <a:pt x="1752" y="413"/>
                  <a:pt x="1762" y="426"/>
                  <a:pt x="1773" y="438"/>
                </a:cubicBezTo>
                <a:cubicBezTo>
                  <a:pt x="1773" y="438"/>
                  <a:pt x="1773" y="438"/>
                  <a:pt x="1773" y="438"/>
                </a:cubicBezTo>
                <a:cubicBezTo>
                  <a:pt x="1774" y="440"/>
                  <a:pt x="1775" y="441"/>
                  <a:pt x="1776" y="443"/>
                </a:cubicBezTo>
                <a:cubicBezTo>
                  <a:pt x="1777" y="444"/>
                  <a:pt x="1777" y="444"/>
                  <a:pt x="1777" y="444"/>
                </a:cubicBezTo>
                <a:cubicBezTo>
                  <a:pt x="1778" y="445"/>
                  <a:pt x="1779" y="447"/>
                  <a:pt x="1781" y="448"/>
                </a:cubicBezTo>
                <a:cubicBezTo>
                  <a:pt x="1788" y="458"/>
                  <a:pt x="1795" y="467"/>
                  <a:pt x="1802" y="477"/>
                </a:cubicBezTo>
                <a:cubicBezTo>
                  <a:pt x="1828" y="512"/>
                  <a:pt x="1851" y="549"/>
                  <a:pt x="1870" y="588"/>
                </a:cubicBezTo>
                <a:cubicBezTo>
                  <a:pt x="1870" y="588"/>
                  <a:pt x="1870" y="588"/>
                  <a:pt x="1870" y="588"/>
                </a:cubicBezTo>
                <a:cubicBezTo>
                  <a:pt x="1872" y="591"/>
                  <a:pt x="1872" y="595"/>
                  <a:pt x="1871" y="598"/>
                </a:cubicBezTo>
                <a:cubicBezTo>
                  <a:pt x="1870" y="601"/>
                  <a:pt x="1868" y="604"/>
                  <a:pt x="1865" y="605"/>
                </a:cubicBezTo>
                <a:cubicBezTo>
                  <a:pt x="1863" y="606"/>
                  <a:pt x="1861" y="607"/>
                  <a:pt x="1859" y="607"/>
                </a:cubicBezTo>
                <a:close/>
                <a:moveTo>
                  <a:pt x="253" y="403"/>
                </a:moveTo>
                <a:cubicBezTo>
                  <a:pt x="253" y="403"/>
                  <a:pt x="253" y="403"/>
                  <a:pt x="253" y="403"/>
                </a:cubicBezTo>
                <a:cubicBezTo>
                  <a:pt x="250" y="403"/>
                  <a:pt x="246" y="402"/>
                  <a:pt x="244" y="399"/>
                </a:cubicBezTo>
                <a:cubicBezTo>
                  <a:pt x="239" y="394"/>
                  <a:pt x="239" y="386"/>
                  <a:pt x="244" y="381"/>
                </a:cubicBezTo>
                <a:cubicBezTo>
                  <a:pt x="249" y="376"/>
                  <a:pt x="257" y="376"/>
                  <a:pt x="262" y="381"/>
                </a:cubicBezTo>
                <a:cubicBezTo>
                  <a:pt x="267" y="386"/>
                  <a:pt x="267" y="394"/>
                  <a:pt x="262" y="399"/>
                </a:cubicBezTo>
                <a:cubicBezTo>
                  <a:pt x="260" y="402"/>
                  <a:pt x="256" y="403"/>
                  <a:pt x="253" y="403"/>
                </a:cubicBezTo>
                <a:close/>
                <a:moveTo>
                  <a:pt x="283" y="373"/>
                </a:moveTo>
                <a:cubicBezTo>
                  <a:pt x="279" y="373"/>
                  <a:pt x="276" y="371"/>
                  <a:pt x="274" y="369"/>
                </a:cubicBezTo>
                <a:cubicBezTo>
                  <a:pt x="269" y="364"/>
                  <a:pt x="269" y="356"/>
                  <a:pt x="274" y="351"/>
                </a:cubicBezTo>
                <a:cubicBezTo>
                  <a:pt x="376" y="249"/>
                  <a:pt x="376" y="249"/>
                  <a:pt x="376" y="249"/>
                </a:cubicBezTo>
                <a:cubicBezTo>
                  <a:pt x="400" y="226"/>
                  <a:pt x="400" y="226"/>
                  <a:pt x="400" y="226"/>
                </a:cubicBezTo>
                <a:cubicBezTo>
                  <a:pt x="405" y="222"/>
                  <a:pt x="409" y="218"/>
                  <a:pt x="413" y="215"/>
                </a:cubicBezTo>
                <a:cubicBezTo>
                  <a:pt x="415" y="213"/>
                  <a:pt x="417" y="211"/>
                  <a:pt x="419" y="210"/>
                </a:cubicBezTo>
                <a:cubicBezTo>
                  <a:pt x="437" y="194"/>
                  <a:pt x="437" y="194"/>
                  <a:pt x="437" y="194"/>
                </a:cubicBezTo>
                <a:cubicBezTo>
                  <a:pt x="457" y="179"/>
                  <a:pt x="457" y="179"/>
                  <a:pt x="457" y="179"/>
                </a:cubicBezTo>
                <a:cubicBezTo>
                  <a:pt x="459" y="177"/>
                  <a:pt x="461" y="176"/>
                  <a:pt x="463" y="174"/>
                </a:cubicBezTo>
                <a:cubicBezTo>
                  <a:pt x="467" y="171"/>
                  <a:pt x="472" y="167"/>
                  <a:pt x="476" y="164"/>
                </a:cubicBezTo>
                <a:cubicBezTo>
                  <a:pt x="496" y="150"/>
                  <a:pt x="496" y="150"/>
                  <a:pt x="496" y="150"/>
                </a:cubicBezTo>
                <a:cubicBezTo>
                  <a:pt x="501" y="147"/>
                  <a:pt x="505" y="144"/>
                  <a:pt x="510" y="141"/>
                </a:cubicBezTo>
                <a:cubicBezTo>
                  <a:pt x="510" y="141"/>
                  <a:pt x="510" y="141"/>
                  <a:pt x="510" y="141"/>
                </a:cubicBezTo>
                <a:cubicBezTo>
                  <a:pt x="512" y="139"/>
                  <a:pt x="514" y="139"/>
                  <a:pt x="517" y="139"/>
                </a:cubicBezTo>
                <a:cubicBezTo>
                  <a:pt x="521" y="139"/>
                  <a:pt x="525" y="141"/>
                  <a:pt x="527" y="144"/>
                </a:cubicBezTo>
                <a:cubicBezTo>
                  <a:pt x="531" y="150"/>
                  <a:pt x="529" y="158"/>
                  <a:pt x="524" y="162"/>
                </a:cubicBezTo>
                <a:cubicBezTo>
                  <a:pt x="519" y="165"/>
                  <a:pt x="515" y="168"/>
                  <a:pt x="511" y="171"/>
                </a:cubicBezTo>
                <a:cubicBezTo>
                  <a:pt x="511" y="171"/>
                  <a:pt x="511" y="171"/>
                  <a:pt x="511" y="171"/>
                </a:cubicBezTo>
                <a:cubicBezTo>
                  <a:pt x="491" y="185"/>
                  <a:pt x="491" y="185"/>
                  <a:pt x="491" y="185"/>
                </a:cubicBezTo>
                <a:cubicBezTo>
                  <a:pt x="487" y="188"/>
                  <a:pt x="483" y="191"/>
                  <a:pt x="478" y="194"/>
                </a:cubicBezTo>
                <a:cubicBezTo>
                  <a:pt x="476" y="196"/>
                  <a:pt x="474" y="197"/>
                  <a:pt x="472" y="199"/>
                </a:cubicBezTo>
                <a:cubicBezTo>
                  <a:pt x="454" y="213"/>
                  <a:pt x="454" y="213"/>
                  <a:pt x="454" y="213"/>
                </a:cubicBezTo>
                <a:cubicBezTo>
                  <a:pt x="436" y="229"/>
                  <a:pt x="436" y="229"/>
                  <a:pt x="436" y="229"/>
                </a:cubicBezTo>
                <a:cubicBezTo>
                  <a:pt x="433" y="231"/>
                  <a:pt x="431" y="232"/>
                  <a:pt x="429" y="234"/>
                </a:cubicBezTo>
                <a:cubicBezTo>
                  <a:pt x="425" y="238"/>
                  <a:pt x="421" y="241"/>
                  <a:pt x="418" y="244"/>
                </a:cubicBezTo>
                <a:cubicBezTo>
                  <a:pt x="388" y="272"/>
                  <a:pt x="388" y="272"/>
                  <a:pt x="388" y="272"/>
                </a:cubicBezTo>
                <a:cubicBezTo>
                  <a:pt x="388" y="272"/>
                  <a:pt x="388" y="272"/>
                  <a:pt x="388" y="272"/>
                </a:cubicBezTo>
                <a:cubicBezTo>
                  <a:pt x="292" y="369"/>
                  <a:pt x="292" y="369"/>
                  <a:pt x="292" y="369"/>
                </a:cubicBezTo>
                <a:cubicBezTo>
                  <a:pt x="289" y="371"/>
                  <a:pt x="286" y="373"/>
                  <a:pt x="283" y="373"/>
                </a:cubicBezTo>
                <a:close/>
                <a:moveTo>
                  <a:pt x="1639" y="329"/>
                </a:moveTo>
                <a:cubicBezTo>
                  <a:pt x="1636" y="329"/>
                  <a:pt x="1632" y="327"/>
                  <a:pt x="1630" y="325"/>
                </a:cubicBezTo>
                <a:cubicBezTo>
                  <a:pt x="1628" y="323"/>
                  <a:pt x="1626" y="319"/>
                  <a:pt x="1626" y="316"/>
                </a:cubicBezTo>
                <a:cubicBezTo>
                  <a:pt x="1626" y="313"/>
                  <a:pt x="1628" y="309"/>
                  <a:pt x="1630" y="307"/>
                </a:cubicBezTo>
                <a:cubicBezTo>
                  <a:pt x="1635" y="302"/>
                  <a:pt x="1643" y="302"/>
                  <a:pt x="1648" y="307"/>
                </a:cubicBezTo>
                <a:cubicBezTo>
                  <a:pt x="1653" y="312"/>
                  <a:pt x="1653" y="320"/>
                  <a:pt x="1648" y="325"/>
                </a:cubicBezTo>
                <a:cubicBezTo>
                  <a:pt x="1646" y="327"/>
                  <a:pt x="1642" y="329"/>
                  <a:pt x="1639" y="329"/>
                </a:cubicBezTo>
                <a:close/>
                <a:moveTo>
                  <a:pt x="1609" y="299"/>
                </a:moveTo>
                <a:cubicBezTo>
                  <a:pt x="1606" y="299"/>
                  <a:pt x="1602" y="297"/>
                  <a:pt x="1600" y="295"/>
                </a:cubicBezTo>
                <a:cubicBezTo>
                  <a:pt x="1577" y="271"/>
                  <a:pt x="1577" y="271"/>
                  <a:pt x="1577" y="271"/>
                </a:cubicBezTo>
                <a:cubicBezTo>
                  <a:pt x="1560" y="255"/>
                  <a:pt x="1560" y="255"/>
                  <a:pt x="1560" y="255"/>
                </a:cubicBezTo>
                <a:cubicBezTo>
                  <a:pt x="1533" y="230"/>
                  <a:pt x="1504" y="206"/>
                  <a:pt x="1474" y="184"/>
                </a:cubicBezTo>
                <a:cubicBezTo>
                  <a:pt x="1474" y="184"/>
                  <a:pt x="1474" y="184"/>
                  <a:pt x="1474" y="184"/>
                </a:cubicBezTo>
                <a:cubicBezTo>
                  <a:pt x="1453" y="169"/>
                  <a:pt x="1431" y="154"/>
                  <a:pt x="1409" y="141"/>
                </a:cubicBezTo>
                <a:cubicBezTo>
                  <a:pt x="1391" y="130"/>
                  <a:pt x="1372" y="120"/>
                  <a:pt x="1353" y="111"/>
                </a:cubicBezTo>
                <a:cubicBezTo>
                  <a:pt x="1350" y="109"/>
                  <a:pt x="1348" y="107"/>
                  <a:pt x="1346" y="104"/>
                </a:cubicBezTo>
                <a:cubicBezTo>
                  <a:pt x="1345" y="100"/>
                  <a:pt x="1346" y="97"/>
                  <a:pt x="1347" y="94"/>
                </a:cubicBezTo>
                <a:cubicBezTo>
                  <a:pt x="1349" y="90"/>
                  <a:pt x="1354" y="87"/>
                  <a:pt x="1358" y="87"/>
                </a:cubicBezTo>
                <a:cubicBezTo>
                  <a:pt x="1360" y="87"/>
                  <a:pt x="1362" y="87"/>
                  <a:pt x="1364" y="88"/>
                </a:cubicBezTo>
                <a:cubicBezTo>
                  <a:pt x="1384" y="98"/>
                  <a:pt x="1403" y="108"/>
                  <a:pt x="1422" y="119"/>
                </a:cubicBezTo>
                <a:cubicBezTo>
                  <a:pt x="1445" y="133"/>
                  <a:pt x="1467" y="148"/>
                  <a:pt x="1489" y="164"/>
                </a:cubicBezTo>
                <a:cubicBezTo>
                  <a:pt x="1520" y="186"/>
                  <a:pt x="1550" y="211"/>
                  <a:pt x="1577" y="237"/>
                </a:cubicBezTo>
                <a:cubicBezTo>
                  <a:pt x="1594" y="253"/>
                  <a:pt x="1594" y="253"/>
                  <a:pt x="1594" y="253"/>
                </a:cubicBezTo>
                <a:cubicBezTo>
                  <a:pt x="1618" y="277"/>
                  <a:pt x="1618" y="277"/>
                  <a:pt x="1618" y="277"/>
                </a:cubicBezTo>
                <a:cubicBezTo>
                  <a:pt x="1620" y="279"/>
                  <a:pt x="1622" y="283"/>
                  <a:pt x="1622" y="286"/>
                </a:cubicBezTo>
                <a:cubicBezTo>
                  <a:pt x="1622" y="289"/>
                  <a:pt x="1620" y="293"/>
                  <a:pt x="1618" y="295"/>
                </a:cubicBezTo>
                <a:cubicBezTo>
                  <a:pt x="1616" y="297"/>
                  <a:pt x="1612" y="299"/>
                  <a:pt x="1609" y="299"/>
                </a:cubicBezTo>
                <a:close/>
                <a:moveTo>
                  <a:pt x="553" y="142"/>
                </a:moveTo>
                <a:cubicBezTo>
                  <a:pt x="553" y="142"/>
                  <a:pt x="553" y="142"/>
                  <a:pt x="553" y="142"/>
                </a:cubicBezTo>
                <a:cubicBezTo>
                  <a:pt x="548" y="142"/>
                  <a:pt x="544" y="139"/>
                  <a:pt x="542" y="135"/>
                </a:cubicBezTo>
                <a:cubicBezTo>
                  <a:pt x="540" y="133"/>
                  <a:pt x="539" y="129"/>
                  <a:pt x="540" y="126"/>
                </a:cubicBezTo>
                <a:cubicBezTo>
                  <a:pt x="541" y="123"/>
                  <a:pt x="543" y="120"/>
                  <a:pt x="546" y="118"/>
                </a:cubicBezTo>
                <a:cubicBezTo>
                  <a:pt x="548" y="117"/>
                  <a:pt x="550" y="116"/>
                  <a:pt x="553" y="116"/>
                </a:cubicBezTo>
                <a:cubicBezTo>
                  <a:pt x="557" y="116"/>
                  <a:pt x="561" y="119"/>
                  <a:pt x="564" y="123"/>
                </a:cubicBezTo>
                <a:cubicBezTo>
                  <a:pt x="567" y="129"/>
                  <a:pt x="565" y="136"/>
                  <a:pt x="559" y="140"/>
                </a:cubicBezTo>
                <a:cubicBezTo>
                  <a:pt x="557" y="141"/>
                  <a:pt x="555" y="142"/>
                  <a:pt x="553" y="142"/>
                </a:cubicBezTo>
                <a:close/>
                <a:moveTo>
                  <a:pt x="590" y="121"/>
                </a:moveTo>
                <a:cubicBezTo>
                  <a:pt x="585" y="121"/>
                  <a:pt x="581" y="119"/>
                  <a:pt x="578" y="114"/>
                </a:cubicBezTo>
                <a:cubicBezTo>
                  <a:pt x="577" y="111"/>
                  <a:pt x="577" y="108"/>
                  <a:pt x="578" y="105"/>
                </a:cubicBezTo>
                <a:cubicBezTo>
                  <a:pt x="579" y="101"/>
                  <a:pt x="581" y="99"/>
                  <a:pt x="584" y="97"/>
                </a:cubicBezTo>
                <a:cubicBezTo>
                  <a:pt x="626" y="75"/>
                  <a:pt x="671" y="56"/>
                  <a:pt x="718" y="41"/>
                </a:cubicBezTo>
                <a:cubicBezTo>
                  <a:pt x="718" y="41"/>
                  <a:pt x="718" y="41"/>
                  <a:pt x="718" y="41"/>
                </a:cubicBezTo>
                <a:cubicBezTo>
                  <a:pt x="719" y="41"/>
                  <a:pt x="719" y="41"/>
                  <a:pt x="719" y="41"/>
                </a:cubicBezTo>
                <a:cubicBezTo>
                  <a:pt x="719" y="41"/>
                  <a:pt x="719" y="41"/>
                  <a:pt x="719" y="41"/>
                </a:cubicBezTo>
                <a:cubicBezTo>
                  <a:pt x="764" y="27"/>
                  <a:pt x="811" y="16"/>
                  <a:pt x="857" y="9"/>
                </a:cubicBezTo>
                <a:cubicBezTo>
                  <a:pt x="867" y="7"/>
                  <a:pt x="877" y="6"/>
                  <a:pt x="887" y="5"/>
                </a:cubicBezTo>
                <a:cubicBezTo>
                  <a:pt x="894" y="4"/>
                  <a:pt x="900" y="9"/>
                  <a:pt x="901" y="16"/>
                </a:cubicBezTo>
                <a:cubicBezTo>
                  <a:pt x="902" y="23"/>
                  <a:pt x="897" y="29"/>
                  <a:pt x="890" y="30"/>
                </a:cubicBezTo>
                <a:cubicBezTo>
                  <a:pt x="880" y="31"/>
                  <a:pt x="871" y="32"/>
                  <a:pt x="861" y="34"/>
                </a:cubicBezTo>
                <a:cubicBezTo>
                  <a:pt x="816" y="41"/>
                  <a:pt x="770" y="51"/>
                  <a:pt x="727" y="65"/>
                </a:cubicBezTo>
                <a:cubicBezTo>
                  <a:pt x="681" y="80"/>
                  <a:pt x="637" y="98"/>
                  <a:pt x="596" y="120"/>
                </a:cubicBezTo>
                <a:cubicBezTo>
                  <a:pt x="594" y="121"/>
                  <a:pt x="592" y="121"/>
                  <a:pt x="590" y="121"/>
                </a:cubicBezTo>
                <a:close/>
                <a:moveTo>
                  <a:pt x="1320" y="95"/>
                </a:moveTo>
                <a:cubicBezTo>
                  <a:pt x="1318" y="95"/>
                  <a:pt x="1316" y="94"/>
                  <a:pt x="1315" y="93"/>
                </a:cubicBezTo>
                <a:cubicBezTo>
                  <a:pt x="1312" y="92"/>
                  <a:pt x="1309" y="90"/>
                  <a:pt x="1308" y="86"/>
                </a:cubicBezTo>
                <a:cubicBezTo>
                  <a:pt x="1307" y="83"/>
                  <a:pt x="1307" y="80"/>
                  <a:pt x="1308" y="77"/>
                </a:cubicBezTo>
                <a:cubicBezTo>
                  <a:pt x="1310" y="72"/>
                  <a:pt x="1315" y="69"/>
                  <a:pt x="1320" y="69"/>
                </a:cubicBezTo>
                <a:cubicBezTo>
                  <a:pt x="1322" y="69"/>
                  <a:pt x="1323" y="69"/>
                  <a:pt x="1325" y="70"/>
                </a:cubicBezTo>
                <a:cubicBezTo>
                  <a:pt x="1326" y="70"/>
                  <a:pt x="1326" y="70"/>
                  <a:pt x="1326" y="70"/>
                </a:cubicBezTo>
                <a:cubicBezTo>
                  <a:pt x="1326" y="70"/>
                  <a:pt x="1326" y="70"/>
                  <a:pt x="1326" y="70"/>
                </a:cubicBezTo>
                <a:cubicBezTo>
                  <a:pt x="1332" y="74"/>
                  <a:pt x="1334" y="81"/>
                  <a:pt x="1332" y="87"/>
                </a:cubicBezTo>
                <a:cubicBezTo>
                  <a:pt x="1330" y="91"/>
                  <a:pt x="1325" y="95"/>
                  <a:pt x="1320" y="95"/>
                </a:cubicBezTo>
                <a:close/>
                <a:moveTo>
                  <a:pt x="1281" y="79"/>
                </a:moveTo>
                <a:cubicBezTo>
                  <a:pt x="1279" y="79"/>
                  <a:pt x="1278" y="78"/>
                  <a:pt x="1276" y="78"/>
                </a:cubicBezTo>
                <a:cubicBezTo>
                  <a:pt x="1263" y="73"/>
                  <a:pt x="1249" y="68"/>
                  <a:pt x="1236" y="64"/>
                </a:cubicBezTo>
                <a:cubicBezTo>
                  <a:pt x="1235" y="64"/>
                  <a:pt x="1235" y="64"/>
                  <a:pt x="1235" y="64"/>
                </a:cubicBezTo>
                <a:cubicBezTo>
                  <a:pt x="1224" y="60"/>
                  <a:pt x="1212" y="57"/>
                  <a:pt x="1200" y="54"/>
                </a:cubicBezTo>
                <a:cubicBezTo>
                  <a:pt x="1196" y="53"/>
                  <a:pt x="1193" y="52"/>
                  <a:pt x="1190" y="51"/>
                </a:cubicBezTo>
                <a:cubicBezTo>
                  <a:pt x="1190" y="51"/>
                  <a:pt x="1190" y="51"/>
                  <a:pt x="1190" y="51"/>
                </a:cubicBezTo>
                <a:cubicBezTo>
                  <a:pt x="1184" y="49"/>
                  <a:pt x="1178" y="48"/>
                  <a:pt x="1172" y="47"/>
                </a:cubicBezTo>
                <a:cubicBezTo>
                  <a:pt x="1170" y="46"/>
                  <a:pt x="1169" y="46"/>
                  <a:pt x="1167" y="46"/>
                </a:cubicBezTo>
                <a:cubicBezTo>
                  <a:pt x="1167" y="46"/>
                  <a:pt x="1167" y="46"/>
                  <a:pt x="1167" y="46"/>
                </a:cubicBezTo>
                <a:cubicBezTo>
                  <a:pt x="1144" y="40"/>
                  <a:pt x="1144" y="40"/>
                  <a:pt x="1144" y="40"/>
                </a:cubicBezTo>
                <a:cubicBezTo>
                  <a:pt x="1120" y="36"/>
                  <a:pt x="1120" y="36"/>
                  <a:pt x="1120" y="36"/>
                </a:cubicBezTo>
                <a:cubicBezTo>
                  <a:pt x="1118" y="36"/>
                  <a:pt x="1116" y="36"/>
                  <a:pt x="1115" y="35"/>
                </a:cubicBezTo>
                <a:cubicBezTo>
                  <a:pt x="1113" y="35"/>
                  <a:pt x="1113" y="35"/>
                  <a:pt x="1113" y="35"/>
                </a:cubicBezTo>
                <a:cubicBezTo>
                  <a:pt x="1108" y="34"/>
                  <a:pt x="1102" y="33"/>
                  <a:pt x="1097" y="33"/>
                </a:cubicBezTo>
                <a:cubicBezTo>
                  <a:pt x="1073" y="30"/>
                  <a:pt x="1073" y="30"/>
                  <a:pt x="1073" y="30"/>
                </a:cubicBezTo>
                <a:cubicBezTo>
                  <a:pt x="1072" y="30"/>
                  <a:pt x="1071" y="30"/>
                  <a:pt x="1070" y="30"/>
                </a:cubicBezTo>
                <a:cubicBezTo>
                  <a:pt x="1067" y="29"/>
                  <a:pt x="1064" y="29"/>
                  <a:pt x="1062" y="29"/>
                </a:cubicBezTo>
                <a:cubicBezTo>
                  <a:pt x="1050" y="28"/>
                  <a:pt x="1050" y="28"/>
                  <a:pt x="1050" y="28"/>
                </a:cubicBezTo>
                <a:cubicBezTo>
                  <a:pt x="1028" y="26"/>
                  <a:pt x="1005" y="25"/>
                  <a:pt x="982" y="25"/>
                </a:cubicBezTo>
                <a:cubicBezTo>
                  <a:pt x="979" y="25"/>
                  <a:pt x="976" y="25"/>
                  <a:pt x="973" y="25"/>
                </a:cubicBezTo>
                <a:cubicBezTo>
                  <a:pt x="973" y="25"/>
                  <a:pt x="973" y="25"/>
                  <a:pt x="973" y="25"/>
                </a:cubicBezTo>
                <a:cubicBezTo>
                  <a:pt x="966" y="25"/>
                  <a:pt x="960" y="20"/>
                  <a:pt x="960" y="13"/>
                </a:cubicBezTo>
                <a:cubicBezTo>
                  <a:pt x="960" y="6"/>
                  <a:pt x="966" y="0"/>
                  <a:pt x="973" y="0"/>
                </a:cubicBezTo>
                <a:cubicBezTo>
                  <a:pt x="977" y="0"/>
                  <a:pt x="980" y="0"/>
                  <a:pt x="982" y="0"/>
                </a:cubicBezTo>
                <a:cubicBezTo>
                  <a:pt x="1005" y="0"/>
                  <a:pt x="1029" y="1"/>
                  <a:pt x="1052" y="2"/>
                </a:cubicBezTo>
                <a:cubicBezTo>
                  <a:pt x="1064" y="3"/>
                  <a:pt x="1064" y="3"/>
                  <a:pt x="1064" y="3"/>
                </a:cubicBezTo>
                <a:cubicBezTo>
                  <a:pt x="1067" y="4"/>
                  <a:pt x="1070" y="4"/>
                  <a:pt x="1073" y="4"/>
                </a:cubicBezTo>
                <a:cubicBezTo>
                  <a:pt x="1074" y="4"/>
                  <a:pt x="1075" y="5"/>
                  <a:pt x="1076" y="5"/>
                </a:cubicBezTo>
                <a:cubicBezTo>
                  <a:pt x="1076" y="5"/>
                  <a:pt x="1076" y="5"/>
                  <a:pt x="1076" y="5"/>
                </a:cubicBezTo>
                <a:cubicBezTo>
                  <a:pt x="1100" y="8"/>
                  <a:pt x="1100" y="8"/>
                  <a:pt x="1100" y="8"/>
                </a:cubicBezTo>
                <a:cubicBezTo>
                  <a:pt x="1106" y="8"/>
                  <a:pt x="1111" y="9"/>
                  <a:pt x="1117" y="10"/>
                </a:cubicBezTo>
                <a:cubicBezTo>
                  <a:pt x="1119" y="10"/>
                  <a:pt x="1119" y="10"/>
                  <a:pt x="1119" y="10"/>
                </a:cubicBezTo>
                <a:cubicBezTo>
                  <a:pt x="1121" y="11"/>
                  <a:pt x="1123" y="11"/>
                  <a:pt x="1124" y="11"/>
                </a:cubicBezTo>
                <a:cubicBezTo>
                  <a:pt x="1149" y="15"/>
                  <a:pt x="1149" y="15"/>
                  <a:pt x="1149" y="15"/>
                </a:cubicBezTo>
                <a:cubicBezTo>
                  <a:pt x="1172" y="21"/>
                  <a:pt x="1172" y="21"/>
                  <a:pt x="1172" y="21"/>
                </a:cubicBezTo>
                <a:cubicBezTo>
                  <a:pt x="1174" y="21"/>
                  <a:pt x="1176" y="21"/>
                  <a:pt x="1178" y="22"/>
                </a:cubicBezTo>
                <a:cubicBezTo>
                  <a:pt x="1184" y="23"/>
                  <a:pt x="1190" y="25"/>
                  <a:pt x="1197" y="26"/>
                </a:cubicBezTo>
                <a:cubicBezTo>
                  <a:pt x="1200" y="27"/>
                  <a:pt x="1203" y="28"/>
                  <a:pt x="1207" y="29"/>
                </a:cubicBezTo>
                <a:cubicBezTo>
                  <a:pt x="1219" y="32"/>
                  <a:pt x="1231" y="36"/>
                  <a:pt x="1244" y="40"/>
                </a:cubicBezTo>
                <a:cubicBezTo>
                  <a:pt x="1244" y="40"/>
                  <a:pt x="1244" y="40"/>
                  <a:pt x="1244" y="40"/>
                </a:cubicBezTo>
                <a:cubicBezTo>
                  <a:pt x="1257" y="44"/>
                  <a:pt x="1271" y="49"/>
                  <a:pt x="1285" y="54"/>
                </a:cubicBezTo>
                <a:cubicBezTo>
                  <a:pt x="1292" y="57"/>
                  <a:pt x="1295" y="64"/>
                  <a:pt x="1292" y="70"/>
                </a:cubicBezTo>
                <a:cubicBezTo>
                  <a:pt x="1291" y="75"/>
                  <a:pt x="1286" y="79"/>
                  <a:pt x="1281" y="79"/>
                </a:cubicBezTo>
                <a:close/>
                <a:moveTo>
                  <a:pt x="931" y="27"/>
                </a:moveTo>
                <a:cubicBezTo>
                  <a:pt x="924" y="27"/>
                  <a:pt x="918" y="21"/>
                  <a:pt x="918" y="15"/>
                </a:cubicBezTo>
                <a:cubicBezTo>
                  <a:pt x="917" y="8"/>
                  <a:pt x="923" y="2"/>
                  <a:pt x="930" y="1"/>
                </a:cubicBezTo>
                <a:cubicBezTo>
                  <a:pt x="930" y="1"/>
                  <a:pt x="930" y="1"/>
                  <a:pt x="930" y="1"/>
                </a:cubicBezTo>
                <a:cubicBezTo>
                  <a:pt x="930" y="1"/>
                  <a:pt x="930" y="1"/>
                  <a:pt x="930" y="1"/>
                </a:cubicBezTo>
                <a:cubicBezTo>
                  <a:pt x="937" y="1"/>
                  <a:pt x="943" y="6"/>
                  <a:pt x="943" y="13"/>
                </a:cubicBezTo>
                <a:cubicBezTo>
                  <a:pt x="944" y="20"/>
                  <a:pt x="938" y="26"/>
                  <a:pt x="931" y="27"/>
                </a:cubicBezTo>
                <a:cubicBezTo>
                  <a:pt x="931" y="27"/>
                  <a:pt x="931" y="27"/>
                  <a:pt x="931" y="27"/>
                </a:cubicBezTo>
                <a:close/>
              </a:path>
            </a:pathLst>
          </a:custGeom>
          <a:solidFill>
            <a:srgbClr val="377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77" name="Freeform 37">
            <a:extLst>
              <a:ext uri="{FF2B5EF4-FFF2-40B4-BE49-F238E27FC236}">
                <a16:creationId xmlns:a16="http://schemas.microsoft.com/office/drawing/2014/main" id="{98DE8AD9-4CD9-4281-AF3B-66A8BE85A522}"/>
              </a:ext>
            </a:extLst>
          </p:cNvPr>
          <p:cNvSpPr>
            <a:spLocks noEditPoints="1"/>
          </p:cNvSpPr>
          <p:nvPr/>
        </p:nvSpPr>
        <p:spPr bwMode="auto">
          <a:xfrm>
            <a:off x="1711865" y="1799088"/>
            <a:ext cx="3247602" cy="3254586"/>
          </a:xfrm>
          <a:custGeom>
            <a:avLst/>
            <a:gdLst>
              <a:gd name="T0" fmla="*/ 930 w 1858"/>
              <a:gd name="T1" fmla="*/ 1835 h 1861"/>
              <a:gd name="T2" fmla="*/ 1175 w 1858"/>
              <a:gd name="T3" fmla="*/ 1796 h 1861"/>
              <a:gd name="T4" fmla="*/ 1276 w 1858"/>
              <a:gd name="T5" fmla="*/ 1754 h 1861"/>
              <a:gd name="T6" fmla="*/ 1244 w 1858"/>
              <a:gd name="T7" fmla="*/ 1797 h 1861"/>
              <a:gd name="T8" fmla="*/ 972 w 1858"/>
              <a:gd name="T9" fmla="*/ 1859 h 1861"/>
              <a:gd name="T10" fmla="*/ 758 w 1858"/>
              <a:gd name="T11" fmla="*/ 1842 h 1861"/>
              <a:gd name="T12" fmla="*/ 773 w 1858"/>
              <a:gd name="T13" fmla="*/ 1833 h 1861"/>
              <a:gd name="T14" fmla="*/ 481 w 1858"/>
              <a:gd name="T15" fmla="*/ 1726 h 1861"/>
              <a:gd name="T16" fmla="*/ 400 w 1858"/>
              <a:gd name="T17" fmla="*/ 1663 h 1861"/>
              <a:gd name="T18" fmla="*/ 358 w 1858"/>
              <a:gd name="T19" fmla="*/ 1625 h 1861"/>
              <a:gd name="T20" fmla="*/ 391 w 1858"/>
              <a:gd name="T21" fmla="*/ 1622 h 1861"/>
              <a:gd name="T22" fmla="*/ 433 w 1858"/>
              <a:gd name="T23" fmla="*/ 1658 h 1861"/>
              <a:gd name="T24" fmla="*/ 495 w 1858"/>
              <a:gd name="T25" fmla="*/ 1705 h 1861"/>
              <a:gd name="T26" fmla="*/ 1319 w 1858"/>
              <a:gd name="T27" fmla="*/ 1759 h 1861"/>
              <a:gd name="T28" fmla="*/ 1336 w 1858"/>
              <a:gd name="T29" fmla="*/ 1721 h 1861"/>
              <a:gd name="T30" fmla="*/ 1346 w 1858"/>
              <a:gd name="T31" fmla="*/ 1745 h 1861"/>
              <a:gd name="T32" fmla="*/ 1373 w 1858"/>
              <a:gd name="T33" fmla="*/ 1713 h 1861"/>
              <a:gd name="T34" fmla="*/ 1503 w 1858"/>
              <a:gd name="T35" fmla="*/ 1586 h 1861"/>
              <a:gd name="T36" fmla="*/ 1521 w 1858"/>
              <a:gd name="T37" fmla="*/ 1604 h 1861"/>
              <a:gd name="T38" fmla="*/ 1384 w 1858"/>
              <a:gd name="T39" fmla="*/ 1718 h 1861"/>
              <a:gd name="T40" fmla="*/ 224 w 1858"/>
              <a:gd name="T41" fmla="*/ 1472 h 1861"/>
              <a:gd name="T42" fmla="*/ 256 w 1858"/>
              <a:gd name="T43" fmla="*/ 1518 h 1861"/>
              <a:gd name="T44" fmla="*/ 1807 w 1858"/>
              <a:gd name="T45" fmla="*/ 1176 h 1861"/>
              <a:gd name="T46" fmla="*/ 195 w 1858"/>
              <a:gd name="T47" fmla="*/ 1458 h 1861"/>
              <a:gd name="T48" fmla="*/ 48 w 1858"/>
              <a:gd name="T49" fmla="*/ 1206 h 1861"/>
              <a:gd name="T50" fmla="*/ 15 w 1858"/>
              <a:gd name="T51" fmla="*/ 990 h 1861"/>
              <a:gd name="T52" fmla="*/ 72 w 1858"/>
              <a:gd name="T53" fmla="*/ 1197 h 1861"/>
              <a:gd name="T54" fmla="*/ 214 w 1858"/>
              <a:gd name="T55" fmla="*/ 1441 h 1861"/>
              <a:gd name="T56" fmla="*/ 1803 w 1858"/>
              <a:gd name="T57" fmla="*/ 1144 h 1861"/>
              <a:gd name="T58" fmla="*/ 1815 w 1858"/>
              <a:gd name="T59" fmla="*/ 1160 h 1861"/>
              <a:gd name="T60" fmla="*/ 1832 w 1858"/>
              <a:gd name="T61" fmla="*/ 932 h 1861"/>
              <a:gd name="T62" fmla="*/ 1764 w 1858"/>
              <a:gd name="T63" fmla="*/ 581 h 1861"/>
              <a:gd name="T64" fmla="*/ 1858 w 1858"/>
              <a:gd name="T65" fmla="*/ 932 h 1861"/>
              <a:gd name="T66" fmla="*/ 1 w 1858"/>
              <a:gd name="T67" fmla="*/ 961 h 1861"/>
              <a:gd name="T68" fmla="*/ 26 w 1858"/>
              <a:gd name="T69" fmla="*/ 927 h 1861"/>
              <a:gd name="T70" fmla="*/ 15 w 1858"/>
              <a:gd name="T71" fmla="*/ 897 h 1861"/>
              <a:gd name="T72" fmla="*/ 86 w 1858"/>
              <a:gd name="T73" fmla="*/ 569 h 1861"/>
              <a:gd name="T74" fmla="*/ 108 w 1858"/>
              <a:gd name="T75" fmla="*/ 581 h 1861"/>
              <a:gd name="T76" fmla="*/ 1739 w 1858"/>
              <a:gd name="T77" fmla="*/ 561 h 1861"/>
              <a:gd name="T78" fmla="*/ 1756 w 1858"/>
              <a:gd name="T79" fmla="*/ 566 h 1861"/>
              <a:gd name="T80" fmla="*/ 1665 w 1858"/>
              <a:gd name="T81" fmla="*/ 447 h 1861"/>
              <a:gd name="T82" fmla="*/ 1599 w 1858"/>
              <a:gd name="T83" fmla="*/ 373 h 1861"/>
              <a:gd name="T84" fmla="*/ 1357 w 1858"/>
              <a:gd name="T85" fmla="*/ 155 h 1861"/>
              <a:gd name="T86" fmla="*/ 1616 w 1858"/>
              <a:gd name="T87" fmla="*/ 355 h 1861"/>
              <a:gd name="T88" fmla="*/ 1685 w 1858"/>
              <a:gd name="T89" fmla="*/ 432 h 1861"/>
              <a:gd name="T90" fmla="*/ 216 w 1858"/>
              <a:gd name="T91" fmla="*/ 413 h 1861"/>
              <a:gd name="T92" fmla="*/ 248 w 1858"/>
              <a:gd name="T93" fmla="*/ 384 h 1861"/>
              <a:gd name="T94" fmla="*/ 260 w 1858"/>
              <a:gd name="T95" fmla="*/ 336 h 1861"/>
              <a:gd name="T96" fmla="*/ 418 w 1858"/>
              <a:gd name="T97" fmla="*/ 184 h 1861"/>
              <a:gd name="T98" fmla="*/ 504 w 1858"/>
              <a:gd name="T99" fmla="*/ 123 h 1861"/>
              <a:gd name="T100" fmla="*/ 518 w 1858"/>
              <a:gd name="T101" fmla="*/ 144 h 1861"/>
              <a:gd name="T102" fmla="*/ 451 w 1858"/>
              <a:gd name="T103" fmla="*/ 191 h 1861"/>
              <a:gd name="T104" fmla="*/ 370 w 1858"/>
              <a:gd name="T105" fmla="*/ 263 h 1861"/>
              <a:gd name="T106" fmla="*/ 1292 w 1858"/>
              <a:gd name="T107" fmla="*/ 117 h 1861"/>
              <a:gd name="T108" fmla="*/ 1327 w 1858"/>
              <a:gd name="T109" fmla="*/ 135 h 1861"/>
              <a:gd name="T110" fmla="*/ 1122 w 1858"/>
              <a:gd name="T111" fmla="*/ 52 h 1861"/>
              <a:gd name="T112" fmla="*/ 1058 w 1858"/>
              <a:gd name="T113" fmla="*/ 39 h 1861"/>
              <a:gd name="T114" fmla="*/ 992 w 1858"/>
              <a:gd name="T115" fmla="*/ 31 h 1861"/>
              <a:gd name="T116" fmla="*/ 811 w 1858"/>
              <a:gd name="T117" fmla="*/ 11 h 1861"/>
              <a:gd name="T118" fmla="*/ 1055 w 1858"/>
              <a:gd name="T119" fmla="*/ 12 h 1861"/>
              <a:gd name="T120" fmla="*/ 1111 w 1858"/>
              <a:gd name="T121" fmla="*/ 23 h 1861"/>
              <a:gd name="T122" fmla="*/ 1271 w 1858"/>
              <a:gd name="T123" fmla="*/ 92 h 1861"/>
              <a:gd name="T124" fmla="*/ 734 w 1858"/>
              <a:gd name="T125" fmla="*/ 26 h 18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858" h="1861">
                <a:moveTo>
                  <a:pt x="930" y="1861"/>
                </a:moveTo>
                <a:cubicBezTo>
                  <a:pt x="886" y="1861"/>
                  <a:pt x="843" y="1857"/>
                  <a:pt x="801" y="1850"/>
                </a:cubicBezTo>
                <a:cubicBezTo>
                  <a:pt x="794" y="1849"/>
                  <a:pt x="789" y="1843"/>
                  <a:pt x="790" y="1836"/>
                </a:cubicBezTo>
                <a:cubicBezTo>
                  <a:pt x="791" y="1829"/>
                  <a:pt x="798" y="1824"/>
                  <a:pt x="805" y="1825"/>
                </a:cubicBezTo>
                <a:cubicBezTo>
                  <a:pt x="846" y="1832"/>
                  <a:pt x="888" y="1835"/>
                  <a:pt x="930" y="1835"/>
                </a:cubicBezTo>
                <a:cubicBezTo>
                  <a:pt x="930" y="1835"/>
                  <a:pt x="930" y="1835"/>
                  <a:pt x="930" y="1835"/>
                </a:cubicBezTo>
                <a:cubicBezTo>
                  <a:pt x="943" y="1835"/>
                  <a:pt x="957" y="1835"/>
                  <a:pt x="971" y="1834"/>
                </a:cubicBezTo>
                <a:cubicBezTo>
                  <a:pt x="971" y="1834"/>
                  <a:pt x="971" y="1834"/>
                  <a:pt x="971" y="1834"/>
                </a:cubicBezTo>
                <a:cubicBezTo>
                  <a:pt x="981" y="1833"/>
                  <a:pt x="992" y="1833"/>
                  <a:pt x="1002" y="1832"/>
                </a:cubicBezTo>
                <a:cubicBezTo>
                  <a:pt x="1060" y="1826"/>
                  <a:pt x="1118" y="1814"/>
                  <a:pt x="1175" y="1796"/>
                </a:cubicBezTo>
                <a:cubicBezTo>
                  <a:pt x="1186" y="1792"/>
                  <a:pt x="1196" y="1788"/>
                  <a:pt x="1207" y="1784"/>
                </a:cubicBezTo>
                <a:cubicBezTo>
                  <a:pt x="1210" y="1783"/>
                  <a:pt x="1214" y="1782"/>
                  <a:pt x="1217" y="1781"/>
                </a:cubicBezTo>
                <a:cubicBezTo>
                  <a:pt x="1222" y="1779"/>
                  <a:pt x="1228" y="1776"/>
                  <a:pt x="1234" y="1774"/>
                </a:cubicBezTo>
                <a:cubicBezTo>
                  <a:pt x="1258" y="1763"/>
                  <a:pt x="1258" y="1763"/>
                  <a:pt x="1258" y="1763"/>
                </a:cubicBezTo>
                <a:cubicBezTo>
                  <a:pt x="1264" y="1760"/>
                  <a:pt x="1270" y="1757"/>
                  <a:pt x="1276" y="1754"/>
                </a:cubicBezTo>
                <a:cubicBezTo>
                  <a:pt x="1282" y="1751"/>
                  <a:pt x="1290" y="1754"/>
                  <a:pt x="1293" y="1760"/>
                </a:cubicBezTo>
                <a:cubicBezTo>
                  <a:pt x="1296" y="1766"/>
                  <a:pt x="1293" y="1774"/>
                  <a:pt x="1287" y="1777"/>
                </a:cubicBezTo>
                <a:cubicBezTo>
                  <a:pt x="1281" y="1780"/>
                  <a:pt x="1275" y="1783"/>
                  <a:pt x="1268" y="1786"/>
                </a:cubicBezTo>
                <a:cubicBezTo>
                  <a:pt x="1268" y="1786"/>
                  <a:pt x="1268" y="1786"/>
                  <a:pt x="1268" y="1786"/>
                </a:cubicBezTo>
                <a:cubicBezTo>
                  <a:pt x="1244" y="1797"/>
                  <a:pt x="1244" y="1797"/>
                  <a:pt x="1244" y="1797"/>
                </a:cubicBezTo>
                <a:cubicBezTo>
                  <a:pt x="1238" y="1800"/>
                  <a:pt x="1232" y="1802"/>
                  <a:pt x="1226" y="1804"/>
                </a:cubicBezTo>
                <a:cubicBezTo>
                  <a:pt x="1223" y="1806"/>
                  <a:pt x="1219" y="1807"/>
                  <a:pt x="1216" y="1808"/>
                </a:cubicBezTo>
                <a:cubicBezTo>
                  <a:pt x="1205" y="1812"/>
                  <a:pt x="1194" y="1816"/>
                  <a:pt x="1183" y="1820"/>
                </a:cubicBezTo>
                <a:cubicBezTo>
                  <a:pt x="1124" y="1839"/>
                  <a:pt x="1064" y="1852"/>
                  <a:pt x="1004" y="1857"/>
                </a:cubicBezTo>
                <a:cubicBezTo>
                  <a:pt x="993" y="1858"/>
                  <a:pt x="983" y="1859"/>
                  <a:pt x="972" y="1859"/>
                </a:cubicBezTo>
                <a:cubicBezTo>
                  <a:pt x="972" y="1859"/>
                  <a:pt x="972" y="1859"/>
                  <a:pt x="972" y="1859"/>
                </a:cubicBezTo>
                <a:cubicBezTo>
                  <a:pt x="958" y="1860"/>
                  <a:pt x="944" y="1861"/>
                  <a:pt x="930" y="1861"/>
                </a:cubicBezTo>
                <a:cubicBezTo>
                  <a:pt x="930" y="1861"/>
                  <a:pt x="930" y="1861"/>
                  <a:pt x="930" y="1861"/>
                </a:cubicBezTo>
                <a:close/>
                <a:moveTo>
                  <a:pt x="761" y="1843"/>
                </a:moveTo>
                <a:cubicBezTo>
                  <a:pt x="760" y="1843"/>
                  <a:pt x="759" y="1843"/>
                  <a:pt x="758" y="1842"/>
                </a:cubicBezTo>
                <a:cubicBezTo>
                  <a:pt x="747" y="1840"/>
                  <a:pt x="736" y="1837"/>
                  <a:pt x="725" y="1834"/>
                </a:cubicBezTo>
                <a:cubicBezTo>
                  <a:pt x="718" y="1833"/>
                  <a:pt x="714" y="1826"/>
                  <a:pt x="716" y="1819"/>
                </a:cubicBezTo>
                <a:cubicBezTo>
                  <a:pt x="717" y="1812"/>
                  <a:pt x="724" y="1808"/>
                  <a:pt x="731" y="1810"/>
                </a:cubicBezTo>
                <a:cubicBezTo>
                  <a:pt x="742" y="1813"/>
                  <a:pt x="753" y="1815"/>
                  <a:pt x="764" y="1818"/>
                </a:cubicBezTo>
                <a:cubicBezTo>
                  <a:pt x="770" y="1819"/>
                  <a:pt x="775" y="1826"/>
                  <a:pt x="773" y="1833"/>
                </a:cubicBezTo>
                <a:cubicBezTo>
                  <a:pt x="772" y="1839"/>
                  <a:pt x="767" y="1843"/>
                  <a:pt x="761" y="1843"/>
                </a:cubicBezTo>
                <a:close/>
                <a:moveTo>
                  <a:pt x="687" y="1823"/>
                </a:moveTo>
                <a:cubicBezTo>
                  <a:pt x="686" y="1823"/>
                  <a:pt x="684" y="1823"/>
                  <a:pt x="683" y="1823"/>
                </a:cubicBezTo>
                <a:cubicBezTo>
                  <a:pt x="670" y="1818"/>
                  <a:pt x="657" y="1814"/>
                  <a:pt x="644" y="1809"/>
                </a:cubicBezTo>
                <a:cubicBezTo>
                  <a:pt x="586" y="1787"/>
                  <a:pt x="531" y="1759"/>
                  <a:pt x="481" y="1726"/>
                </a:cubicBezTo>
                <a:cubicBezTo>
                  <a:pt x="459" y="1710"/>
                  <a:pt x="459" y="1710"/>
                  <a:pt x="459" y="1710"/>
                </a:cubicBezTo>
                <a:cubicBezTo>
                  <a:pt x="454" y="1707"/>
                  <a:pt x="449" y="1703"/>
                  <a:pt x="443" y="1699"/>
                </a:cubicBezTo>
                <a:cubicBezTo>
                  <a:pt x="423" y="1683"/>
                  <a:pt x="423" y="1683"/>
                  <a:pt x="423" y="1683"/>
                </a:cubicBezTo>
                <a:cubicBezTo>
                  <a:pt x="421" y="1681"/>
                  <a:pt x="419" y="1680"/>
                  <a:pt x="417" y="1678"/>
                </a:cubicBezTo>
                <a:cubicBezTo>
                  <a:pt x="400" y="1663"/>
                  <a:pt x="400" y="1663"/>
                  <a:pt x="400" y="1663"/>
                </a:cubicBezTo>
                <a:cubicBezTo>
                  <a:pt x="400" y="1663"/>
                  <a:pt x="400" y="1663"/>
                  <a:pt x="400" y="1663"/>
                </a:cubicBezTo>
                <a:cubicBezTo>
                  <a:pt x="391" y="1656"/>
                  <a:pt x="391" y="1656"/>
                  <a:pt x="391" y="1656"/>
                </a:cubicBezTo>
                <a:cubicBezTo>
                  <a:pt x="387" y="1652"/>
                  <a:pt x="383" y="1649"/>
                  <a:pt x="379" y="1645"/>
                </a:cubicBezTo>
                <a:cubicBezTo>
                  <a:pt x="378" y="1644"/>
                  <a:pt x="376" y="1642"/>
                  <a:pt x="374" y="1640"/>
                </a:cubicBezTo>
                <a:cubicBezTo>
                  <a:pt x="358" y="1625"/>
                  <a:pt x="358" y="1625"/>
                  <a:pt x="358" y="1625"/>
                </a:cubicBezTo>
                <a:cubicBezTo>
                  <a:pt x="277" y="1544"/>
                  <a:pt x="277" y="1544"/>
                  <a:pt x="277" y="1544"/>
                </a:cubicBezTo>
                <a:cubicBezTo>
                  <a:pt x="272" y="1539"/>
                  <a:pt x="272" y="1531"/>
                  <a:pt x="277" y="1526"/>
                </a:cubicBezTo>
                <a:cubicBezTo>
                  <a:pt x="282" y="1521"/>
                  <a:pt x="290" y="1521"/>
                  <a:pt x="295" y="1526"/>
                </a:cubicBezTo>
                <a:cubicBezTo>
                  <a:pt x="375" y="1606"/>
                  <a:pt x="375" y="1606"/>
                  <a:pt x="375" y="1606"/>
                </a:cubicBezTo>
                <a:cubicBezTo>
                  <a:pt x="391" y="1622"/>
                  <a:pt x="391" y="1622"/>
                  <a:pt x="391" y="1622"/>
                </a:cubicBezTo>
                <a:cubicBezTo>
                  <a:pt x="393" y="1623"/>
                  <a:pt x="395" y="1625"/>
                  <a:pt x="397" y="1627"/>
                </a:cubicBezTo>
                <a:cubicBezTo>
                  <a:pt x="400" y="1630"/>
                  <a:pt x="404" y="1633"/>
                  <a:pt x="407" y="1636"/>
                </a:cubicBezTo>
                <a:cubicBezTo>
                  <a:pt x="416" y="1644"/>
                  <a:pt x="416" y="1644"/>
                  <a:pt x="416" y="1644"/>
                </a:cubicBezTo>
                <a:cubicBezTo>
                  <a:pt x="416" y="1644"/>
                  <a:pt x="416" y="1644"/>
                  <a:pt x="416" y="1644"/>
                </a:cubicBezTo>
                <a:cubicBezTo>
                  <a:pt x="433" y="1658"/>
                  <a:pt x="433" y="1658"/>
                  <a:pt x="433" y="1658"/>
                </a:cubicBezTo>
                <a:cubicBezTo>
                  <a:pt x="435" y="1660"/>
                  <a:pt x="437" y="1661"/>
                  <a:pt x="438" y="1663"/>
                </a:cubicBezTo>
                <a:cubicBezTo>
                  <a:pt x="439" y="1663"/>
                  <a:pt x="440" y="1664"/>
                  <a:pt x="441" y="1665"/>
                </a:cubicBezTo>
                <a:cubicBezTo>
                  <a:pt x="459" y="1679"/>
                  <a:pt x="459" y="1679"/>
                  <a:pt x="459" y="1679"/>
                </a:cubicBezTo>
                <a:cubicBezTo>
                  <a:pt x="464" y="1683"/>
                  <a:pt x="469" y="1686"/>
                  <a:pt x="474" y="1689"/>
                </a:cubicBezTo>
                <a:cubicBezTo>
                  <a:pt x="495" y="1705"/>
                  <a:pt x="495" y="1705"/>
                  <a:pt x="495" y="1705"/>
                </a:cubicBezTo>
                <a:cubicBezTo>
                  <a:pt x="544" y="1737"/>
                  <a:pt x="597" y="1764"/>
                  <a:pt x="653" y="1785"/>
                </a:cubicBezTo>
                <a:cubicBezTo>
                  <a:pt x="666" y="1790"/>
                  <a:pt x="678" y="1794"/>
                  <a:pt x="691" y="1798"/>
                </a:cubicBezTo>
                <a:cubicBezTo>
                  <a:pt x="698" y="1800"/>
                  <a:pt x="701" y="1808"/>
                  <a:pt x="699" y="1814"/>
                </a:cubicBezTo>
                <a:cubicBezTo>
                  <a:pt x="697" y="1820"/>
                  <a:pt x="692" y="1823"/>
                  <a:pt x="687" y="1823"/>
                </a:cubicBezTo>
                <a:close/>
                <a:moveTo>
                  <a:pt x="1319" y="1759"/>
                </a:moveTo>
                <a:cubicBezTo>
                  <a:pt x="1315" y="1759"/>
                  <a:pt x="1310" y="1756"/>
                  <a:pt x="1308" y="1752"/>
                </a:cubicBezTo>
                <a:cubicBezTo>
                  <a:pt x="1305" y="1746"/>
                  <a:pt x="1307" y="1738"/>
                  <a:pt x="1313" y="1735"/>
                </a:cubicBezTo>
                <a:cubicBezTo>
                  <a:pt x="1327" y="1727"/>
                  <a:pt x="1327" y="1727"/>
                  <a:pt x="1327" y="1727"/>
                </a:cubicBezTo>
                <a:cubicBezTo>
                  <a:pt x="1328" y="1726"/>
                  <a:pt x="1330" y="1725"/>
                  <a:pt x="1332" y="1724"/>
                </a:cubicBezTo>
                <a:cubicBezTo>
                  <a:pt x="1336" y="1721"/>
                  <a:pt x="1336" y="1721"/>
                  <a:pt x="1336" y="1721"/>
                </a:cubicBezTo>
                <a:cubicBezTo>
                  <a:pt x="1338" y="1720"/>
                  <a:pt x="1340" y="1719"/>
                  <a:pt x="1342" y="1718"/>
                </a:cubicBezTo>
                <a:cubicBezTo>
                  <a:pt x="1348" y="1714"/>
                  <a:pt x="1355" y="1716"/>
                  <a:pt x="1359" y="1722"/>
                </a:cubicBezTo>
                <a:cubicBezTo>
                  <a:pt x="1363" y="1728"/>
                  <a:pt x="1361" y="1736"/>
                  <a:pt x="1355" y="1740"/>
                </a:cubicBezTo>
                <a:cubicBezTo>
                  <a:pt x="1353" y="1741"/>
                  <a:pt x="1351" y="1742"/>
                  <a:pt x="1349" y="1743"/>
                </a:cubicBezTo>
                <a:cubicBezTo>
                  <a:pt x="1346" y="1745"/>
                  <a:pt x="1346" y="1745"/>
                  <a:pt x="1346" y="1745"/>
                </a:cubicBezTo>
                <a:cubicBezTo>
                  <a:pt x="1344" y="1747"/>
                  <a:pt x="1341" y="1748"/>
                  <a:pt x="1339" y="1749"/>
                </a:cubicBezTo>
                <a:cubicBezTo>
                  <a:pt x="1325" y="1757"/>
                  <a:pt x="1325" y="1757"/>
                  <a:pt x="1325" y="1757"/>
                </a:cubicBezTo>
                <a:cubicBezTo>
                  <a:pt x="1323" y="1758"/>
                  <a:pt x="1321" y="1759"/>
                  <a:pt x="1319" y="1759"/>
                </a:cubicBezTo>
                <a:close/>
                <a:moveTo>
                  <a:pt x="1384" y="1718"/>
                </a:moveTo>
                <a:cubicBezTo>
                  <a:pt x="1380" y="1718"/>
                  <a:pt x="1376" y="1716"/>
                  <a:pt x="1373" y="1713"/>
                </a:cubicBezTo>
                <a:cubicBezTo>
                  <a:pt x="1369" y="1707"/>
                  <a:pt x="1371" y="1699"/>
                  <a:pt x="1376" y="1695"/>
                </a:cubicBezTo>
                <a:cubicBezTo>
                  <a:pt x="1412" y="1670"/>
                  <a:pt x="1445" y="1643"/>
                  <a:pt x="1476" y="1613"/>
                </a:cubicBezTo>
                <a:cubicBezTo>
                  <a:pt x="1490" y="1599"/>
                  <a:pt x="1490" y="1599"/>
                  <a:pt x="1490" y="1599"/>
                </a:cubicBezTo>
                <a:cubicBezTo>
                  <a:pt x="1503" y="1586"/>
                  <a:pt x="1503" y="1586"/>
                  <a:pt x="1503" y="1586"/>
                </a:cubicBezTo>
                <a:cubicBezTo>
                  <a:pt x="1503" y="1586"/>
                  <a:pt x="1503" y="1586"/>
                  <a:pt x="1503" y="1586"/>
                </a:cubicBezTo>
                <a:cubicBezTo>
                  <a:pt x="1579" y="1510"/>
                  <a:pt x="1579" y="1510"/>
                  <a:pt x="1579" y="1510"/>
                </a:cubicBezTo>
                <a:cubicBezTo>
                  <a:pt x="1584" y="1505"/>
                  <a:pt x="1592" y="1505"/>
                  <a:pt x="1597" y="1510"/>
                </a:cubicBezTo>
                <a:cubicBezTo>
                  <a:pt x="1602" y="1515"/>
                  <a:pt x="1602" y="1523"/>
                  <a:pt x="1597" y="1528"/>
                </a:cubicBezTo>
                <a:cubicBezTo>
                  <a:pt x="1521" y="1604"/>
                  <a:pt x="1521" y="1604"/>
                  <a:pt x="1521" y="1604"/>
                </a:cubicBezTo>
                <a:cubicBezTo>
                  <a:pt x="1521" y="1604"/>
                  <a:pt x="1521" y="1604"/>
                  <a:pt x="1521" y="1604"/>
                </a:cubicBezTo>
                <a:cubicBezTo>
                  <a:pt x="1521" y="1604"/>
                  <a:pt x="1521" y="1604"/>
                  <a:pt x="1521" y="1604"/>
                </a:cubicBezTo>
                <a:cubicBezTo>
                  <a:pt x="1502" y="1623"/>
                  <a:pt x="1502" y="1623"/>
                  <a:pt x="1502" y="1623"/>
                </a:cubicBezTo>
                <a:cubicBezTo>
                  <a:pt x="1493" y="1631"/>
                  <a:pt x="1493" y="1631"/>
                  <a:pt x="1493" y="1631"/>
                </a:cubicBezTo>
                <a:cubicBezTo>
                  <a:pt x="1462" y="1662"/>
                  <a:pt x="1427" y="1691"/>
                  <a:pt x="1391" y="1716"/>
                </a:cubicBezTo>
                <a:cubicBezTo>
                  <a:pt x="1389" y="1717"/>
                  <a:pt x="1386" y="1718"/>
                  <a:pt x="1384" y="1718"/>
                </a:cubicBezTo>
                <a:close/>
                <a:moveTo>
                  <a:pt x="256" y="1518"/>
                </a:moveTo>
                <a:cubicBezTo>
                  <a:pt x="253" y="1518"/>
                  <a:pt x="250" y="1517"/>
                  <a:pt x="247" y="1514"/>
                </a:cubicBezTo>
                <a:cubicBezTo>
                  <a:pt x="236" y="1503"/>
                  <a:pt x="236" y="1503"/>
                  <a:pt x="236" y="1503"/>
                </a:cubicBezTo>
                <a:cubicBezTo>
                  <a:pt x="223" y="1490"/>
                  <a:pt x="223" y="1490"/>
                  <a:pt x="223" y="1490"/>
                </a:cubicBezTo>
                <a:cubicBezTo>
                  <a:pt x="219" y="1485"/>
                  <a:pt x="219" y="1477"/>
                  <a:pt x="224" y="1472"/>
                </a:cubicBezTo>
                <a:cubicBezTo>
                  <a:pt x="229" y="1467"/>
                  <a:pt x="237" y="1467"/>
                  <a:pt x="242" y="1472"/>
                </a:cubicBezTo>
                <a:cubicBezTo>
                  <a:pt x="255" y="1486"/>
                  <a:pt x="255" y="1486"/>
                  <a:pt x="255" y="1486"/>
                </a:cubicBezTo>
                <a:cubicBezTo>
                  <a:pt x="265" y="1496"/>
                  <a:pt x="265" y="1496"/>
                  <a:pt x="265" y="1496"/>
                </a:cubicBezTo>
                <a:cubicBezTo>
                  <a:pt x="270" y="1501"/>
                  <a:pt x="270" y="1509"/>
                  <a:pt x="265" y="1514"/>
                </a:cubicBezTo>
                <a:cubicBezTo>
                  <a:pt x="263" y="1517"/>
                  <a:pt x="260" y="1518"/>
                  <a:pt x="256" y="1518"/>
                </a:cubicBezTo>
                <a:close/>
                <a:moveTo>
                  <a:pt x="1641" y="1477"/>
                </a:moveTo>
                <a:cubicBezTo>
                  <a:pt x="1638" y="1477"/>
                  <a:pt x="1635" y="1476"/>
                  <a:pt x="1632" y="1474"/>
                </a:cubicBezTo>
                <a:cubicBezTo>
                  <a:pt x="1627" y="1469"/>
                  <a:pt x="1627" y="1461"/>
                  <a:pt x="1631" y="1456"/>
                </a:cubicBezTo>
                <a:cubicBezTo>
                  <a:pt x="1702" y="1377"/>
                  <a:pt x="1757" y="1283"/>
                  <a:pt x="1791" y="1184"/>
                </a:cubicBezTo>
                <a:cubicBezTo>
                  <a:pt x="1793" y="1177"/>
                  <a:pt x="1800" y="1174"/>
                  <a:pt x="1807" y="1176"/>
                </a:cubicBezTo>
                <a:cubicBezTo>
                  <a:pt x="1813" y="1178"/>
                  <a:pt x="1817" y="1185"/>
                  <a:pt x="1815" y="1192"/>
                </a:cubicBezTo>
                <a:cubicBezTo>
                  <a:pt x="1780" y="1295"/>
                  <a:pt x="1723" y="1392"/>
                  <a:pt x="1650" y="1473"/>
                </a:cubicBezTo>
                <a:cubicBezTo>
                  <a:pt x="1648" y="1476"/>
                  <a:pt x="1644" y="1477"/>
                  <a:pt x="1641" y="1477"/>
                </a:cubicBezTo>
                <a:close/>
                <a:moveTo>
                  <a:pt x="204" y="1462"/>
                </a:moveTo>
                <a:cubicBezTo>
                  <a:pt x="201" y="1462"/>
                  <a:pt x="197" y="1461"/>
                  <a:pt x="195" y="1458"/>
                </a:cubicBezTo>
                <a:cubicBezTo>
                  <a:pt x="183" y="1444"/>
                  <a:pt x="183" y="1444"/>
                  <a:pt x="183" y="1444"/>
                </a:cubicBezTo>
                <a:cubicBezTo>
                  <a:pt x="174" y="1433"/>
                  <a:pt x="164" y="1420"/>
                  <a:pt x="155" y="1408"/>
                </a:cubicBezTo>
                <a:cubicBezTo>
                  <a:pt x="141" y="1387"/>
                  <a:pt x="141" y="1387"/>
                  <a:pt x="141" y="1387"/>
                </a:cubicBezTo>
                <a:cubicBezTo>
                  <a:pt x="137" y="1382"/>
                  <a:pt x="133" y="1376"/>
                  <a:pt x="129" y="1370"/>
                </a:cubicBezTo>
                <a:cubicBezTo>
                  <a:pt x="96" y="1319"/>
                  <a:pt x="69" y="1263"/>
                  <a:pt x="48" y="1206"/>
                </a:cubicBezTo>
                <a:cubicBezTo>
                  <a:pt x="44" y="1195"/>
                  <a:pt x="40" y="1184"/>
                  <a:pt x="37" y="1173"/>
                </a:cubicBezTo>
                <a:cubicBezTo>
                  <a:pt x="37" y="1173"/>
                  <a:pt x="37" y="1173"/>
                  <a:pt x="37" y="1173"/>
                </a:cubicBezTo>
                <a:cubicBezTo>
                  <a:pt x="23" y="1127"/>
                  <a:pt x="12" y="1078"/>
                  <a:pt x="6" y="1028"/>
                </a:cubicBezTo>
                <a:cubicBezTo>
                  <a:pt x="5" y="1020"/>
                  <a:pt x="4" y="1012"/>
                  <a:pt x="4" y="1004"/>
                </a:cubicBezTo>
                <a:cubicBezTo>
                  <a:pt x="3" y="997"/>
                  <a:pt x="8" y="991"/>
                  <a:pt x="15" y="990"/>
                </a:cubicBezTo>
                <a:cubicBezTo>
                  <a:pt x="22" y="990"/>
                  <a:pt x="28" y="995"/>
                  <a:pt x="29" y="1002"/>
                </a:cubicBezTo>
                <a:cubicBezTo>
                  <a:pt x="30" y="1010"/>
                  <a:pt x="31" y="1017"/>
                  <a:pt x="31" y="1025"/>
                </a:cubicBezTo>
                <a:cubicBezTo>
                  <a:pt x="37" y="1074"/>
                  <a:pt x="47" y="1121"/>
                  <a:pt x="61" y="1165"/>
                </a:cubicBezTo>
                <a:cubicBezTo>
                  <a:pt x="61" y="1165"/>
                  <a:pt x="61" y="1165"/>
                  <a:pt x="61" y="1165"/>
                </a:cubicBezTo>
                <a:cubicBezTo>
                  <a:pt x="65" y="1176"/>
                  <a:pt x="68" y="1187"/>
                  <a:pt x="72" y="1197"/>
                </a:cubicBezTo>
                <a:cubicBezTo>
                  <a:pt x="92" y="1253"/>
                  <a:pt x="119" y="1306"/>
                  <a:pt x="150" y="1356"/>
                </a:cubicBezTo>
                <a:cubicBezTo>
                  <a:pt x="154" y="1362"/>
                  <a:pt x="158" y="1367"/>
                  <a:pt x="162" y="1373"/>
                </a:cubicBezTo>
                <a:cubicBezTo>
                  <a:pt x="176" y="1393"/>
                  <a:pt x="176" y="1393"/>
                  <a:pt x="176" y="1393"/>
                </a:cubicBezTo>
                <a:cubicBezTo>
                  <a:pt x="185" y="1405"/>
                  <a:pt x="194" y="1417"/>
                  <a:pt x="203" y="1428"/>
                </a:cubicBezTo>
                <a:cubicBezTo>
                  <a:pt x="214" y="1441"/>
                  <a:pt x="214" y="1441"/>
                  <a:pt x="214" y="1441"/>
                </a:cubicBezTo>
                <a:cubicBezTo>
                  <a:pt x="218" y="1447"/>
                  <a:pt x="218" y="1455"/>
                  <a:pt x="213" y="1459"/>
                </a:cubicBezTo>
                <a:cubicBezTo>
                  <a:pt x="210" y="1461"/>
                  <a:pt x="207" y="1462"/>
                  <a:pt x="204" y="1462"/>
                </a:cubicBezTo>
                <a:close/>
                <a:moveTo>
                  <a:pt x="1815" y="1160"/>
                </a:moveTo>
                <a:cubicBezTo>
                  <a:pt x="1814" y="1160"/>
                  <a:pt x="1813" y="1160"/>
                  <a:pt x="1812" y="1160"/>
                </a:cubicBezTo>
                <a:cubicBezTo>
                  <a:pt x="1805" y="1158"/>
                  <a:pt x="1801" y="1151"/>
                  <a:pt x="1803" y="1144"/>
                </a:cubicBezTo>
                <a:cubicBezTo>
                  <a:pt x="1806" y="1133"/>
                  <a:pt x="1809" y="1123"/>
                  <a:pt x="1811" y="1112"/>
                </a:cubicBezTo>
                <a:cubicBezTo>
                  <a:pt x="1813" y="1105"/>
                  <a:pt x="1820" y="1101"/>
                  <a:pt x="1827" y="1102"/>
                </a:cubicBezTo>
                <a:cubicBezTo>
                  <a:pt x="1833" y="1104"/>
                  <a:pt x="1838" y="1111"/>
                  <a:pt x="1836" y="1118"/>
                </a:cubicBezTo>
                <a:cubicBezTo>
                  <a:pt x="1833" y="1129"/>
                  <a:pt x="1831" y="1140"/>
                  <a:pt x="1827" y="1151"/>
                </a:cubicBezTo>
                <a:cubicBezTo>
                  <a:pt x="1826" y="1157"/>
                  <a:pt x="1821" y="1160"/>
                  <a:pt x="1815" y="1160"/>
                </a:cubicBezTo>
                <a:close/>
                <a:moveTo>
                  <a:pt x="1832" y="1086"/>
                </a:moveTo>
                <a:cubicBezTo>
                  <a:pt x="1832" y="1086"/>
                  <a:pt x="1831" y="1086"/>
                  <a:pt x="1830" y="1086"/>
                </a:cubicBezTo>
                <a:cubicBezTo>
                  <a:pt x="1823" y="1084"/>
                  <a:pt x="1818" y="1078"/>
                  <a:pt x="1820" y="1071"/>
                </a:cubicBezTo>
                <a:cubicBezTo>
                  <a:pt x="1825" y="1039"/>
                  <a:pt x="1829" y="1006"/>
                  <a:pt x="1831" y="973"/>
                </a:cubicBezTo>
                <a:cubicBezTo>
                  <a:pt x="1832" y="960"/>
                  <a:pt x="1832" y="946"/>
                  <a:pt x="1832" y="932"/>
                </a:cubicBezTo>
                <a:cubicBezTo>
                  <a:pt x="1832" y="923"/>
                  <a:pt x="1832" y="914"/>
                  <a:pt x="1832" y="905"/>
                </a:cubicBezTo>
                <a:cubicBezTo>
                  <a:pt x="1832" y="905"/>
                  <a:pt x="1832" y="905"/>
                  <a:pt x="1832" y="905"/>
                </a:cubicBezTo>
                <a:cubicBezTo>
                  <a:pt x="1830" y="869"/>
                  <a:pt x="1827" y="833"/>
                  <a:pt x="1821" y="797"/>
                </a:cubicBezTo>
                <a:cubicBezTo>
                  <a:pt x="1809" y="729"/>
                  <a:pt x="1788" y="662"/>
                  <a:pt x="1758" y="598"/>
                </a:cubicBezTo>
                <a:cubicBezTo>
                  <a:pt x="1755" y="592"/>
                  <a:pt x="1758" y="584"/>
                  <a:pt x="1764" y="581"/>
                </a:cubicBezTo>
                <a:cubicBezTo>
                  <a:pt x="1770" y="578"/>
                  <a:pt x="1778" y="581"/>
                  <a:pt x="1781" y="587"/>
                </a:cubicBezTo>
                <a:cubicBezTo>
                  <a:pt x="1812" y="653"/>
                  <a:pt x="1834" y="722"/>
                  <a:pt x="1846" y="793"/>
                </a:cubicBezTo>
                <a:cubicBezTo>
                  <a:pt x="1852" y="830"/>
                  <a:pt x="1856" y="867"/>
                  <a:pt x="1857" y="904"/>
                </a:cubicBezTo>
                <a:cubicBezTo>
                  <a:pt x="1857" y="904"/>
                  <a:pt x="1857" y="904"/>
                  <a:pt x="1857" y="904"/>
                </a:cubicBezTo>
                <a:cubicBezTo>
                  <a:pt x="1858" y="913"/>
                  <a:pt x="1858" y="923"/>
                  <a:pt x="1858" y="932"/>
                </a:cubicBezTo>
                <a:cubicBezTo>
                  <a:pt x="1858" y="946"/>
                  <a:pt x="1857" y="961"/>
                  <a:pt x="1857" y="975"/>
                </a:cubicBezTo>
                <a:cubicBezTo>
                  <a:pt x="1855" y="1008"/>
                  <a:pt x="1851" y="1042"/>
                  <a:pt x="1845" y="1075"/>
                </a:cubicBezTo>
                <a:cubicBezTo>
                  <a:pt x="1844" y="1081"/>
                  <a:pt x="1838" y="1086"/>
                  <a:pt x="1832" y="1086"/>
                </a:cubicBezTo>
                <a:close/>
                <a:moveTo>
                  <a:pt x="14" y="973"/>
                </a:moveTo>
                <a:cubicBezTo>
                  <a:pt x="7" y="973"/>
                  <a:pt x="1" y="968"/>
                  <a:pt x="1" y="961"/>
                </a:cubicBezTo>
                <a:cubicBezTo>
                  <a:pt x="1" y="952"/>
                  <a:pt x="0" y="942"/>
                  <a:pt x="0" y="932"/>
                </a:cubicBezTo>
                <a:cubicBezTo>
                  <a:pt x="0" y="927"/>
                  <a:pt x="0" y="927"/>
                  <a:pt x="0" y="927"/>
                </a:cubicBezTo>
                <a:cubicBezTo>
                  <a:pt x="0" y="920"/>
                  <a:pt x="6" y="914"/>
                  <a:pt x="13" y="914"/>
                </a:cubicBezTo>
                <a:cubicBezTo>
                  <a:pt x="13" y="914"/>
                  <a:pt x="13" y="914"/>
                  <a:pt x="13" y="914"/>
                </a:cubicBezTo>
                <a:cubicBezTo>
                  <a:pt x="20" y="914"/>
                  <a:pt x="26" y="920"/>
                  <a:pt x="26" y="927"/>
                </a:cubicBezTo>
                <a:cubicBezTo>
                  <a:pt x="26" y="932"/>
                  <a:pt x="26" y="932"/>
                  <a:pt x="26" y="932"/>
                </a:cubicBezTo>
                <a:cubicBezTo>
                  <a:pt x="26" y="941"/>
                  <a:pt x="26" y="951"/>
                  <a:pt x="26" y="960"/>
                </a:cubicBezTo>
                <a:cubicBezTo>
                  <a:pt x="27" y="967"/>
                  <a:pt x="21" y="973"/>
                  <a:pt x="14" y="973"/>
                </a:cubicBezTo>
                <a:cubicBezTo>
                  <a:pt x="14" y="973"/>
                  <a:pt x="14" y="973"/>
                  <a:pt x="14" y="973"/>
                </a:cubicBezTo>
                <a:close/>
                <a:moveTo>
                  <a:pt x="15" y="897"/>
                </a:moveTo>
                <a:cubicBezTo>
                  <a:pt x="14" y="897"/>
                  <a:pt x="14" y="897"/>
                  <a:pt x="14" y="897"/>
                </a:cubicBezTo>
                <a:cubicBezTo>
                  <a:pt x="7" y="897"/>
                  <a:pt x="1" y="891"/>
                  <a:pt x="2" y="884"/>
                </a:cubicBezTo>
                <a:cubicBezTo>
                  <a:pt x="6" y="810"/>
                  <a:pt x="21" y="737"/>
                  <a:pt x="45" y="667"/>
                </a:cubicBezTo>
                <a:cubicBezTo>
                  <a:pt x="56" y="634"/>
                  <a:pt x="70" y="601"/>
                  <a:pt x="86" y="569"/>
                </a:cubicBezTo>
                <a:cubicBezTo>
                  <a:pt x="86" y="569"/>
                  <a:pt x="86" y="569"/>
                  <a:pt x="86" y="569"/>
                </a:cubicBezTo>
                <a:cubicBezTo>
                  <a:pt x="112" y="518"/>
                  <a:pt x="143" y="469"/>
                  <a:pt x="179" y="424"/>
                </a:cubicBezTo>
                <a:cubicBezTo>
                  <a:pt x="183" y="419"/>
                  <a:pt x="191" y="418"/>
                  <a:pt x="197" y="423"/>
                </a:cubicBezTo>
                <a:cubicBezTo>
                  <a:pt x="202" y="427"/>
                  <a:pt x="203" y="435"/>
                  <a:pt x="199" y="440"/>
                </a:cubicBezTo>
                <a:cubicBezTo>
                  <a:pt x="164" y="484"/>
                  <a:pt x="133" y="531"/>
                  <a:pt x="109" y="581"/>
                </a:cubicBezTo>
                <a:cubicBezTo>
                  <a:pt x="108" y="581"/>
                  <a:pt x="108" y="581"/>
                  <a:pt x="108" y="581"/>
                </a:cubicBezTo>
                <a:cubicBezTo>
                  <a:pt x="93" y="612"/>
                  <a:pt x="80" y="643"/>
                  <a:pt x="69" y="675"/>
                </a:cubicBezTo>
                <a:cubicBezTo>
                  <a:pt x="45" y="743"/>
                  <a:pt x="31" y="814"/>
                  <a:pt x="27" y="885"/>
                </a:cubicBezTo>
                <a:cubicBezTo>
                  <a:pt x="27" y="892"/>
                  <a:pt x="21" y="897"/>
                  <a:pt x="15" y="897"/>
                </a:cubicBezTo>
                <a:close/>
                <a:moveTo>
                  <a:pt x="1750" y="568"/>
                </a:moveTo>
                <a:cubicBezTo>
                  <a:pt x="1746" y="568"/>
                  <a:pt x="1741" y="565"/>
                  <a:pt x="1739" y="561"/>
                </a:cubicBezTo>
                <a:cubicBezTo>
                  <a:pt x="1734" y="551"/>
                  <a:pt x="1728" y="541"/>
                  <a:pt x="1723" y="532"/>
                </a:cubicBezTo>
                <a:cubicBezTo>
                  <a:pt x="1719" y="526"/>
                  <a:pt x="1721" y="518"/>
                  <a:pt x="1727" y="514"/>
                </a:cubicBezTo>
                <a:cubicBezTo>
                  <a:pt x="1733" y="511"/>
                  <a:pt x="1741" y="513"/>
                  <a:pt x="1745" y="519"/>
                </a:cubicBezTo>
                <a:cubicBezTo>
                  <a:pt x="1751" y="529"/>
                  <a:pt x="1756" y="539"/>
                  <a:pt x="1762" y="549"/>
                </a:cubicBezTo>
                <a:cubicBezTo>
                  <a:pt x="1765" y="555"/>
                  <a:pt x="1763" y="563"/>
                  <a:pt x="1756" y="566"/>
                </a:cubicBezTo>
                <a:cubicBezTo>
                  <a:pt x="1755" y="567"/>
                  <a:pt x="1752" y="568"/>
                  <a:pt x="1750" y="568"/>
                </a:cubicBezTo>
                <a:close/>
                <a:moveTo>
                  <a:pt x="1711" y="502"/>
                </a:moveTo>
                <a:cubicBezTo>
                  <a:pt x="1707" y="502"/>
                  <a:pt x="1703" y="500"/>
                  <a:pt x="1701" y="496"/>
                </a:cubicBezTo>
                <a:cubicBezTo>
                  <a:pt x="1695" y="488"/>
                  <a:pt x="1690" y="480"/>
                  <a:pt x="1684" y="472"/>
                </a:cubicBezTo>
                <a:cubicBezTo>
                  <a:pt x="1678" y="464"/>
                  <a:pt x="1671" y="455"/>
                  <a:pt x="1665" y="447"/>
                </a:cubicBezTo>
                <a:cubicBezTo>
                  <a:pt x="1662" y="444"/>
                  <a:pt x="1660" y="441"/>
                  <a:pt x="1657" y="437"/>
                </a:cubicBezTo>
                <a:cubicBezTo>
                  <a:pt x="1655" y="435"/>
                  <a:pt x="1655" y="435"/>
                  <a:pt x="1655" y="435"/>
                </a:cubicBezTo>
                <a:cubicBezTo>
                  <a:pt x="1646" y="425"/>
                  <a:pt x="1637" y="414"/>
                  <a:pt x="1628" y="404"/>
                </a:cubicBezTo>
                <a:cubicBezTo>
                  <a:pt x="1611" y="385"/>
                  <a:pt x="1611" y="385"/>
                  <a:pt x="1611" y="385"/>
                </a:cubicBezTo>
                <a:cubicBezTo>
                  <a:pt x="1606" y="381"/>
                  <a:pt x="1602" y="376"/>
                  <a:pt x="1599" y="373"/>
                </a:cubicBezTo>
                <a:cubicBezTo>
                  <a:pt x="1594" y="368"/>
                  <a:pt x="1594" y="368"/>
                  <a:pt x="1594" y="368"/>
                </a:cubicBezTo>
                <a:cubicBezTo>
                  <a:pt x="1594" y="368"/>
                  <a:pt x="1594" y="368"/>
                  <a:pt x="1594" y="368"/>
                </a:cubicBezTo>
                <a:cubicBezTo>
                  <a:pt x="1484" y="258"/>
                  <a:pt x="1484" y="258"/>
                  <a:pt x="1484" y="258"/>
                </a:cubicBezTo>
                <a:cubicBezTo>
                  <a:pt x="1468" y="243"/>
                  <a:pt x="1468" y="243"/>
                  <a:pt x="1468" y="243"/>
                </a:cubicBezTo>
                <a:cubicBezTo>
                  <a:pt x="1434" y="211"/>
                  <a:pt x="1396" y="181"/>
                  <a:pt x="1357" y="155"/>
                </a:cubicBezTo>
                <a:cubicBezTo>
                  <a:pt x="1351" y="151"/>
                  <a:pt x="1349" y="143"/>
                  <a:pt x="1353" y="137"/>
                </a:cubicBezTo>
                <a:cubicBezTo>
                  <a:pt x="1357" y="131"/>
                  <a:pt x="1365" y="130"/>
                  <a:pt x="1371" y="133"/>
                </a:cubicBezTo>
                <a:cubicBezTo>
                  <a:pt x="1412" y="160"/>
                  <a:pt x="1450" y="191"/>
                  <a:pt x="1486" y="225"/>
                </a:cubicBezTo>
                <a:cubicBezTo>
                  <a:pt x="1502" y="240"/>
                  <a:pt x="1502" y="240"/>
                  <a:pt x="1502" y="240"/>
                </a:cubicBezTo>
                <a:cubicBezTo>
                  <a:pt x="1616" y="355"/>
                  <a:pt x="1616" y="355"/>
                  <a:pt x="1616" y="355"/>
                </a:cubicBezTo>
                <a:cubicBezTo>
                  <a:pt x="1620" y="358"/>
                  <a:pt x="1624" y="363"/>
                  <a:pt x="1629" y="368"/>
                </a:cubicBezTo>
                <a:cubicBezTo>
                  <a:pt x="1647" y="386"/>
                  <a:pt x="1647" y="386"/>
                  <a:pt x="1647" y="386"/>
                </a:cubicBezTo>
                <a:cubicBezTo>
                  <a:pt x="1656" y="397"/>
                  <a:pt x="1666" y="408"/>
                  <a:pt x="1675" y="419"/>
                </a:cubicBezTo>
                <a:cubicBezTo>
                  <a:pt x="1677" y="421"/>
                  <a:pt x="1677" y="421"/>
                  <a:pt x="1677" y="421"/>
                </a:cubicBezTo>
                <a:cubicBezTo>
                  <a:pt x="1680" y="425"/>
                  <a:pt x="1682" y="428"/>
                  <a:pt x="1685" y="432"/>
                </a:cubicBezTo>
                <a:cubicBezTo>
                  <a:pt x="1691" y="440"/>
                  <a:pt x="1698" y="449"/>
                  <a:pt x="1705" y="458"/>
                </a:cubicBezTo>
                <a:cubicBezTo>
                  <a:pt x="1710" y="466"/>
                  <a:pt x="1716" y="474"/>
                  <a:pt x="1722" y="482"/>
                </a:cubicBezTo>
                <a:cubicBezTo>
                  <a:pt x="1726" y="488"/>
                  <a:pt x="1724" y="496"/>
                  <a:pt x="1718" y="500"/>
                </a:cubicBezTo>
                <a:cubicBezTo>
                  <a:pt x="1716" y="501"/>
                  <a:pt x="1714" y="502"/>
                  <a:pt x="1711" y="502"/>
                </a:cubicBezTo>
                <a:close/>
                <a:moveTo>
                  <a:pt x="216" y="413"/>
                </a:moveTo>
                <a:cubicBezTo>
                  <a:pt x="213" y="413"/>
                  <a:pt x="210" y="412"/>
                  <a:pt x="208" y="410"/>
                </a:cubicBezTo>
                <a:cubicBezTo>
                  <a:pt x="202" y="405"/>
                  <a:pt x="202" y="397"/>
                  <a:pt x="207" y="392"/>
                </a:cubicBezTo>
                <a:cubicBezTo>
                  <a:pt x="214" y="383"/>
                  <a:pt x="222" y="375"/>
                  <a:pt x="230" y="366"/>
                </a:cubicBezTo>
                <a:cubicBezTo>
                  <a:pt x="235" y="361"/>
                  <a:pt x="243" y="361"/>
                  <a:pt x="248" y="366"/>
                </a:cubicBezTo>
                <a:cubicBezTo>
                  <a:pt x="253" y="371"/>
                  <a:pt x="253" y="379"/>
                  <a:pt x="248" y="384"/>
                </a:cubicBezTo>
                <a:cubicBezTo>
                  <a:pt x="241" y="392"/>
                  <a:pt x="233" y="400"/>
                  <a:pt x="226" y="409"/>
                </a:cubicBezTo>
                <a:cubicBezTo>
                  <a:pt x="223" y="411"/>
                  <a:pt x="220" y="413"/>
                  <a:pt x="216" y="413"/>
                </a:cubicBezTo>
                <a:close/>
                <a:moveTo>
                  <a:pt x="269" y="358"/>
                </a:moveTo>
                <a:cubicBezTo>
                  <a:pt x="266" y="358"/>
                  <a:pt x="263" y="357"/>
                  <a:pt x="260" y="354"/>
                </a:cubicBezTo>
                <a:cubicBezTo>
                  <a:pt x="255" y="349"/>
                  <a:pt x="255" y="341"/>
                  <a:pt x="260" y="336"/>
                </a:cubicBezTo>
                <a:cubicBezTo>
                  <a:pt x="358" y="238"/>
                  <a:pt x="358" y="238"/>
                  <a:pt x="358" y="238"/>
                </a:cubicBezTo>
                <a:cubicBezTo>
                  <a:pt x="383" y="215"/>
                  <a:pt x="383" y="215"/>
                  <a:pt x="383" y="215"/>
                </a:cubicBezTo>
                <a:cubicBezTo>
                  <a:pt x="387" y="211"/>
                  <a:pt x="391" y="208"/>
                  <a:pt x="395" y="204"/>
                </a:cubicBezTo>
                <a:cubicBezTo>
                  <a:pt x="396" y="203"/>
                  <a:pt x="398" y="201"/>
                  <a:pt x="400" y="199"/>
                </a:cubicBezTo>
                <a:cubicBezTo>
                  <a:pt x="418" y="184"/>
                  <a:pt x="418" y="184"/>
                  <a:pt x="418" y="184"/>
                </a:cubicBezTo>
                <a:cubicBezTo>
                  <a:pt x="436" y="170"/>
                  <a:pt x="436" y="170"/>
                  <a:pt x="436" y="170"/>
                </a:cubicBezTo>
                <a:cubicBezTo>
                  <a:pt x="438" y="169"/>
                  <a:pt x="440" y="167"/>
                  <a:pt x="441" y="166"/>
                </a:cubicBezTo>
                <a:cubicBezTo>
                  <a:pt x="446" y="163"/>
                  <a:pt x="450" y="160"/>
                  <a:pt x="454" y="156"/>
                </a:cubicBezTo>
                <a:cubicBezTo>
                  <a:pt x="473" y="144"/>
                  <a:pt x="473" y="144"/>
                  <a:pt x="473" y="144"/>
                </a:cubicBezTo>
                <a:cubicBezTo>
                  <a:pt x="483" y="136"/>
                  <a:pt x="494" y="129"/>
                  <a:pt x="504" y="123"/>
                </a:cubicBezTo>
                <a:cubicBezTo>
                  <a:pt x="504" y="123"/>
                  <a:pt x="505" y="123"/>
                  <a:pt x="505" y="123"/>
                </a:cubicBezTo>
                <a:cubicBezTo>
                  <a:pt x="553" y="93"/>
                  <a:pt x="605" y="68"/>
                  <a:pt x="660" y="49"/>
                </a:cubicBezTo>
                <a:cubicBezTo>
                  <a:pt x="666" y="46"/>
                  <a:pt x="674" y="50"/>
                  <a:pt x="676" y="56"/>
                </a:cubicBezTo>
                <a:cubicBezTo>
                  <a:pt x="678" y="63"/>
                  <a:pt x="675" y="70"/>
                  <a:pt x="668" y="73"/>
                </a:cubicBezTo>
                <a:cubicBezTo>
                  <a:pt x="615" y="91"/>
                  <a:pt x="565" y="115"/>
                  <a:pt x="518" y="144"/>
                </a:cubicBezTo>
                <a:cubicBezTo>
                  <a:pt x="518" y="144"/>
                  <a:pt x="518" y="144"/>
                  <a:pt x="518" y="144"/>
                </a:cubicBezTo>
                <a:cubicBezTo>
                  <a:pt x="507" y="151"/>
                  <a:pt x="497" y="158"/>
                  <a:pt x="487" y="164"/>
                </a:cubicBezTo>
                <a:cubicBezTo>
                  <a:pt x="469" y="177"/>
                  <a:pt x="469" y="177"/>
                  <a:pt x="469" y="177"/>
                </a:cubicBezTo>
                <a:cubicBezTo>
                  <a:pt x="465" y="180"/>
                  <a:pt x="461" y="183"/>
                  <a:pt x="457" y="186"/>
                </a:cubicBezTo>
                <a:cubicBezTo>
                  <a:pt x="455" y="188"/>
                  <a:pt x="453" y="189"/>
                  <a:pt x="451" y="191"/>
                </a:cubicBezTo>
                <a:cubicBezTo>
                  <a:pt x="434" y="204"/>
                  <a:pt x="434" y="204"/>
                  <a:pt x="434" y="204"/>
                </a:cubicBezTo>
                <a:cubicBezTo>
                  <a:pt x="417" y="219"/>
                  <a:pt x="417" y="219"/>
                  <a:pt x="417" y="219"/>
                </a:cubicBezTo>
                <a:cubicBezTo>
                  <a:pt x="415" y="220"/>
                  <a:pt x="413" y="222"/>
                  <a:pt x="411" y="224"/>
                </a:cubicBezTo>
                <a:cubicBezTo>
                  <a:pt x="407" y="227"/>
                  <a:pt x="404" y="230"/>
                  <a:pt x="400" y="233"/>
                </a:cubicBezTo>
                <a:cubicBezTo>
                  <a:pt x="370" y="263"/>
                  <a:pt x="370" y="263"/>
                  <a:pt x="370" y="263"/>
                </a:cubicBezTo>
                <a:cubicBezTo>
                  <a:pt x="278" y="354"/>
                  <a:pt x="278" y="354"/>
                  <a:pt x="278" y="354"/>
                </a:cubicBezTo>
                <a:cubicBezTo>
                  <a:pt x="276" y="357"/>
                  <a:pt x="272" y="358"/>
                  <a:pt x="269" y="358"/>
                </a:cubicBezTo>
                <a:close/>
                <a:moveTo>
                  <a:pt x="1327" y="135"/>
                </a:moveTo>
                <a:cubicBezTo>
                  <a:pt x="1325" y="135"/>
                  <a:pt x="1323" y="134"/>
                  <a:pt x="1321" y="133"/>
                </a:cubicBezTo>
                <a:cubicBezTo>
                  <a:pt x="1312" y="127"/>
                  <a:pt x="1302" y="122"/>
                  <a:pt x="1292" y="117"/>
                </a:cubicBezTo>
                <a:cubicBezTo>
                  <a:pt x="1286" y="114"/>
                  <a:pt x="1283" y="106"/>
                  <a:pt x="1286" y="100"/>
                </a:cubicBezTo>
                <a:cubicBezTo>
                  <a:pt x="1290" y="93"/>
                  <a:pt x="1297" y="91"/>
                  <a:pt x="1304" y="94"/>
                </a:cubicBezTo>
                <a:cubicBezTo>
                  <a:pt x="1314" y="100"/>
                  <a:pt x="1324" y="105"/>
                  <a:pt x="1334" y="111"/>
                </a:cubicBezTo>
                <a:cubicBezTo>
                  <a:pt x="1340" y="114"/>
                  <a:pt x="1342" y="122"/>
                  <a:pt x="1338" y="128"/>
                </a:cubicBezTo>
                <a:cubicBezTo>
                  <a:pt x="1336" y="132"/>
                  <a:pt x="1332" y="135"/>
                  <a:pt x="1327" y="135"/>
                </a:cubicBezTo>
                <a:close/>
                <a:moveTo>
                  <a:pt x="1260" y="100"/>
                </a:moveTo>
                <a:cubicBezTo>
                  <a:pt x="1258" y="100"/>
                  <a:pt x="1256" y="99"/>
                  <a:pt x="1254" y="99"/>
                </a:cubicBezTo>
                <a:cubicBezTo>
                  <a:pt x="1225" y="86"/>
                  <a:pt x="1196" y="74"/>
                  <a:pt x="1165" y="64"/>
                </a:cubicBezTo>
                <a:cubicBezTo>
                  <a:pt x="1155" y="61"/>
                  <a:pt x="1144" y="58"/>
                  <a:pt x="1133" y="55"/>
                </a:cubicBezTo>
                <a:cubicBezTo>
                  <a:pt x="1129" y="54"/>
                  <a:pt x="1126" y="53"/>
                  <a:pt x="1122" y="52"/>
                </a:cubicBezTo>
                <a:cubicBezTo>
                  <a:pt x="1117" y="51"/>
                  <a:pt x="1112" y="50"/>
                  <a:pt x="1106" y="48"/>
                </a:cubicBezTo>
                <a:cubicBezTo>
                  <a:pt x="1096" y="46"/>
                  <a:pt x="1096" y="46"/>
                  <a:pt x="1096" y="46"/>
                </a:cubicBezTo>
                <a:cubicBezTo>
                  <a:pt x="1096" y="46"/>
                  <a:pt x="1096" y="46"/>
                  <a:pt x="1096" y="46"/>
                </a:cubicBezTo>
                <a:cubicBezTo>
                  <a:pt x="1079" y="42"/>
                  <a:pt x="1079" y="42"/>
                  <a:pt x="1079" y="42"/>
                </a:cubicBezTo>
                <a:cubicBezTo>
                  <a:pt x="1058" y="39"/>
                  <a:pt x="1058" y="39"/>
                  <a:pt x="1058" y="39"/>
                </a:cubicBezTo>
                <a:cubicBezTo>
                  <a:pt x="1055" y="38"/>
                  <a:pt x="1053" y="38"/>
                  <a:pt x="1050" y="38"/>
                </a:cubicBezTo>
                <a:cubicBezTo>
                  <a:pt x="1045" y="37"/>
                  <a:pt x="1041" y="36"/>
                  <a:pt x="1036" y="35"/>
                </a:cubicBezTo>
                <a:cubicBezTo>
                  <a:pt x="1010" y="32"/>
                  <a:pt x="1010" y="32"/>
                  <a:pt x="1010" y="32"/>
                </a:cubicBezTo>
                <a:cubicBezTo>
                  <a:pt x="1007" y="32"/>
                  <a:pt x="1005" y="32"/>
                  <a:pt x="1003" y="31"/>
                </a:cubicBezTo>
                <a:cubicBezTo>
                  <a:pt x="992" y="31"/>
                  <a:pt x="992" y="31"/>
                  <a:pt x="992" y="31"/>
                </a:cubicBezTo>
                <a:cubicBezTo>
                  <a:pt x="932" y="26"/>
                  <a:pt x="873" y="28"/>
                  <a:pt x="815" y="36"/>
                </a:cubicBezTo>
                <a:cubicBezTo>
                  <a:pt x="804" y="38"/>
                  <a:pt x="792" y="40"/>
                  <a:pt x="781" y="42"/>
                </a:cubicBezTo>
                <a:cubicBezTo>
                  <a:pt x="774" y="43"/>
                  <a:pt x="767" y="39"/>
                  <a:pt x="766" y="32"/>
                </a:cubicBezTo>
                <a:cubicBezTo>
                  <a:pt x="765" y="25"/>
                  <a:pt x="769" y="18"/>
                  <a:pt x="776" y="17"/>
                </a:cubicBezTo>
                <a:cubicBezTo>
                  <a:pt x="788" y="15"/>
                  <a:pt x="800" y="13"/>
                  <a:pt x="811" y="11"/>
                </a:cubicBezTo>
                <a:cubicBezTo>
                  <a:pt x="871" y="2"/>
                  <a:pt x="933" y="0"/>
                  <a:pt x="994" y="5"/>
                </a:cubicBezTo>
                <a:cubicBezTo>
                  <a:pt x="1005" y="6"/>
                  <a:pt x="1005" y="6"/>
                  <a:pt x="1005" y="6"/>
                </a:cubicBezTo>
                <a:cubicBezTo>
                  <a:pt x="1008" y="6"/>
                  <a:pt x="1010" y="7"/>
                  <a:pt x="1013" y="7"/>
                </a:cubicBezTo>
                <a:cubicBezTo>
                  <a:pt x="1039" y="10"/>
                  <a:pt x="1039" y="10"/>
                  <a:pt x="1039" y="10"/>
                </a:cubicBezTo>
                <a:cubicBezTo>
                  <a:pt x="1044" y="11"/>
                  <a:pt x="1050" y="12"/>
                  <a:pt x="1055" y="12"/>
                </a:cubicBezTo>
                <a:cubicBezTo>
                  <a:pt x="1057" y="13"/>
                  <a:pt x="1059" y="13"/>
                  <a:pt x="1062" y="14"/>
                </a:cubicBezTo>
                <a:cubicBezTo>
                  <a:pt x="1085" y="18"/>
                  <a:pt x="1085" y="18"/>
                  <a:pt x="1085" y="18"/>
                </a:cubicBezTo>
                <a:cubicBezTo>
                  <a:pt x="1101" y="21"/>
                  <a:pt x="1101" y="21"/>
                  <a:pt x="1101" y="21"/>
                </a:cubicBezTo>
                <a:cubicBezTo>
                  <a:pt x="1101" y="21"/>
                  <a:pt x="1101" y="21"/>
                  <a:pt x="1101" y="21"/>
                </a:cubicBezTo>
                <a:cubicBezTo>
                  <a:pt x="1111" y="23"/>
                  <a:pt x="1111" y="23"/>
                  <a:pt x="1111" y="23"/>
                </a:cubicBezTo>
                <a:cubicBezTo>
                  <a:pt x="1117" y="25"/>
                  <a:pt x="1123" y="26"/>
                  <a:pt x="1129" y="28"/>
                </a:cubicBezTo>
                <a:cubicBezTo>
                  <a:pt x="1133" y="29"/>
                  <a:pt x="1136" y="30"/>
                  <a:pt x="1139" y="30"/>
                </a:cubicBezTo>
                <a:cubicBezTo>
                  <a:pt x="1150" y="33"/>
                  <a:pt x="1162" y="36"/>
                  <a:pt x="1173" y="40"/>
                </a:cubicBezTo>
                <a:cubicBezTo>
                  <a:pt x="1204" y="50"/>
                  <a:pt x="1235" y="62"/>
                  <a:pt x="1265" y="75"/>
                </a:cubicBezTo>
                <a:cubicBezTo>
                  <a:pt x="1271" y="78"/>
                  <a:pt x="1274" y="86"/>
                  <a:pt x="1271" y="92"/>
                </a:cubicBezTo>
                <a:cubicBezTo>
                  <a:pt x="1269" y="97"/>
                  <a:pt x="1264" y="100"/>
                  <a:pt x="1260" y="100"/>
                </a:cubicBezTo>
                <a:close/>
                <a:moveTo>
                  <a:pt x="704" y="60"/>
                </a:moveTo>
                <a:cubicBezTo>
                  <a:pt x="699" y="60"/>
                  <a:pt x="694" y="57"/>
                  <a:pt x="692" y="51"/>
                </a:cubicBezTo>
                <a:cubicBezTo>
                  <a:pt x="690" y="44"/>
                  <a:pt x="694" y="37"/>
                  <a:pt x="701" y="35"/>
                </a:cubicBezTo>
                <a:cubicBezTo>
                  <a:pt x="712" y="32"/>
                  <a:pt x="723" y="29"/>
                  <a:pt x="734" y="26"/>
                </a:cubicBezTo>
                <a:cubicBezTo>
                  <a:pt x="741" y="25"/>
                  <a:pt x="748" y="29"/>
                  <a:pt x="749" y="36"/>
                </a:cubicBezTo>
                <a:cubicBezTo>
                  <a:pt x="751" y="43"/>
                  <a:pt x="747" y="49"/>
                  <a:pt x="740" y="51"/>
                </a:cubicBezTo>
                <a:cubicBezTo>
                  <a:pt x="729" y="54"/>
                  <a:pt x="719" y="57"/>
                  <a:pt x="708" y="60"/>
                </a:cubicBezTo>
                <a:cubicBezTo>
                  <a:pt x="707" y="60"/>
                  <a:pt x="706" y="60"/>
                  <a:pt x="704" y="60"/>
                </a:cubicBezTo>
                <a:close/>
              </a:path>
            </a:pathLst>
          </a:custGeom>
          <a:solidFill>
            <a:srgbClr val="377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78" name="Freeform 38">
            <a:extLst>
              <a:ext uri="{FF2B5EF4-FFF2-40B4-BE49-F238E27FC236}">
                <a16:creationId xmlns:a16="http://schemas.microsoft.com/office/drawing/2014/main" id="{D498CAD1-A964-414A-8D0B-E796754A3746}"/>
              </a:ext>
            </a:extLst>
          </p:cNvPr>
          <p:cNvSpPr>
            <a:spLocks noEditPoints="1"/>
          </p:cNvSpPr>
          <p:nvPr/>
        </p:nvSpPr>
        <p:spPr bwMode="auto">
          <a:xfrm>
            <a:off x="1806150" y="1895119"/>
            <a:ext cx="3059032" cy="3064270"/>
          </a:xfrm>
          <a:custGeom>
            <a:avLst/>
            <a:gdLst>
              <a:gd name="T0" fmla="*/ 876 w 1750"/>
              <a:gd name="T1" fmla="*/ 1726 h 1752"/>
              <a:gd name="T2" fmla="*/ 1086 w 1750"/>
              <a:gd name="T3" fmla="*/ 1708 h 1752"/>
              <a:gd name="T4" fmla="*/ 876 w 1750"/>
              <a:gd name="T5" fmla="*/ 1752 h 1752"/>
              <a:gd name="T6" fmla="*/ 619 w 1750"/>
              <a:gd name="T7" fmla="*/ 1680 h 1752"/>
              <a:gd name="T8" fmla="*/ 1102 w 1750"/>
              <a:gd name="T9" fmla="*/ 1703 h 1752"/>
              <a:gd name="T10" fmla="*/ 1150 w 1750"/>
              <a:gd name="T11" fmla="*/ 1700 h 1752"/>
              <a:gd name="T12" fmla="*/ 571 w 1750"/>
              <a:gd name="T13" fmla="*/ 1688 h 1752"/>
              <a:gd name="T14" fmla="*/ 422 w 1750"/>
              <a:gd name="T15" fmla="*/ 1601 h 1752"/>
              <a:gd name="T16" fmla="*/ 357 w 1750"/>
              <a:gd name="T17" fmla="*/ 1546 h 1752"/>
              <a:gd name="T18" fmla="*/ 360 w 1750"/>
              <a:gd name="T19" fmla="*/ 1513 h 1752"/>
              <a:gd name="T20" fmla="*/ 418 w 1750"/>
              <a:gd name="T21" fmla="*/ 1566 h 1752"/>
              <a:gd name="T22" fmla="*/ 451 w 1750"/>
              <a:gd name="T23" fmla="*/ 1590 h 1752"/>
              <a:gd name="T24" fmla="*/ 1185 w 1750"/>
              <a:gd name="T25" fmla="*/ 1684 h 1752"/>
              <a:gd name="T26" fmla="*/ 1245 w 1750"/>
              <a:gd name="T27" fmla="*/ 1626 h 1752"/>
              <a:gd name="T28" fmla="*/ 1384 w 1750"/>
              <a:gd name="T29" fmla="*/ 1519 h 1752"/>
              <a:gd name="T30" fmla="*/ 1409 w 1750"/>
              <a:gd name="T31" fmla="*/ 1530 h 1752"/>
              <a:gd name="T32" fmla="*/ 1264 w 1750"/>
              <a:gd name="T33" fmla="*/ 1644 h 1752"/>
              <a:gd name="T34" fmla="*/ 1185 w 1750"/>
              <a:gd name="T35" fmla="*/ 1684 h 1752"/>
              <a:gd name="T36" fmla="*/ 206 w 1750"/>
              <a:gd name="T37" fmla="*/ 1376 h 1752"/>
              <a:gd name="T38" fmla="*/ 238 w 1750"/>
              <a:gd name="T39" fmla="*/ 1423 h 1752"/>
              <a:gd name="T40" fmla="*/ 1651 w 1750"/>
              <a:gd name="T41" fmla="*/ 1224 h 1752"/>
              <a:gd name="T42" fmla="*/ 177 w 1750"/>
              <a:gd name="T43" fmla="*/ 1362 h 1752"/>
              <a:gd name="T44" fmla="*/ 82 w 1750"/>
              <a:gd name="T45" fmla="*/ 1218 h 1752"/>
              <a:gd name="T46" fmla="*/ 37 w 1750"/>
              <a:gd name="T47" fmla="*/ 1002 h 1752"/>
              <a:gd name="T48" fmla="*/ 165 w 1750"/>
              <a:gd name="T49" fmla="*/ 1306 h 1752"/>
              <a:gd name="T50" fmla="*/ 1664 w 1750"/>
              <a:gd name="T51" fmla="*/ 1210 h 1752"/>
              <a:gd name="T52" fmla="*/ 1690 w 1750"/>
              <a:gd name="T53" fmla="*/ 1172 h 1752"/>
              <a:gd name="T54" fmla="*/ 1682 w 1750"/>
              <a:gd name="T55" fmla="*/ 1123 h 1752"/>
              <a:gd name="T56" fmla="*/ 1724 w 1750"/>
              <a:gd name="T57" fmla="*/ 877 h 1752"/>
              <a:gd name="T58" fmla="*/ 1738 w 1750"/>
              <a:gd name="T59" fmla="*/ 747 h 1752"/>
              <a:gd name="T60" fmla="*/ 1720 w 1750"/>
              <a:gd name="T61" fmla="*/ 1085 h 1752"/>
              <a:gd name="T62" fmla="*/ 2 w 1750"/>
              <a:gd name="T63" fmla="*/ 929 h 1752"/>
              <a:gd name="T64" fmla="*/ 18 w 1750"/>
              <a:gd name="T65" fmla="*/ 975 h 1752"/>
              <a:gd name="T66" fmla="*/ 42 w 1750"/>
              <a:gd name="T67" fmla="*/ 630 h 1752"/>
              <a:gd name="T68" fmla="*/ 43 w 1750"/>
              <a:gd name="T69" fmla="*/ 720 h 1752"/>
              <a:gd name="T70" fmla="*/ 13 w 1750"/>
              <a:gd name="T71" fmla="*/ 899 h 1752"/>
              <a:gd name="T72" fmla="*/ 1719 w 1750"/>
              <a:gd name="T73" fmla="*/ 665 h 1752"/>
              <a:gd name="T74" fmla="*/ 1682 w 1750"/>
              <a:gd name="T75" fmla="*/ 632 h 1752"/>
              <a:gd name="T76" fmla="*/ 1561 w 1750"/>
              <a:gd name="T77" fmla="*/ 416 h 1752"/>
              <a:gd name="T78" fmla="*/ 1468 w 1750"/>
              <a:gd name="T79" fmla="*/ 317 h 1752"/>
              <a:gd name="T80" fmla="*/ 1553 w 1750"/>
              <a:gd name="T81" fmla="*/ 368 h 1752"/>
              <a:gd name="T82" fmla="*/ 1601 w 1750"/>
              <a:gd name="T83" fmla="*/ 426 h 1752"/>
              <a:gd name="T84" fmla="*/ 130 w 1750"/>
              <a:gd name="T85" fmla="*/ 488 h 1752"/>
              <a:gd name="T86" fmla="*/ 160 w 1750"/>
              <a:gd name="T87" fmla="*/ 455 h 1752"/>
              <a:gd name="T88" fmla="*/ 165 w 1750"/>
              <a:gd name="T89" fmla="*/ 406 h 1752"/>
              <a:gd name="T90" fmla="*/ 365 w 1750"/>
              <a:gd name="T91" fmla="*/ 199 h 1752"/>
              <a:gd name="T92" fmla="*/ 420 w 1750"/>
              <a:gd name="T93" fmla="*/ 154 h 1752"/>
              <a:gd name="T94" fmla="*/ 446 w 1750"/>
              <a:gd name="T95" fmla="*/ 166 h 1752"/>
              <a:gd name="T96" fmla="*/ 393 w 1750"/>
              <a:gd name="T97" fmla="*/ 209 h 1752"/>
              <a:gd name="T98" fmla="*/ 239 w 1750"/>
              <a:gd name="T99" fmla="*/ 360 h 1752"/>
              <a:gd name="T100" fmla="*/ 1414 w 1750"/>
              <a:gd name="T101" fmla="*/ 263 h 1752"/>
              <a:gd name="T102" fmla="*/ 1447 w 1750"/>
              <a:gd name="T103" fmla="*/ 291 h 1752"/>
              <a:gd name="T104" fmla="*/ 1208 w 1750"/>
              <a:gd name="T105" fmla="*/ 107 h 1752"/>
              <a:gd name="T106" fmla="*/ 1052 w 1750"/>
              <a:gd name="T107" fmla="*/ 49 h 1752"/>
              <a:gd name="T108" fmla="*/ 1103 w 1750"/>
              <a:gd name="T109" fmla="*/ 37 h 1752"/>
              <a:gd name="T110" fmla="*/ 1402 w 1750"/>
              <a:gd name="T111" fmla="*/ 233 h 1752"/>
              <a:gd name="T112" fmla="*/ 515 w 1750"/>
              <a:gd name="T113" fmla="*/ 93 h 1752"/>
              <a:gd name="T114" fmla="*/ 559 w 1750"/>
              <a:gd name="T115" fmla="*/ 98 h 1752"/>
              <a:gd name="T116" fmla="*/ 935 w 1750"/>
              <a:gd name="T117" fmla="*/ 4 h 1752"/>
              <a:gd name="T118" fmla="*/ 769 w 1750"/>
              <a:gd name="T119" fmla="*/ 35 h 1752"/>
              <a:gd name="T120" fmla="*/ 1012 w 1750"/>
              <a:gd name="T121" fmla="*/ 40 h 1752"/>
              <a:gd name="T122" fmla="*/ 983 w 1750"/>
              <a:gd name="T123" fmla="*/ 9 h 1752"/>
              <a:gd name="T124" fmla="*/ 1014 w 1750"/>
              <a:gd name="T125" fmla="*/ 40 h 1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750" h="1752">
                <a:moveTo>
                  <a:pt x="876" y="1752"/>
                </a:moveTo>
                <a:cubicBezTo>
                  <a:pt x="811" y="1752"/>
                  <a:pt x="746" y="1743"/>
                  <a:pt x="684" y="1727"/>
                </a:cubicBezTo>
                <a:cubicBezTo>
                  <a:pt x="678" y="1726"/>
                  <a:pt x="674" y="1719"/>
                  <a:pt x="675" y="1712"/>
                </a:cubicBezTo>
                <a:cubicBezTo>
                  <a:pt x="677" y="1705"/>
                  <a:pt x="684" y="1701"/>
                  <a:pt x="691" y="1703"/>
                </a:cubicBezTo>
                <a:cubicBezTo>
                  <a:pt x="751" y="1718"/>
                  <a:pt x="813" y="1726"/>
                  <a:pt x="876" y="1726"/>
                </a:cubicBezTo>
                <a:cubicBezTo>
                  <a:pt x="886" y="1726"/>
                  <a:pt x="896" y="1726"/>
                  <a:pt x="906" y="1725"/>
                </a:cubicBezTo>
                <a:cubicBezTo>
                  <a:pt x="906" y="1725"/>
                  <a:pt x="906" y="1725"/>
                  <a:pt x="906" y="1725"/>
                </a:cubicBezTo>
                <a:cubicBezTo>
                  <a:pt x="918" y="1725"/>
                  <a:pt x="930" y="1724"/>
                  <a:pt x="943" y="1723"/>
                </a:cubicBezTo>
                <a:cubicBezTo>
                  <a:pt x="985" y="1719"/>
                  <a:pt x="1028" y="1711"/>
                  <a:pt x="1070" y="1700"/>
                </a:cubicBezTo>
                <a:cubicBezTo>
                  <a:pt x="1077" y="1698"/>
                  <a:pt x="1084" y="1702"/>
                  <a:pt x="1086" y="1708"/>
                </a:cubicBezTo>
                <a:cubicBezTo>
                  <a:pt x="1088" y="1715"/>
                  <a:pt x="1084" y="1722"/>
                  <a:pt x="1077" y="1724"/>
                </a:cubicBezTo>
                <a:cubicBezTo>
                  <a:pt x="1033" y="1736"/>
                  <a:pt x="989" y="1744"/>
                  <a:pt x="945" y="1748"/>
                </a:cubicBezTo>
                <a:cubicBezTo>
                  <a:pt x="932" y="1750"/>
                  <a:pt x="920" y="1750"/>
                  <a:pt x="907" y="1751"/>
                </a:cubicBezTo>
                <a:cubicBezTo>
                  <a:pt x="907" y="1751"/>
                  <a:pt x="907" y="1751"/>
                  <a:pt x="907" y="1751"/>
                </a:cubicBezTo>
                <a:cubicBezTo>
                  <a:pt x="896" y="1751"/>
                  <a:pt x="886" y="1752"/>
                  <a:pt x="876" y="1752"/>
                </a:cubicBezTo>
                <a:close/>
                <a:moveTo>
                  <a:pt x="647" y="1716"/>
                </a:moveTo>
                <a:cubicBezTo>
                  <a:pt x="646" y="1716"/>
                  <a:pt x="644" y="1716"/>
                  <a:pt x="643" y="1715"/>
                </a:cubicBezTo>
                <a:cubicBezTo>
                  <a:pt x="632" y="1712"/>
                  <a:pt x="621" y="1708"/>
                  <a:pt x="610" y="1704"/>
                </a:cubicBezTo>
                <a:cubicBezTo>
                  <a:pt x="604" y="1701"/>
                  <a:pt x="601" y="1694"/>
                  <a:pt x="603" y="1687"/>
                </a:cubicBezTo>
                <a:cubicBezTo>
                  <a:pt x="605" y="1681"/>
                  <a:pt x="613" y="1678"/>
                  <a:pt x="619" y="1680"/>
                </a:cubicBezTo>
                <a:cubicBezTo>
                  <a:pt x="630" y="1684"/>
                  <a:pt x="640" y="1688"/>
                  <a:pt x="651" y="1691"/>
                </a:cubicBezTo>
                <a:cubicBezTo>
                  <a:pt x="658" y="1693"/>
                  <a:pt x="661" y="1700"/>
                  <a:pt x="659" y="1707"/>
                </a:cubicBezTo>
                <a:cubicBezTo>
                  <a:pt x="657" y="1712"/>
                  <a:pt x="652" y="1716"/>
                  <a:pt x="647" y="1716"/>
                </a:cubicBezTo>
                <a:close/>
                <a:moveTo>
                  <a:pt x="1114" y="1712"/>
                </a:moveTo>
                <a:cubicBezTo>
                  <a:pt x="1109" y="1712"/>
                  <a:pt x="1104" y="1709"/>
                  <a:pt x="1102" y="1703"/>
                </a:cubicBezTo>
                <a:cubicBezTo>
                  <a:pt x="1100" y="1697"/>
                  <a:pt x="1103" y="1690"/>
                  <a:pt x="1110" y="1687"/>
                </a:cubicBezTo>
                <a:cubicBezTo>
                  <a:pt x="1118" y="1685"/>
                  <a:pt x="1126" y="1682"/>
                  <a:pt x="1133" y="1679"/>
                </a:cubicBezTo>
                <a:cubicBezTo>
                  <a:pt x="1136" y="1678"/>
                  <a:pt x="1139" y="1677"/>
                  <a:pt x="1142" y="1676"/>
                </a:cubicBezTo>
                <a:cubicBezTo>
                  <a:pt x="1148" y="1673"/>
                  <a:pt x="1155" y="1677"/>
                  <a:pt x="1158" y="1683"/>
                </a:cubicBezTo>
                <a:cubicBezTo>
                  <a:pt x="1160" y="1690"/>
                  <a:pt x="1157" y="1697"/>
                  <a:pt x="1150" y="1700"/>
                </a:cubicBezTo>
                <a:cubicBezTo>
                  <a:pt x="1148" y="1701"/>
                  <a:pt x="1145" y="1702"/>
                  <a:pt x="1142" y="1703"/>
                </a:cubicBezTo>
                <a:cubicBezTo>
                  <a:pt x="1135" y="1706"/>
                  <a:pt x="1126" y="1709"/>
                  <a:pt x="1118" y="1712"/>
                </a:cubicBezTo>
                <a:cubicBezTo>
                  <a:pt x="1117" y="1712"/>
                  <a:pt x="1115" y="1712"/>
                  <a:pt x="1114" y="1712"/>
                </a:cubicBezTo>
                <a:close/>
                <a:moveTo>
                  <a:pt x="576" y="1689"/>
                </a:moveTo>
                <a:cubicBezTo>
                  <a:pt x="574" y="1689"/>
                  <a:pt x="572" y="1688"/>
                  <a:pt x="571" y="1688"/>
                </a:cubicBezTo>
                <a:cubicBezTo>
                  <a:pt x="531" y="1670"/>
                  <a:pt x="492" y="1649"/>
                  <a:pt x="457" y="1626"/>
                </a:cubicBezTo>
                <a:cubicBezTo>
                  <a:pt x="436" y="1611"/>
                  <a:pt x="436" y="1611"/>
                  <a:pt x="436" y="1611"/>
                </a:cubicBezTo>
                <a:cubicBezTo>
                  <a:pt x="432" y="1608"/>
                  <a:pt x="427" y="1605"/>
                  <a:pt x="422" y="1601"/>
                </a:cubicBezTo>
                <a:cubicBezTo>
                  <a:pt x="422" y="1601"/>
                  <a:pt x="422" y="1601"/>
                  <a:pt x="422" y="1601"/>
                </a:cubicBezTo>
                <a:cubicBezTo>
                  <a:pt x="422" y="1601"/>
                  <a:pt x="422" y="1601"/>
                  <a:pt x="422" y="1601"/>
                </a:cubicBezTo>
                <a:cubicBezTo>
                  <a:pt x="403" y="1586"/>
                  <a:pt x="403" y="1586"/>
                  <a:pt x="403" y="1586"/>
                </a:cubicBezTo>
                <a:cubicBezTo>
                  <a:pt x="401" y="1584"/>
                  <a:pt x="399" y="1583"/>
                  <a:pt x="397" y="1581"/>
                </a:cubicBezTo>
                <a:cubicBezTo>
                  <a:pt x="373" y="1560"/>
                  <a:pt x="373" y="1560"/>
                  <a:pt x="373" y="1560"/>
                </a:cubicBezTo>
                <a:cubicBezTo>
                  <a:pt x="369" y="1557"/>
                  <a:pt x="366" y="1554"/>
                  <a:pt x="362" y="1551"/>
                </a:cubicBezTo>
                <a:cubicBezTo>
                  <a:pt x="360" y="1549"/>
                  <a:pt x="359" y="1547"/>
                  <a:pt x="357" y="1546"/>
                </a:cubicBezTo>
                <a:cubicBezTo>
                  <a:pt x="342" y="1531"/>
                  <a:pt x="342" y="1531"/>
                  <a:pt x="342" y="1531"/>
                </a:cubicBezTo>
                <a:cubicBezTo>
                  <a:pt x="259" y="1449"/>
                  <a:pt x="259" y="1449"/>
                  <a:pt x="259" y="1449"/>
                </a:cubicBezTo>
                <a:cubicBezTo>
                  <a:pt x="254" y="1444"/>
                  <a:pt x="254" y="1436"/>
                  <a:pt x="259" y="1431"/>
                </a:cubicBezTo>
                <a:cubicBezTo>
                  <a:pt x="264" y="1426"/>
                  <a:pt x="272" y="1426"/>
                  <a:pt x="277" y="1431"/>
                </a:cubicBezTo>
                <a:cubicBezTo>
                  <a:pt x="360" y="1513"/>
                  <a:pt x="360" y="1513"/>
                  <a:pt x="360" y="1513"/>
                </a:cubicBezTo>
                <a:cubicBezTo>
                  <a:pt x="374" y="1527"/>
                  <a:pt x="374" y="1527"/>
                  <a:pt x="374" y="1527"/>
                </a:cubicBezTo>
                <a:cubicBezTo>
                  <a:pt x="376" y="1529"/>
                  <a:pt x="378" y="1531"/>
                  <a:pt x="380" y="1532"/>
                </a:cubicBezTo>
                <a:cubicBezTo>
                  <a:pt x="383" y="1535"/>
                  <a:pt x="386" y="1538"/>
                  <a:pt x="389" y="1541"/>
                </a:cubicBezTo>
                <a:cubicBezTo>
                  <a:pt x="413" y="1562"/>
                  <a:pt x="413" y="1562"/>
                  <a:pt x="413" y="1562"/>
                </a:cubicBezTo>
                <a:cubicBezTo>
                  <a:pt x="415" y="1563"/>
                  <a:pt x="416" y="1564"/>
                  <a:pt x="418" y="1566"/>
                </a:cubicBezTo>
                <a:cubicBezTo>
                  <a:pt x="419" y="1566"/>
                  <a:pt x="420" y="1567"/>
                  <a:pt x="421" y="1568"/>
                </a:cubicBezTo>
                <a:cubicBezTo>
                  <a:pt x="437" y="1580"/>
                  <a:pt x="437" y="1580"/>
                  <a:pt x="437" y="1580"/>
                </a:cubicBezTo>
                <a:cubicBezTo>
                  <a:pt x="437" y="1580"/>
                  <a:pt x="437" y="1580"/>
                  <a:pt x="437" y="1580"/>
                </a:cubicBezTo>
                <a:cubicBezTo>
                  <a:pt x="438" y="1581"/>
                  <a:pt x="438" y="1581"/>
                  <a:pt x="438" y="1581"/>
                </a:cubicBezTo>
                <a:cubicBezTo>
                  <a:pt x="442" y="1584"/>
                  <a:pt x="446" y="1587"/>
                  <a:pt x="451" y="1590"/>
                </a:cubicBezTo>
                <a:cubicBezTo>
                  <a:pt x="471" y="1605"/>
                  <a:pt x="471" y="1605"/>
                  <a:pt x="471" y="1605"/>
                </a:cubicBezTo>
                <a:cubicBezTo>
                  <a:pt x="505" y="1627"/>
                  <a:pt x="542" y="1647"/>
                  <a:pt x="581" y="1664"/>
                </a:cubicBezTo>
                <a:cubicBezTo>
                  <a:pt x="587" y="1667"/>
                  <a:pt x="590" y="1675"/>
                  <a:pt x="587" y="1681"/>
                </a:cubicBezTo>
                <a:cubicBezTo>
                  <a:pt x="585" y="1686"/>
                  <a:pt x="581" y="1689"/>
                  <a:pt x="576" y="1689"/>
                </a:cubicBezTo>
                <a:close/>
                <a:moveTo>
                  <a:pt x="1185" y="1684"/>
                </a:moveTo>
                <a:cubicBezTo>
                  <a:pt x="1180" y="1684"/>
                  <a:pt x="1175" y="1681"/>
                  <a:pt x="1173" y="1676"/>
                </a:cubicBezTo>
                <a:cubicBezTo>
                  <a:pt x="1171" y="1670"/>
                  <a:pt x="1174" y="1662"/>
                  <a:pt x="1180" y="1660"/>
                </a:cubicBezTo>
                <a:cubicBezTo>
                  <a:pt x="1181" y="1659"/>
                  <a:pt x="1181" y="1659"/>
                  <a:pt x="1181" y="1659"/>
                </a:cubicBezTo>
                <a:cubicBezTo>
                  <a:pt x="1194" y="1653"/>
                  <a:pt x="1206" y="1647"/>
                  <a:pt x="1218" y="1641"/>
                </a:cubicBezTo>
                <a:cubicBezTo>
                  <a:pt x="1245" y="1626"/>
                  <a:pt x="1245" y="1626"/>
                  <a:pt x="1245" y="1626"/>
                </a:cubicBezTo>
                <a:cubicBezTo>
                  <a:pt x="1247" y="1625"/>
                  <a:pt x="1249" y="1623"/>
                  <a:pt x="1251" y="1622"/>
                </a:cubicBezTo>
                <a:cubicBezTo>
                  <a:pt x="1254" y="1620"/>
                  <a:pt x="1254" y="1620"/>
                  <a:pt x="1254" y="1620"/>
                </a:cubicBezTo>
                <a:cubicBezTo>
                  <a:pt x="1291" y="1597"/>
                  <a:pt x="1327" y="1571"/>
                  <a:pt x="1360" y="1541"/>
                </a:cubicBezTo>
                <a:cubicBezTo>
                  <a:pt x="1360" y="1541"/>
                  <a:pt x="1360" y="1541"/>
                  <a:pt x="1360" y="1541"/>
                </a:cubicBezTo>
                <a:cubicBezTo>
                  <a:pt x="1368" y="1534"/>
                  <a:pt x="1376" y="1527"/>
                  <a:pt x="1384" y="1519"/>
                </a:cubicBezTo>
                <a:cubicBezTo>
                  <a:pt x="1398" y="1506"/>
                  <a:pt x="1398" y="1506"/>
                  <a:pt x="1398" y="1506"/>
                </a:cubicBezTo>
                <a:cubicBezTo>
                  <a:pt x="1481" y="1423"/>
                  <a:pt x="1481" y="1423"/>
                  <a:pt x="1481" y="1423"/>
                </a:cubicBezTo>
                <a:cubicBezTo>
                  <a:pt x="1486" y="1418"/>
                  <a:pt x="1494" y="1418"/>
                  <a:pt x="1499" y="1423"/>
                </a:cubicBezTo>
                <a:cubicBezTo>
                  <a:pt x="1504" y="1428"/>
                  <a:pt x="1504" y="1436"/>
                  <a:pt x="1499" y="1441"/>
                </a:cubicBezTo>
                <a:cubicBezTo>
                  <a:pt x="1409" y="1530"/>
                  <a:pt x="1409" y="1530"/>
                  <a:pt x="1409" y="1530"/>
                </a:cubicBezTo>
                <a:cubicBezTo>
                  <a:pt x="1402" y="1538"/>
                  <a:pt x="1402" y="1538"/>
                  <a:pt x="1402" y="1538"/>
                </a:cubicBezTo>
                <a:cubicBezTo>
                  <a:pt x="1394" y="1545"/>
                  <a:pt x="1386" y="1553"/>
                  <a:pt x="1377" y="1560"/>
                </a:cubicBezTo>
                <a:cubicBezTo>
                  <a:pt x="1377" y="1560"/>
                  <a:pt x="1377" y="1560"/>
                  <a:pt x="1377" y="1560"/>
                </a:cubicBezTo>
                <a:cubicBezTo>
                  <a:pt x="1343" y="1591"/>
                  <a:pt x="1306" y="1618"/>
                  <a:pt x="1267" y="1642"/>
                </a:cubicBezTo>
                <a:cubicBezTo>
                  <a:pt x="1264" y="1644"/>
                  <a:pt x="1264" y="1644"/>
                  <a:pt x="1264" y="1644"/>
                </a:cubicBezTo>
                <a:cubicBezTo>
                  <a:pt x="1262" y="1645"/>
                  <a:pt x="1260" y="1646"/>
                  <a:pt x="1258" y="1648"/>
                </a:cubicBezTo>
                <a:cubicBezTo>
                  <a:pt x="1230" y="1663"/>
                  <a:pt x="1230" y="1663"/>
                  <a:pt x="1230" y="1663"/>
                </a:cubicBezTo>
                <a:cubicBezTo>
                  <a:pt x="1217" y="1670"/>
                  <a:pt x="1205" y="1676"/>
                  <a:pt x="1193" y="1682"/>
                </a:cubicBezTo>
                <a:cubicBezTo>
                  <a:pt x="1190" y="1683"/>
                  <a:pt x="1190" y="1683"/>
                  <a:pt x="1190" y="1683"/>
                </a:cubicBezTo>
                <a:cubicBezTo>
                  <a:pt x="1188" y="1684"/>
                  <a:pt x="1187" y="1684"/>
                  <a:pt x="1185" y="1684"/>
                </a:cubicBezTo>
                <a:close/>
                <a:moveTo>
                  <a:pt x="238" y="1423"/>
                </a:moveTo>
                <a:cubicBezTo>
                  <a:pt x="235" y="1423"/>
                  <a:pt x="232" y="1421"/>
                  <a:pt x="229" y="1419"/>
                </a:cubicBezTo>
                <a:cubicBezTo>
                  <a:pt x="221" y="1410"/>
                  <a:pt x="221" y="1410"/>
                  <a:pt x="221" y="1410"/>
                </a:cubicBezTo>
                <a:cubicBezTo>
                  <a:pt x="206" y="1394"/>
                  <a:pt x="206" y="1394"/>
                  <a:pt x="206" y="1394"/>
                </a:cubicBezTo>
                <a:cubicBezTo>
                  <a:pt x="201" y="1389"/>
                  <a:pt x="201" y="1381"/>
                  <a:pt x="206" y="1376"/>
                </a:cubicBezTo>
                <a:cubicBezTo>
                  <a:pt x="211" y="1372"/>
                  <a:pt x="219" y="1372"/>
                  <a:pt x="224" y="1377"/>
                </a:cubicBezTo>
                <a:cubicBezTo>
                  <a:pt x="239" y="1392"/>
                  <a:pt x="239" y="1392"/>
                  <a:pt x="239" y="1392"/>
                </a:cubicBezTo>
                <a:cubicBezTo>
                  <a:pt x="247" y="1401"/>
                  <a:pt x="247" y="1401"/>
                  <a:pt x="247" y="1401"/>
                </a:cubicBezTo>
                <a:cubicBezTo>
                  <a:pt x="252" y="1406"/>
                  <a:pt x="252" y="1414"/>
                  <a:pt x="247" y="1419"/>
                </a:cubicBezTo>
                <a:cubicBezTo>
                  <a:pt x="245" y="1421"/>
                  <a:pt x="242" y="1423"/>
                  <a:pt x="238" y="1423"/>
                </a:cubicBezTo>
                <a:close/>
                <a:moveTo>
                  <a:pt x="1547" y="1386"/>
                </a:moveTo>
                <a:cubicBezTo>
                  <a:pt x="1544" y="1386"/>
                  <a:pt x="1541" y="1385"/>
                  <a:pt x="1538" y="1383"/>
                </a:cubicBezTo>
                <a:cubicBezTo>
                  <a:pt x="1533" y="1378"/>
                  <a:pt x="1533" y="1370"/>
                  <a:pt x="1537" y="1365"/>
                </a:cubicBezTo>
                <a:cubicBezTo>
                  <a:pt x="1574" y="1323"/>
                  <a:pt x="1607" y="1278"/>
                  <a:pt x="1634" y="1229"/>
                </a:cubicBezTo>
                <a:cubicBezTo>
                  <a:pt x="1637" y="1223"/>
                  <a:pt x="1645" y="1221"/>
                  <a:pt x="1651" y="1224"/>
                </a:cubicBezTo>
                <a:cubicBezTo>
                  <a:pt x="1657" y="1227"/>
                  <a:pt x="1659" y="1235"/>
                  <a:pt x="1656" y="1241"/>
                </a:cubicBezTo>
                <a:cubicBezTo>
                  <a:pt x="1628" y="1292"/>
                  <a:pt x="1595" y="1339"/>
                  <a:pt x="1556" y="1382"/>
                </a:cubicBezTo>
                <a:cubicBezTo>
                  <a:pt x="1554" y="1385"/>
                  <a:pt x="1550" y="1386"/>
                  <a:pt x="1547" y="1386"/>
                </a:cubicBezTo>
                <a:close/>
                <a:moveTo>
                  <a:pt x="187" y="1367"/>
                </a:moveTo>
                <a:cubicBezTo>
                  <a:pt x="183" y="1367"/>
                  <a:pt x="179" y="1365"/>
                  <a:pt x="177" y="1362"/>
                </a:cubicBezTo>
                <a:cubicBezTo>
                  <a:pt x="171" y="1355"/>
                  <a:pt x="171" y="1355"/>
                  <a:pt x="171" y="1355"/>
                </a:cubicBezTo>
                <a:cubicBezTo>
                  <a:pt x="162" y="1343"/>
                  <a:pt x="153" y="1332"/>
                  <a:pt x="145" y="1321"/>
                </a:cubicBezTo>
                <a:cubicBezTo>
                  <a:pt x="131" y="1302"/>
                  <a:pt x="131" y="1302"/>
                  <a:pt x="131" y="1302"/>
                </a:cubicBezTo>
                <a:cubicBezTo>
                  <a:pt x="128" y="1297"/>
                  <a:pt x="124" y="1291"/>
                  <a:pt x="120" y="1285"/>
                </a:cubicBezTo>
                <a:cubicBezTo>
                  <a:pt x="107" y="1264"/>
                  <a:pt x="94" y="1241"/>
                  <a:pt x="82" y="1218"/>
                </a:cubicBezTo>
                <a:cubicBezTo>
                  <a:pt x="82" y="1218"/>
                  <a:pt x="82" y="1218"/>
                  <a:pt x="82" y="1218"/>
                </a:cubicBezTo>
                <a:cubicBezTo>
                  <a:pt x="68" y="1191"/>
                  <a:pt x="55" y="1162"/>
                  <a:pt x="45" y="1133"/>
                </a:cubicBezTo>
                <a:cubicBezTo>
                  <a:pt x="30" y="1093"/>
                  <a:pt x="19" y="1050"/>
                  <a:pt x="12" y="1006"/>
                </a:cubicBezTo>
                <a:cubicBezTo>
                  <a:pt x="10" y="999"/>
                  <a:pt x="15" y="993"/>
                  <a:pt x="22" y="991"/>
                </a:cubicBezTo>
                <a:cubicBezTo>
                  <a:pt x="29" y="990"/>
                  <a:pt x="36" y="995"/>
                  <a:pt x="37" y="1002"/>
                </a:cubicBezTo>
                <a:cubicBezTo>
                  <a:pt x="44" y="1044"/>
                  <a:pt x="55" y="1085"/>
                  <a:pt x="69" y="1124"/>
                </a:cubicBezTo>
                <a:cubicBezTo>
                  <a:pt x="79" y="1152"/>
                  <a:pt x="91" y="1180"/>
                  <a:pt x="105" y="1207"/>
                </a:cubicBezTo>
                <a:cubicBezTo>
                  <a:pt x="116" y="1229"/>
                  <a:pt x="128" y="1251"/>
                  <a:pt x="142" y="1272"/>
                </a:cubicBezTo>
                <a:cubicBezTo>
                  <a:pt x="145" y="1277"/>
                  <a:pt x="148" y="1282"/>
                  <a:pt x="152" y="1287"/>
                </a:cubicBezTo>
                <a:cubicBezTo>
                  <a:pt x="165" y="1306"/>
                  <a:pt x="165" y="1306"/>
                  <a:pt x="165" y="1306"/>
                </a:cubicBezTo>
                <a:cubicBezTo>
                  <a:pt x="173" y="1317"/>
                  <a:pt x="182" y="1328"/>
                  <a:pt x="190" y="1339"/>
                </a:cubicBezTo>
                <a:cubicBezTo>
                  <a:pt x="196" y="1346"/>
                  <a:pt x="196" y="1346"/>
                  <a:pt x="196" y="1346"/>
                </a:cubicBezTo>
                <a:cubicBezTo>
                  <a:pt x="201" y="1351"/>
                  <a:pt x="200" y="1359"/>
                  <a:pt x="195" y="1364"/>
                </a:cubicBezTo>
                <a:cubicBezTo>
                  <a:pt x="193" y="1366"/>
                  <a:pt x="190" y="1367"/>
                  <a:pt x="187" y="1367"/>
                </a:cubicBezTo>
                <a:close/>
                <a:moveTo>
                  <a:pt x="1664" y="1210"/>
                </a:moveTo>
                <a:cubicBezTo>
                  <a:pt x="1662" y="1210"/>
                  <a:pt x="1661" y="1210"/>
                  <a:pt x="1659" y="1209"/>
                </a:cubicBezTo>
                <a:cubicBezTo>
                  <a:pt x="1652" y="1206"/>
                  <a:pt x="1650" y="1198"/>
                  <a:pt x="1653" y="1192"/>
                </a:cubicBezTo>
                <a:cubicBezTo>
                  <a:pt x="1658" y="1182"/>
                  <a:pt x="1662" y="1172"/>
                  <a:pt x="1666" y="1162"/>
                </a:cubicBezTo>
                <a:cubicBezTo>
                  <a:pt x="1669" y="1155"/>
                  <a:pt x="1677" y="1152"/>
                  <a:pt x="1683" y="1155"/>
                </a:cubicBezTo>
                <a:cubicBezTo>
                  <a:pt x="1690" y="1158"/>
                  <a:pt x="1693" y="1165"/>
                  <a:pt x="1690" y="1172"/>
                </a:cubicBezTo>
                <a:cubicBezTo>
                  <a:pt x="1685" y="1182"/>
                  <a:pt x="1681" y="1193"/>
                  <a:pt x="1676" y="1203"/>
                </a:cubicBezTo>
                <a:cubicBezTo>
                  <a:pt x="1674" y="1208"/>
                  <a:pt x="1669" y="1210"/>
                  <a:pt x="1664" y="1210"/>
                </a:cubicBezTo>
                <a:close/>
                <a:moveTo>
                  <a:pt x="1694" y="1140"/>
                </a:moveTo>
                <a:cubicBezTo>
                  <a:pt x="1692" y="1140"/>
                  <a:pt x="1691" y="1140"/>
                  <a:pt x="1689" y="1139"/>
                </a:cubicBezTo>
                <a:cubicBezTo>
                  <a:pt x="1683" y="1137"/>
                  <a:pt x="1679" y="1129"/>
                  <a:pt x="1682" y="1123"/>
                </a:cubicBezTo>
                <a:cubicBezTo>
                  <a:pt x="1687" y="1108"/>
                  <a:pt x="1692" y="1093"/>
                  <a:pt x="1696" y="1078"/>
                </a:cubicBezTo>
                <a:cubicBezTo>
                  <a:pt x="1711" y="1025"/>
                  <a:pt x="1720" y="971"/>
                  <a:pt x="1723" y="916"/>
                </a:cubicBezTo>
                <a:cubicBezTo>
                  <a:pt x="1723" y="911"/>
                  <a:pt x="1723" y="911"/>
                  <a:pt x="1723" y="911"/>
                </a:cubicBezTo>
                <a:cubicBezTo>
                  <a:pt x="1723" y="911"/>
                  <a:pt x="1723" y="911"/>
                  <a:pt x="1723" y="911"/>
                </a:cubicBezTo>
                <a:cubicBezTo>
                  <a:pt x="1724" y="900"/>
                  <a:pt x="1724" y="888"/>
                  <a:pt x="1724" y="877"/>
                </a:cubicBezTo>
                <a:cubicBezTo>
                  <a:pt x="1724" y="836"/>
                  <a:pt x="1721" y="793"/>
                  <a:pt x="1713" y="751"/>
                </a:cubicBezTo>
                <a:cubicBezTo>
                  <a:pt x="1713" y="749"/>
                  <a:pt x="1713" y="747"/>
                  <a:pt x="1712" y="745"/>
                </a:cubicBezTo>
                <a:cubicBezTo>
                  <a:pt x="1711" y="738"/>
                  <a:pt x="1716" y="731"/>
                  <a:pt x="1722" y="730"/>
                </a:cubicBezTo>
                <a:cubicBezTo>
                  <a:pt x="1729" y="729"/>
                  <a:pt x="1736" y="733"/>
                  <a:pt x="1737" y="740"/>
                </a:cubicBezTo>
                <a:cubicBezTo>
                  <a:pt x="1738" y="742"/>
                  <a:pt x="1738" y="745"/>
                  <a:pt x="1738" y="747"/>
                </a:cubicBezTo>
                <a:cubicBezTo>
                  <a:pt x="1746" y="790"/>
                  <a:pt x="1750" y="834"/>
                  <a:pt x="1750" y="877"/>
                </a:cubicBezTo>
                <a:cubicBezTo>
                  <a:pt x="1750" y="889"/>
                  <a:pt x="1749" y="900"/>
                  <a:pt x="1749" y="912"/>
                </a:cubicBezTo>
                <a:cubicBezTo>
                  <a:pt x="1749" y="912"/>
                  <a:pt x="1749" y="912"/>
                  <a:pt x="1749" y="912"/>
                </a:cubicBezTo>
                <a:cubicBezTo>
                  <a:pt x="1749" y="917"/>
                  <a:pt x="1749" y="917"/>
                  <a:pt x="1749" y="917"/>
                </a:cubicBezTo>
                <a:cubicBezTo>
                  <a:pt x="1745" y="974"/>
                  <a:pt x="1736" y="1030"/>
                  <a:pt x="1720" y="1085"/>
                </a:cubicBezTo>
                <a:cubicBezTo>
                  <a:pt x="1716" y="1101"/>
                  <a:pt x="1711" y="1116"/>
                  <a:pt x="1706" y="1131"/>
                </a:cubicBezTo>
                <a:cubicBezTo>
                  <a:pt x="1704" y="1137"/>
                  <a:pt x="1699" y="1140"/>
                  <a:pt x="1694" y="1140"/>
                </a:cubicBezTo>
                <a:close/>
                <a:moveTo>
                  <a:pt x="18" y="975"/>
                </a:moveTo>
                <a:cubicBezTo>
                  <a:pt x="12" y="975"/>
                  <a:pt x="6" y="970"/>
                  <a:pt x="5" y="964"/>
                </a:cubicBezTo>
                <a:cubicBezTo>
                  <a:pt x="4" y="952"/>
                  <a:pt x="3" y="941"/>
                  <a:pt x="2" y="929"/>
                </a:cubicBezTo>
                <a:cubicBezTo>
                  <a:pt x="2" y="922"/>
                  <a:pt x="7" y="916"/>
                  <a:pt x="14" y="916"/>
                </a:cubicBezTo>
                <a:cubicBezTo>
                  <a:pt x="21" y="915"/>
                  <a:pt x="27" y="920"/>
                  <a:pt x="28" y="927"/>
                </a:cubicBezTo>
                <a:cubicBezTo>
                  <a:pt x="28" y="938"/>
                  <a:pt x="29" y="950"/>
                  <a:pt x="31" y="961"/>
                </a:cubicBezTo>
                <a:cubicBezTo>
                  <a:pt x="32" y="968"/>
                  <a:pt x="27" y="974"/>
                  <a:pt x="20" y="975"/>
                </a:cubicBezTo>
                <a:cubicBezTo>
                  <a:pt x="19" y="975"/>
                  <a:pt x="19" y="975"/>
                  <a:pt x="18" y="975"/>
                </a:cubicBezTo>
                <a:close/>
                <a:moveTo>
                  <a:pt x="13" y="899"/>
                </a:moveTo>
                <a:cubicBezTo>
                  <a:pt x="6" y="899"/>
                  <a:pt x="1" y="893"/>
                  <a:pt x="0" y="886"/>
                </a:cubicBezTo>
                <a:cubicBezTo>
                  <a:pt x="0" y="883"/>
                  <a:pt x="0" y="880"/>
                  <a:pt x="0" y="877"/>
                </a:cubicBezTo>
                <a:cubicBezTo>
                  <a:pt x="0" y="823"/>
                  <a:pt x="6" y="768"/>
                  <a:pt x="18" y="715"/>
                </a:cubicBezTo>
                <a:cubicBezTo>
                  <a:pt x="24" y="686"/>
                  <a:pt x="32" y="657"/>
                  <a:pt x="42" y="630"/>
                </a:cubicBezTo>
                <a:cubicBezTo>
                  <a:pt x="56" y="587"/>
                  <a:pt x="75" y="545"/>
                  <a:pt x="97" y="506"/>
                </a:cubicBezTo>
                <a:cubicBezTo>
                  <a:pt x="101" y="500"/>
                  <a:pt x="109" y="497"/>
                  <a:pt x="115" y="501"/>
                </a:cubicBezTo>
                <a:cubicBezTo>
                  <a:pt x="121" y="504"/>
                  <a:pt x="123" y="512"/>
                  <a:pt x="120" y="518"/>
                </a:cubicBezTo>
                <a:cubicBezTo>
                  <a:pt x="98" y="557"/>
                  <a:pt x="80" y="597"/>
                  <a:pt x="66" y="638"/>
                </a:cubicBezTo>
                <a:cubicBezTo>
                  <a:pt x="57" y="665"/>
                  <a:pt x="49" y="692"/>
                  <a:pt x="43" y="720"/>
                </a:cubicBezTo>
                <a:cubicBezTo>
                  <a:pt x="43" y="720"/>
                  <a:pt x="43" y="720"/>
                  <a:pt x="43" y="720"/>
                </a:cubicBezTo>
                <a:cubicBezTo>
                  <a:pt x="32" y="772"/>
                  <a:pt x="26" y="824"/>
                  <a:pt x="26" y="877"/>
                </a:cubicBezTo>
                <a:cubicBezTo>
                  <a:pt x="26" y="880"/>
                  <a:pt x="26" y="883"/>
                  <a:pt x="26" y="886"/>
                </a:cubicBezTo>
                <a:cubicBezTo>
                  <a:pt x="26" y="893"/>
                  <a:pt x="20" y="899"/>
                  <a:pt x="13" y="899"/>
                </a:cubicBezTo>
                <a:cubicBezTo>
                  <a:pt x="13" y="899"/>
                  <a:pt x="13" y="899"/>
                  <a:pt x="13" y="899"/>
                </a:cubicBezTo>
                <a:close/>
                <a:moveTo>
                  <a:pt x="1716" y="714"/>
                </a:moveTo>
                <a:cubicBezTo>
                  <a:pt x="1710" y="714"/>
                  <a:pt x="1705" y="710"/>
                  <a:pt x="1704" y="704"/>
                </a:cubicBezTo>
                <a:cubicBezTo>
                  <a:pt x="1701" y="693"/>
                  <a:pt x="1698" y="682"/>
                  <a:pt x="1695" y="672"/>
                </a:cubicBezTo>
                <a:cubicBezTo>
                  <a:pt x="1693" y="665"/>
                  <a:pt x="1697" y="658"/>
                  <a:pt x="1704" y="656"/>
                </a:cubicBezTo>
                <a:cubicBezTo>
                  <a:pt x="1710" y="654"/>
                  <a:pt x="1718" y="658"/>
                  <a:pt x="1719" y="665"/>
                </a:cubicBezTo>
                <a:cubicBezTo>
                  <a:pt x="1723" y="676"/>
                  <a:pt x="1726" y="687"/>
                  <a:pt x="1728" y="698"/>
                </a:cubicBezTo>
                <a:cubicBezTo>
                  <a:pt x="1730" y="705"/>
                  <a:pt x="1726" y="712"/>
                  <a:pt x="1719" y="713"/>
                </a:cubicBezTo>
                <a:cubicBezTo>
                  <a:pt x="1718" y="714"/>
                  <a:pt x="1717" y="714"/>
                  <a:pt x="1716" y="714"/>
                </a:cubicBezTo>
                <a:close/>
                <a:moveTo>
                  <a:pt x="1694" y="640"/>
                </a:moveTo>
                <a:cubicBezTo>
                  <a:pt x="1689" y="640"/>
                  <a:pt x="1684" y="637"/>
                  <a:pt x="1682" y="632"/>
                </a:cubicBezTo>
                <a:cubicBezTo>
                  <a:pt x="1659" y="567"/>
                  <a:pt x="1627" y="505"/>
                  <a:pt x="1586" y="449"/>
                </a:cubicBezTo>
                <a:cubicBezTo>
                  <a:pt x="1584" y="447"/>
                  <a:pt x="1582" y="444"/>
                  <a:pt x="1581" y="441"/>
                </a:cubicBezTo>
                <a:cubicBezTo>
                  <a:pt x="1581" y="441"/>
                  <a:pt x="1581" y="441"/>
                  <a:pt x="1581" y="441"/>
                </a:cubicBezTo>
                <a:cubicBezTo>
                  <a:pt x="1577" y="436"/>
                  <a:pt x="1573" y="431"/>
                  <a:pt x="1569" y="426"/>
                </a:cubicBezTo>
                <a:cubicBezTo>
                  <a:pt x="1566" y="423"/>
                  <a:pt x="1564" y="420"/>
                  <a:pt x="1561" y="416"/>
                </a:cubicBezTo>
                <a:cubicBezTo>
                  <a:pt x="1558" y="412"/>
                  <a:pt x="1558" y="412"/>
                  <a:pt x="1558" y="412"/>
                </a:cubicBezTo>
                <a:cubicBezTo>
                  <a:pt x="1550" y="403"/>
                  <a:pt x="1542" y="394"/>
                  <a:pt x="1534" y="385"/>
                </a:cubicBezTo>
                <a:cubicBezTo>
                  <a:pt x="1517" y="367"/>
                  <a:pt x="1517" y="367"/>
                  <a:pt x="1517" y="367"/>
                </a:cubicBezTo>
                <a:cubicBezTo>
                  <a:pt x="1513" y="363"/>
                  <a:pt x="1509" y="359"/>
                  <a:pt x="1506" y="356"/>
                </a:cubicBezTo>
                <a:cubicBezTo>
                  <a:pt x="1468" y="317"/>
                  <a:pt x="1468" y="317"/>
                  <a:pt x="1468" y="317"/>
                </a:cubicBezTo>
                <a:cubicBezTo>
                  <a:pt x="1463" y="312"/>
                  <a:pt x="1463" y="304"/>
                  <a:pt x="1468" y="299"/>
                </a:cubicBezTo>
                <a:cubicBezTo>
                  <a:pt x="1473" y="294"/>
                  <a:pt x="1481" y="294"/>
                  <a:pt x="1486" y="299"/>
                </a:cubicBezTo>
                <a:cubicBezTo>
                  <a:pt x="1524" y="338"/>
                  <a:pt x="1524" y="338"/>
                  <a:pt x="1524" y="338"/>
                </a:cubicBezTo>
                <a:cubicBezTo>
                  <a:pt x="1528" y="341"/>
                  <a:pt x="1532" y="345"/>
                  <a:pt x="1536" y="350"/>
                </a:cubicBezTo>
                <a:cubicBezTo>
                  <a:pt x="1553" y="368"/>
                  <a:pt x="1553" y="368"/>
                  <a:pt x="1553" y="368"/>
                </a:cubicBezTo>
                <a:cubicBezTo>
                  <a:pt x="1561" y="377"/>
                  <a:pt x="1569" y="386"/>
                  <a:pt x="1577" y="396"/>
                </a:cubicBezTo>
                <a:cubicBezTo>
                  <a:pt x="1581" y="401"/>
                  <a:pt x="1581" y="401"/>
                  <a:pt x="1581" y="401"/>
                </a:cubicBezTo>
                <a:cubicBezTo>
                  <a:pt x="1584" y="404"/>
                  <a:pt x="1586" y="407"/>
                  <a:pt x="1589" y="411"/>
                </a:cubicBezTo>
                <a:cubicBezTo>
                  <a:pt x="1593" y="416"/>
                  <a:pt x="1597" y="421"/>
                  <a:pt x="1601" y="426"/>
                </a:cubicBezTo>
                <a:cubicBezTo>
                  <a:pt x="1601" y="426"/>
                  <a:pt x="1601" y="426"/>
                  <a:pt x="1601" y="426"/>
                </a:cubicBezTo>
                <a:cubicBezTo>
                  <a:pt x="1603" y="429"/>
                  <a:pt x="1605" y="432"/>
                  <a:pt x="1607" y="434"/>
                </a:cubicBezTo>
                <a:cubicBezTo>
                  <a:pt x="1649" y="492"/>
                  <a:pt x="1682" y="556"/>
                  <a:pt x="1706" y="623"/>
                </a:cubicBezTo>
                <a:cubicBezTo>
                  <a:pt x="1709" y="630"/>
                  <a:pt x="1705" y="637"/>
                  <a:pt x="1698" y="640"/>
                </a:cubicBezTo>
                <a:cubicBezTo>
                  <a:pt x="1697" y="640"/>
                  <a:pt x="1696" y="640"/>
                  <a:pt x="1694" y="640"/>
                </a:cubicBezTo>
                <a:close/>
                <a:moveTo>
                  <a:pt x="130" y="488"/>
                </a:moveTo>
                <a:cubicBezTo>
                  <a:pt x="128" y="488"/>
                  <a:pt x="126" y="488"/>
                  <a:pt x="124" y="486"/>
                </a:cubicBezTo>
                <a:cubicBezTo>
                  <a:pt x="118" y="483"/>
                  <a:pt x="116" y="475"/>
                  <a:pt x="120" y="469"/>
                </a:cubicBezTo>
                <a:cubicBezTo>
                  <a:pt x="126" y="459"/>
                  <a:pt x="132" y="450"/>
                  <a:pt x="139" y="440"/>
                </a:cubicBezTo>
                <a:cubicBezTo>
                  <a:pt x="143" y="434"/>
                  <a:pt x="151" y="433"/>
                  <a:pt x="157" y="437"/>
                </a:cubicBezTo>
                <a:cubicBezTo>
                  <a:pt x="163" y="441"/>
                  <a:pt x="164" y="449"/>
                  <a:pt x="160" y="455"/>
                </a:cubicBezTo>
                <a:cubicBezTo>
                  <a:pt x="153" y="464"/>
                  <a:pt x="147" y="473"/>
                  <a:pt x="141" y="483"/>
                </a:cubicBezTo>
                <a:cubicBezTo>
                  <a:pt x="139" y="486"/>
                  <a:pt x="135" y="488"/>
                  <a:pt x="130" y="488"/>
                </a:cubicBezTo>
                <a:close/>
                <a:moveTo>
                  <a:pt x="175" y="426"/>
                </a:moveTo>
                <a:cubicBezTo>
                  <a:pt x="172" y="426"/>
                  <a:pt x="169" y="425"/>
                  <a:pt x="167" y="424"/>
                </a:cubicBezTo>
                <a:cubicBezTo>
                  <a:pt x="161" y="419"/>
                  <a:pt x="161" y="411"/>
                  <a:pt x="165" y="406"/>
                </a:cubicBezTo>
                <a:cubicBezTo>
                  <a:pt x="183" y="383"/>
                  <a:pt x="202" y="362"/>
                  <a:pt x="221" y="342"/>
                </a:cubicBezTo>
                <a:cubicBezTo>
                  <a:pt x="282" y="281"/>
                  <a:pt x="282" y="281"/>
                  <a:pt x="282" y="281"/>
                </a:cubicBezTo>
                <a:cubicBezTo>
                  <a:pt x="282" y="281"/>
                  <a:pt x="282" y="281"/>
                  <a:pt x="282" y="281"/>
                </a:cubicBezTo>
                <a:cubicBezTo>
                  <a:pt x="342" y="221"/>
                  <a:pt x="342" y="221"/>
                  <a:pt x="342" y="221"/>
                </a:cubicBezTo>
                <a:cubicBezTo>
                  <a:pt x="365" y="199"/>
                  <a:pt x="365" y="199"/>
                  <a:pt x="365" y="199"/>
                </a:cubicBezTo>
                <a:cubicBezTo>
                  <a:pt x="369" y="196"/>
                  <a:pt x="373" y="193"/>
                  <a:pt x="376" y="190"/>
                </a:cubicBezTo>
                <a:cubicBezTo>
                  <a:pt x="378" y="188"/>
                  <a:pt x="380" y="187"/>
                  <a:pt x="381" y="185"/>
                </a:cubicBezTo>
                <a:cubicBezTo>
                  <a:pt x="398" y="171"/>
                  <a:pt x="398" y="171"/>
                  <a:pt x="398" y="171"/>
                </a:cubicBezTo>
                <a:cubicBezTo>
                  <a:pt x="415" y="158"/>
                  <a:pt x="415" y="158"/>
                  <a:pt x="415" y="158"/>
                </a:cubicBezTo>
                <a:cubicBezTo>
                  <a:pt x="417" y="157"/>
                  <a:pt x="418" y="155"/>
                  <a:pt x="420" y="154"/>
                </a:cubicBezTo>
                <a:cubicBezTo>
                  <a:pt x="424" y="151"/>
                  <a:pt x="428" y="148"/>
                  <a:pt x="432" y="145"/>
                </a:cubicBezTo>
                <a:cubicBezTo>
                  <a:pt x="449" y="133"/>
                  <a:pt x="449" y="133"/>
                  <a:pt x="449" y="133"/>
                </a:cubicBezTo>
                <a:cubicBezTo>
                  <a:pt x="454" y="129"/>
                  <a:pt x="462" y="131"/>
                  <a:pt x="466" y="137"/>
                </a:cubicBezTo>
                <a:cubicBezTo>
                  <a:pt x="470" y="142"/>
                  <a:pt x="469" y="150"/>
                  <a:pt x="463" y="154"/>
                </a:cubicBezTo>
                <a:cubicBezTo>
                  <a:pt x="446" y="166"/>
                  <a:pt x="446" y="166"/>
                  <a:pt x="446" y="166"/>
                </a:cubicBezTo>
                <a:cubicBezTo>
                  <a:pt x="443" y="168"/>
                  <a:pt x="439" y="171"/>
                  <a:pt x="436" y="174"/>
                </a:cubicBezTo>
                <a:cubicBezTo>
                  <a:pt x="434" y="175"/>
                  <a:pt x="432" y="177"/>
                  <a:pt x="430" y="178"/>
                </a:cubicBezTo>
                <a:cubicBezTo>
                  <a:pt x="414" y="191"/>
                  <a:pt x="414" y="191"/>
                  <a:pt x="414" y="191"/>
                </a:cubicBezTo>
                <a:cubicBezTo>
                  <a:pt x="398" y="205"/>
                  <a:pt x="398" y="205"/>
                  <a:pt x="398" y="205"/>
                </a:cubicBezTo>
                <a:cubicBezTo>
                  <a:pt x="396" y="206"/>
                  <a:pt x="395" y="208"/>
                  <a:pt x="393" y="209"/>
                </a:cubicBezTo>
                <a:cubicBezTo>
                  <a:pt x="389" y="212"/>
                  <a:pt x="386" y="215"/>
                  <a:pt x="383" y="218"/>
                </a:cubicBezTo>
                <a:cubicBezTo>
                  <a:pt x="354" y="246"/>
                  <a:pt x="354" y="246"/>
                  <a:pt x="354" y="246"/>
                </a:cubicBezTo>
                <a:cubicBezTo>
                  <a:pt x="300" y="299"/>
                  <a:pt x="300" y="299"/>
                  <a:pt x="300" y="299"/>
                </a:cubicBezTo>
                <a:cubicBezTo>
                  <a:pt x="300" y="299"/>
                  <a:pt x="300" y="299"/>
                  <a:pt x="300" y="299"/>
                </a:cubicBezTo>
                <a:cubicBezTo>
                  <a:pt x="239" y="360"/>
                  <a:pt x="239" y="360"/>
                  <a:pt x="239" y="360"/>
                </a:cubicBezTo>
                <a:cubicBezTo>
                  <a:pt x="220" y="379"/>
                  <a:pt x="202" y="400"/>
                  <a:pt x="185" y="422"/>
                </a:cubicBezTo>
                <a:cubicBezTo>
                  <a:pt x="182" y="425"/>
                  <a:pt x="179" y="426"/>
                  <a:pt x="175" y="426"/>
                </a:cubicBezTo>
                <a:close/>
                <a:moveTo>
                  <a:pt x="1447" y="291"/>
                </a:moveTo>
                <a:cubicBezTo>
                  <a:pt x="1443" y="291"/>
                  <a:pt x="1440" y="290"/>
                  <a:pt x="1438" y="287"/>
                </a:cubicBezTo>
                <a:cubicBezTo>
                  <a:pt x="1414" y="263"/>
                  <a:pt x="1414" y="263"/>
                  <a:pt x="1414" y="263"/>
                </a:cubicBezTo>
                <a:cubicBezTo>
                  <a:pt x="1409" y="258"/>
                  <a:pt x="1409" y="250"/>
                  <a:pt x="1414" y="245"/>
                </a:cubicBezTo>
                <a:cubicBezTo>
                  <a:pt x="1419" y="240"/>
                  <a:pt x="1427" y="240"/>
                  <a:pt x="1432" y="245"/>
                </a:cubicBezTo>
                <a:cubicBezTo>
                  <a:pt x="1456" y="269"/>
                  <a:pt x="1456" y="269"/>
                  <a:pt x="1456" y="269"/>
                </a:cubicBezTo>
                <a:cubicBezTo>
                  <a:pt x="1461" y="274"/>
                  <a:pt x="1461" y="282"/>
                  <a:pt x="1456" y="287"/>
                </a:cubicBezTo>
                <a:cubicBezTo>
                  <a:pt x="1453" y="290"/>
                  <a:pt x="1450" y="291"/>
                  <a:pt x="1447" y="291"/>
                </a:cubicBezTo>
                <a:close/>
                <a:moveTo>
                  <a:pt x="1393" y="237"/>
                </a:moveTo>
                <a:cubicBezTo>
                  <a:pt x="1389" y="237"/>
                  <a:pt x="1386" y="236"/>
                  <a:pt x="1384" y="234"/>
                </a:cubicBezTo>
                <a:cubicBezTo>
                  <a:pt x="1377" y="227"/>
                  <a:pt x="1377" y="227"/>
                  <a:pt x="1377" y="227"/>
                </a:cubicBezTo>
                <a:cubicBezTo>
                  <a:pt x="1337" y="189"/>
                  <a:pt x="1293" y="156"/>
                  <a:pt x="1246" y="128"/>
                </a:cubicBezTo>
                <a:cubicBezTo>
                  <a:pt x="1234" y="121"/>
                  <a:pt x="1221" y="114"/>
                  <a:pt x="1208" y="107"/>
                </a:cubicBezTo>
                <a:cubicBezTo>
                  <a:pt x="1208" y="107"/>
                  <a:pt x="1208" y="107"/>
                  <a:pt x="1208" y="107"/>
                </a:cubicBezTo>
                <a:cubicBezTo>
                  <a:pt x="1172" y="89"/>
                  <a:pt x="1134" y="73"/>
                  <a:pt x="1095" y="61"/>
                </a:cubicBezTo>
                <a:cubicBezTo>
                  <a:pt x="1085" y="58"/>
                  <a:pt x="1076" y="55"/>
                  <a:pt x="1065" y="52"/>
                </a:cubicBezTo>
                <a:cubicBezTo>
                  <a:pt x="1062" y="51"/>
                  <a:pt x="1059" y="51"/>
                  <a:pt x="1055" y="50"/>
                </a:cubicBezTo>
                <a:cubicBezTo>
                  <a:pt x="1054" y="49"/>
                  <a:pt x="1053" y="49"/>
                  <a:pt x="1052" y="49"/>
                </a:cubicBezTo>
                <a:cubicBezTo>
                  <a:pt x="1046" y="47"/>
                  <a:pt x="1042" y="40"/>
                  <a:pt x="1043" y="33"/>
                </a:cubicBezTo>
                <a:cubicBezTo>
                  <a:pt x="1045" y="26"/>
                  <a:pt x="1052" y="22"/>
                  <a:pt x="1059" y="24"/>
                </a:cubicBezTo>
                <a:cubicBezTo>
                  <a:pt x="1060" y="24"/>
                  <a:pt x="1061" y="25"/>
                  <a:pt x="1062" y="25"/>
                </a:cubicBezTo>
                <a:cubicBezTo>
                  <a:pt x="1065" y="26"/>
                  <a:pt x="1069" y="27"/>
                  <a:pt x="1072" y="28"/>
                </a:cubicBezTo>
                <a:cubicBezTo>
                  <a:pt x="1082" y="30"/>
                  <a:pt x="1093" y="33"/>
                  <a:pt x="1103" y="37"/>
                </a:cubicBezTo>
                <a:cubicBezTo>
                  <a:pt x="1143" y="49"/>
                  <a:pt x="1182" y="66"/>
                  <a:pt x="1220" y="85"/>
                </a:cubicBezTo>
                <a:cubicBezTo>
                  <a:pt x="1233" y="91"/>
                  <a:pt x="1246" y="99"/>
                  <a:pt x="1259" y="106"/>
                </a:cubicBezTo>
                <a:cubicBezTo>
                  <a:pt x="1308" y="135"/>
                  <a:pt x="1353" y="170"/>
                  <a:pt x="1395" y="209"/>
                </a:cubicBezTo>
                <a:cubicBezTo>
                  <a:pt x="1401" y="215"/>
                  <a:pt x="1401" y="215"/>
                  <a:pt x="1401" y="215"/>
                </a:cubicBezTo>
                <a:cubicBezTo>
                  <a:pt x="1406" y="220"/>
                  <a:pt x="1407" y="228"/>
                  <a:pt x="1402" y="233"/>
                </a:cubicBezTo>
                <a:cubicBezTo>
                  <a:pt x="1399" y="236"/>
                  <a:pt x="1396" y="237"/>
                  <a:pt x="1393" y="237"/>
                </a:cubicBezTo>
                <a:close/>
                <a:moveTo>
                  <a:pt x="491" y="134"/>
                </a:moveTo>
                <a:cubicBezTo>
                  <a:pt x="487" y="134"/>
                  <a:pt x="483" y="131"/>
                  <a:pt x="481" y="127"/>
                </a:cubicBezTo>
                <a:cubicBezTo>
                  <a:pt x="477" y="121"/>
                  <a:pt x="479" y="114"/>
                  <a:pt x="485" y="110"/>
                </a:cubicBezTo>
                <a:cubicBezTo>
                  <a:pt x="495" y="104"/>
                  <a:pt x="505" y="98"/>
                  <a:pt x="515" y="93"/>
                </a:cubicBezTo>
                <a:cubicBezTo>
                  <a:pt x="521" y="89"/>
                  <a:pt x="529" y="92"/>
                  <a:pt x="532" y="98"/>
                </a:cubicBezTo>
                <a:cubicBezTo>
                  <a:pt x="535" y="104"/>
                  <a:pt x="533" y="112"/>
                  <a:pt x="527" y="115"/>
                </a:cubicBezTo>
                <a:cubicBezTo>
                  <a:pt x="517" y="120"/>
                  <a:pt x="507" y="126"/>
                  <a:pt x="498" y="132"/>
                </a:cubicBezTo>
                <a:cubicBezTo>
                  <a:pt x="496" y="133"/>
                  <a:pt x="494" y="134"/>
                  <a:pt x="491" y="134"/>
                </a:cubicBezTo>
                <a:close/>
                <a:moveTo>
                  <a:pt x="559" y="98"/>
                </a:moveTo>
                <a:cubicBezTo>
                  <a:pt x="554" y="98"/>
                  <a:pt x="549" y="95"/>
                  <a:pt x="547" y="90"/>
                </a:cubicBezTo>
                <a:cubicBezTo>
                  <a:pt x="544" y="84"/>
                  <a:pt x="547" y="76"/>
                  <a:pt x="553" y="73"/>
                </a:cubicBezTo>
                <a:cubicBezTo>
                  <a:pt x="605" y="49"/>
                  <a:pt x="660" y="31"/>
                  <a:pt x="717" y="18"/>
                </a:cubicBezTo>
                <a:cubicBezTo>
                  <a:pt x="733" y="15"/>
                  <a:pt x="749" y="12"/>
                  <a:pt x="765" y="10"/>
                </a:cubicBezTo>
                <a:cubicBezTo>
                  <a:pt x="821" y="1"/>
                  <a:pt x="878" y="0"/>
                  <a:pt x="935" y="4"/>
                </a:cubicBezTo>
                <a:cubicBezTo>
                  <a:pt x="940" y="4"/>
                  <a:pt x="940" y="4"/>
                  <a:pt x="940" y="4"/>
                </a:cubicBezTo>
                <a:cubicBezTo>
                  <a:pt x="947" y="5"/>
                  <a:pt x="952" y="11"/>
                  <a:pt x="951" y="18"/>
                </a:cubicBezTo>
                <a:cubicBezTo>
                  <a:pt x="951" y="25"/>
                  <a:pt x="945" y="30"/>
                  <a:pt x="938" y="30"/>
                </a:cubicBezTo>
                <a:cubicBezTo>
                  <a:pt x="933" y="29"/>
                  <a:pt x="933" y="29"/>
                  <a:pt x="933" y="29"/>
                </a:cubicBezTo>
                <a:cubicBezTo>
                  <a:pt x="878" y="25"/>
                  <a:pt x="822" y="27"/>
                  <a:pt x="769" y="35"/>
                </a:cubicBezTo>
                <a:cubicBezTo>
                  <a:pt x="753" y="37"/>
                  <a:pt x="737" y="40"/>
                  <a:pt x="722" y="43"/>
                </a:cubicBezTo>
                <a:cubicBezTo>
                  <a:pt x="667" y="55"/>
                  <a:pt x="614" y="73"/>
                  <a:pt x="564" y="96"/>
                </a:cubicBezTo>
                <a:cubicBezTo>
                  <a:pt x="562" y="97"/>
                  <a:pt x="561" y="98"/>
                  <a:pt x="559" y="98"/>
                </a:cubicBezTo>
                <a:close/>
                <a:moveTo>
                  <a:pt x="1014" y="40"/>
                </a:moveTo>
                <a:cubicBezTo>
                  <a:pt x="1014" y="40"/>
                  <a:pt x="1013" y="40"/>
                  <a:pt x="1012" y="40"/>
                </a:cubicBezTo>
                <a:cubicBezTo>
                  <a:pt x="995" y="37"/>
                  <a:pt x="995" y="37"/>
                  <a:pt x="995" y="37"/>
                </a:cubicBezTo>
                <a:cubicBezTo>
                  <a:pt x="993" y="37"/>
                  <a:pt x="990" y="36"/>
                  <a:pt x="988" y="36"/>
                </a:cubicBezTo>
                <a:cubicBezTo>
                  <a:pt x="985" y="35"/>
                  <a:pt x="982" y="35"/>
                  <a:pt x="979" y="34"/>
                </a:cubicBezTo>
                <a:cubicBezTo>
                  <a:pt x="972" y="33"/>
                  <a:pt x="967" y="27"/>
                  <a:pt x="968" y="20"/>
                </a:cubicBezTo>
                <a:cubicBezTo>
                  <a:pt x="969" y="13"/>
                  <a:pt x="976" y="8"/>
                  <a:pt x="983" y="9"/>
                </a:cubicBezTo>
                <a:cubicBezTo>
                  <a:pt x="986" y="10"/>
                  <a:pt x="989" y="10"/>
                  <a:pt x="992" y="11"/>
                </a:cubicBezTo>
                <a:cubicBezTo>
                  <a:pt x="994" y="11"/>
                  <a:pt x="997" y="12"/>
                  <a:pt x="999" y="12"/>
                </a:cubicBezTo>
                <a:cubicBezTo>
                  <a:pt x="1016" y="15"/>
                  <a:pt x="1016" y="15"/>
                  <a:pt x="1016" y="15"/>
                </a:cubicBezTo>
                <a:cubicBezTo>
                  <a:pt x="1023" y="16"/>
                  <a:pt x="1028" y="23"/>
                  <a:pt x="1027" y="30"/>
                </a:cubicBezTo>
                <a:cubicBezTo>
                  <a:pt x="1026" y="36"/>
                  <a:pt x="1020" y="40"/>
                  <a:pt x="1014" y="40"/>
                </a:cubicBezTo>
                <a:close/>
              </a:path>
            </a:pathLst>
          </a:custGeom>
          <a:solidFill>
            <a:srgbClr val="377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79" name="Freeform 39">
            <a:extLst>
              <a:ext uri="{FF2B5EF4-FFF2-40B4-BE49-F238E27FC236}">
                <a16:creationId xmlns:a16="http://schemas.microsoft.com/office/drawing/2014/main" id="{D63C786E-7360-4FBD-A78C-7F17E41CEB3B}"/>
              </a:ext>
            </a:extLst>
          </p:cNvPr>
          <p:cNvSpPr>
            <a:spLocks noEditPoints="1"/>
          </p:cNvSpPr>
          <p:nvPr/>
        </p:nvSpPr>
        <p:spPr bwMode="auto">
          <a:xfrm>
            <a:off x="1900436" y="1992023"/>
            <a:ext cx="2870461" cy="2872208"/>
          </a:xfrm>
          <a:custGeom>
            <a:avLst/>
            <a:gdLst>
              <a:gd name="T0" fmla="*/ 564 w 1642"/>
              <a:gd name="T1" fmla="*/ 1566 h 1643"/>
              <a:gd name="T2" fmla="*/ 904 w 1642"/>
              <a:gd name="T3" fmla="*/ 1625 h 1643"/>
              <a:gd name="T4" fmla="*/ 923 w 1642"/>
              <a:gd name="T5" fmla="*/ 1613 h 1643"/>
              <a:gd name="T6" fmla="*/ 934 w 1642"/>
              <a:gd name="T7" fmla="*/ 1633 h 1643"/>
              <a:gd name="T8" fmla="*/ 1060 w 1642"/>
              <a:gd name="T9" fmla="*/ 1574 h 1643"/>
              <a:gd name="T10" fmla="*/ 1164 w 1642"/>
              <a:gd name="T11" fmla="*/ 1524 h 1643"/>
              <a:gd name="T12" fmla="*/ 1283 w 1642"/>
              <a:gd name="T13" fmla="*/ 1469 h 1643"/>
              <a:gd name="T14" fmla="*/ 1176 w 1642"/>
              <a:gd name="T15" fmla="*/ 1546 h 1643"/>
              <a:gd name="T16" fmla="*/ 1069 w 1642"/>
              <a:gd name="T17" fmla="*/ 1597 h 1643"/>
              <a:gd name="T18" fmla="*/ 515 w 1642"/>
              <a:gd name="T19" fmla="*/ 1572 h 1643"/>
              <a:gd name="T20" fmla="*/ 477 w 1642"/>
              <a:gd name="T21" fmla="*/ 1552 h 1643"/>
              <a:gd name="T22" fmla="*/ 385 w 1642"/>
              <a:gd name="T23" fmla="*/ 1491 h 1643"/>
              <a:gd name="T24" fmla="*/ 340 w 1642"/>
              <a:gd name="T25" fmla="*/ 1452 h 1643"/>
              <a:gd name="T26" fmla="*/ 236 w 1642"/>
              <a:gd name="T27" fmla="*/ 1312 h 1643"/>
              <a:gd name="T28" fmla="*/ 393 w 1642"/>
              <a:gd name="T29" fmla="*/ 1465 h 1643"/>
              <a:gd name="T30" fmla="*/ 419 w 1642"/>
              <a:gd name="T31" fmla="*/ 1485 h 1643"/>
              <a:gd name="T32" fmla="*/ 483 w 1642"/>
              <a:gd name="T33" fmla="*/ 1554 h 1643"/>
              <a:gd name="T34" fmla="*/ 1314 w 1642"/>
              <a:gd name="T35" fmla="*/ 1440 h 1643"/>
              <a:gd name="T36" fmla="*/ 1412 w 1642"/>
              <a:gd name="T37" fmla="*/ 1342 h 1643"/>
              <a:gd name="T38" fmla="*/ 206 w 1642"/>
              <a:gd name="T39" fmla="*/ 1281 h 1643"/>
              <a:gd name="T40" fmla="*/ 1443 w 1642"/>
              <a:gd name="T41" fmla="*/ 1274 h 1643"/>
              <a:gd name="T42" fmla="*/ 1462 w 1642"/>
              <a:gd name="T43" fmla="*/ 1291 h 1643"/>
              <a:gd name="T44" fmla="*/ 123 w 1642"/>
              <a:gd name="T45" fmla="*/ 1218 h 1643"/>
              <a:gd name="T46" fmla="*/ 15 w 1642"/>
              <a:gd name="T47" fmla="*/ 947 h 1643"/>
              <a:gd name="T48" fmla="*/ 143 w 1642"/>
              <a:gd name="T49" fmla="*/ 1202 h 1643"/>
              <a:gd name="T50" fmla="*/ 1522 w 1642"/>
              <a:gd name="T51" fmla="*/ 1191 h 1643"/>
              <a:gd name="T52" fmla="*/ 1549 w 1642"/>
              <a:gd name="T53" fmla="*/ 1156 h 1643"/>
              <a:gd name="T54" fmla="*/ 1616 w 1642"/>
              <a:gd name="T55" fmla="*/ 817 h 1643"/>
              <a:gd name="T56" fmla="*/ 1637 w 1642"/>
              <a:gd name="T57" fmla="*/ 903 h 1643"/>
              <a:gd name="T58" fmla="*/ 9 w 1642"/>
              <a:gd name="T59" fmla="*/ 905 h 1643"/>
              <a:gd name="T60" fmla="*/ 2 w 1642"/>
              <a:gd name="T61" fmla="*/ 871 h 1643"/>
              <a:gd name="T62" fmla="*/ 73 w 1642"/>
              <a:gd name="T63" fmla="*/ 527 h 1643"/>
              <a:gd name="T64" fmla="*/ 16 w 1642"/>
              <a:gd name="T65" fmla="*/ 883 h 1643"/>
              <a:gd name="T66" fmla="*/ 1628 w 1642"/>
              <a:gd name="T67" fmla="*/ 787 h 1643"/>
              <a:gd name="T68" fmla="*/ 1492 w 1642"/>
              <a:gd name="T69" fmla="*/ 409 h 1643"/>
              <a:gd name="T70" fmla="*/ 1631 w 1642"/>
              <a:gd name="T71" fmla="*/ 701 h 1643"/>
              <a:gd name="T72" fmla="*/ 81 w 1642"/>
              <a:gd name="T73" fmla="*/ 495 h 1643"/>
              <a:gd name="T74" fmla="*/ 113 w 1642"/>
              <a:gd name="T75" fmla="*/ 477 h 1643"/>
              <a:gd name="T76" fmla="*/ 327 w 1642"/>
              <a:gd name="T77" fmla="*/ 204 h 1643"/>
              <a:gd name="T78" fmla="*/ 338 w 1642"/>
              <a:gd name="T79" fmla="*/ 229 h 1643"/>
              <a:gd name="T80" fmla="*/ 1464 w 1642"/>
              <a:gd name="T81" fmla="*/ 394 h 1643"/>
              <a:gd name="T82" fmla="*/ 1446 w 1642"/>
              <a:gd name="T83" fmla="*/ 367 h 1643"/>
              <a:gd name="T84" fmla="*/ 1257 w 1642"/>
              <a:gd name="T85" fmla="*/ 185 h 1643"/>
              <a:gd name="T86" fmla="*/ 1273 w 1642"/>
              <a:gd name="T87" fmla="*/ 166 h 1643"/>
              <a:gd name="T88" fmla="*/ 1455 w 1642"/>
              <a:gd name="T89" fmla="*/ 363 h 1643"/>
              <a:gd name="T90" fmla="*/ 361 w 1642"/>
              <a:gd name="T91" fmla="*/ 173 h 1643"/>
              <a:gd name="T92" fmla="*/ 391 w 1642"/>
              <a:gd name="T93" fmla="*/ 164 h 1643"/>
              <a:gd name="T94" fmla="*/ 465 w 1642"/>
              <a:gd name="T95" fmla="*/ 97 h 1643"/>
              <a:gd name="T96" fmla="*/ 478 w 1642"/>
              <a:gd name="T97" fmla="*/ 119 h 1643"/>
              <a:gd name="T98" fmla="*/ 1161 w 1642"/>
              <a:gd name="T99" fmla="*/ 115 h 1643"/>
              <a:gd name="T100" fmla="*/ 1172 w 1642"/>
              <a:gd name="T101" fmla="*/ 109 h 1643"/>
              <a:gd name="T102" fmla="*/ 988 w 1642"/>
              <a:gd name="T103" fmla="*/ 47 h 1643"/>
              <a:gd name="T104" fmla="*/ 914 w 1642"/>
              <a:gd name="T105" fmla="*/ 32 h 1643"/>
              <a:gd name="T106" fmla="*/ 782 w 1642"/>
              <a:gd name="T107" fmla="*/ 14 h 1643"/>
              <a:gd name="T108" fmla="*/ 917 w 1642"/>
              <a:gd name="T109" fmla="*/ 7 h 1643"/>
              <a:gd name="T110" fmla="*/ 994 w 1642"/>
              <a:gd name="T111" fmla="*/ 22 h 1643"/>
              <a:gd name="T112" fmla="*/ 1123 w 1642"/>
              <a:gd name="T113" fmla="*/ 96 h 1643"/>
              <a:gd name="T114" fmla="*/ 753 w 1642"/>
              <a:gd name="T115" fmla="*/ 29 h 16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42" h="1643">
                <a:moveTo>
                  <a:pt x="822" y="1643"/>
                </a:moveTo>
                <a:cubicBezTo>
                  <a:pt x="817" y="1643"/>
                  <a:pt x="812" y="1642"/>
                  <a:pt x="807" y="1642"/>
                </a:cubicBezTo>
                <a:cubicBezTo>
                  <a:pt x="726" y="1641"/>
                  <a:pt x="648" y="1626"/>
                  <a:pt x="574" y="1598"/>
                </a:cubicBezTo>
                <a:cubicBezTo>
                  <a:pt x="568" y="1595"/>
                  <a:pt x="561" y="1593"/>
                  <a:pt x="554" y="1590"/>
                </a:cubicBezTo>
                <a:cubicBezTo>
                  <a:pt x="548" y="1587"/>
                  <a:pt x="545" y="1580"/>
                  <a:pt x="547" y="1573"/>
                </a:cubicBezTo>
                <a:cubicBezTo>
                  <a:pt x="549" y="1569"/>
                  <a:pt x="554" y="1565"/>
                  <a:pt x="559" y="1565"/>
                </a:cubicBezTo>
                <a:cubicBezTo>
                  <a:pt x="561" y="1565"/>
                  <a:pt x="562" y="1566"/>
                  <a:pt x="564" y="1566"/>
                </a:cubicBezTo>
                <a:cubicBezTo>
                  <a:pt x="570" y="1569"/>
                  <a:pt x="577" y="1572"/>
                  <a:pt x="583" y="1574"/>
                </a:cubicBezTo>
                <a:cubicBezTo>
                  <a:pt x="654" y="1601"/>
                  <a:pt x="729" y="1615"/>
                  <a:pt x="807" y="1617"/>
                </a:cubicBezTo>
                <a:cubicBezTo>
                  <a:pt x="807" y="1617"/>
                  <a:pt x="807" y="1617"/>
                  <a:pt x="808" y="1617"/>
                </a:cubicBezTo>
                <a:cubicBezTo>
                  <a:pt x="812" y="1617"/>
                  <a:pt x="817" y="1617"/>
                  <a:pt x="822" y="1617"/>
                </a:cubicBezTo>
                <a:cubicBezTo>
                  <a:pt x="842" y="1617"/>
                  <a:pt x="863" y="1616"/>
                  <a:pt x="884" y="1614"/>
                </a:cubicBezTo>
                <a:cubicBezTo>
                  <a:pt x="886" y="1614"/>
                  <a:pt x="888" y="1614"/>
                  <a:pt x="890" y="1614"/>
                </a:cubicBezTo>
                <a:cubicBezTo>
                  <a:pt x="897" y="1613"/>
                  <a:pt x="904" y="1618"/>
                  <a:pt x="904" y="1625"/>
                </a:cubicBezTo>
                <a:cubicBezTo>
                  <a:pt x="905" y="1632"/>
                  <a:pt x="900" y="1638"/>
                  <a:pt x="893" y="1639"/>
                </a:cubicBezTo>
                <a:cubicBezTo>
                  <a:pt x="892" y="1639"/>
                  <a:pt x="892" y="1639"/>
                  <a:pt x="892" y="1639"/>
                </a:cubicBezTo>
                <a:cubicBezTo>
                  <a:pt x="890" y="1639"/>
                  <a:pt x="888" y="1639"/>
                  <a:pt x="886" y="1640"/>
                </a:cubicBezTo>
                <a:cubicBezTo>
                  <a:pt x="865" y="1642"/>
                  <a:pt x="843" y="1643"/>
                  <a:pt x="822" y="1643"/>
                </a:cubicBezTo>
                <a:close/>
                <a:moveTo>
                  <a:pt x="934" y="1633"/>
                </a:moveTo>
                <a:cubicBezTo>
                  <a:pt x="927" y="1633"/>
                  <a:pt x="922" y="1629"/>
                  <a:pt x="921" y="1623"/>
                </a:cubicBezTo>
                <a:cubicBezTo>
                  <a:pt x="921" y="1619"/>
                  <a:pt x="921" y="1616"/>
                  <a:pt x="923" y="1613"/>
                </a:cubicBezTo>
                <a:cubicBezTo>
                  <a:pt x="925" y="1610"/>
                  <a:pt x="928" y="1609"/>
                  <a:pt x="932" y="1608"/>
                </a:cubicBezTo>
                <a:cubicBezTo>
                  <a:pt x="938" y="1607"/>
                  <a:pt x="945" y="1612"/>
                  <a:pt x="946" y="1619"/>
                </a:cubicBezTo>
                <a:cubicBezTo>
                  <a:pt x="947" y="1622"/>
                  <a:pt x="946" y="1625"/>
                  <a:pt x="944" y="1628"/>
                </a:cubicBezTo>
                <a:cubicBezTo>
                  <a:pt x="942" y="1631"/>
                  <a:pt x="939" y="1633"/>
                  <a:pt x="936" y="1633"/>
                </a:cubicBezTo>
                <a:cubicBezTo>
                  <a:pt x="935" y="1633"/>
                  <a:pt x="935" y="1633"/>
                  <a:pt x="935" y="1633"/>
                </a:cubicBezTo>
                <a:cubicBezTo>
                  <a:pt x="935" y="1633"/>
                  <a:pt x="935" y="1633"/>
                  <a:pt x="935" y="1633"/>
                </a:cubicBezTo>
                <a:cubicBezTo>
                  <a:pt x="935" y="1633"/>
                  <a:pt x="934" y="1633"/>
                  <a:pt x="934" y="1633"/>
                </a:cubicBezTo>
                <a:close/>
                <a:moveTo>
                  <a:pt x="975" y="1625"/>
                </a:moveTo>
                <a:cubicBezTo>
                  <a:pt x="969" y="1625"/>
                  <a:pt x="964" y="1621"/>
                  <a:pt x="963" y="1615"/>
                </a:cubicBezTo>
                <a:cubicBezTo>
                  <a:pt x="962" y="1612"/>
                  <a:pt x="963" y="1609"/>
                  <a:pt x="964" y="1606"/>
                </a:cubicBezTo>
                <a:cubicBezTo>
                  <a:pt x="966" y="1603"/>
                  <a:pt x="969" y="1601"/>
                  <a:pt x="972" y="1600"/>
                </a:cubicBezTo>
                <a:cubicBezTo>
                  <a:pt x="993" y="1595"/>
                  <a:pt x="1013" y="1590"/>
                  <a:pt x="1033" y="1583"/>
                </a:cubicBezTo>
                <a:cubicBezTo>
                  <a:pt x="1033" y="1583"/>
                  <a:pt x="1033" y="1583"/>
                  <a:pt x="1033" y="1583"/>
                </a:cubicBezTo>
                <a:cubicBezTo>
                  <a:pt x="1042" y="1580"/>
                  <a:pt x="1051" y="1577"/>
                  <a:pt x="1060" y="1574"/>
                </a:cubicBezTo>
                <a:cubicBezTo>
                  <a:pt x="1063" y="1572"/>
                  <a:pt x="1066" y="1571"/>
                  <a:pt x="1069" y="1570"/>
                </a:cubicBezTo>
                <a:cubicBezTo>
                  <a:pt x="1069" y="1570"/>
                  <a:pt x="1069" y="1570"/>
                  <a:pt x="1069" y="1570"/>
                </a:cubicBezTo>
                <a:cubicBezTo>
                  <a:pt x="1074" y="1568"/>
                  <a:pt x="1079" y="1566"/>
                  <a:pt x="1083" y="1564"/>
                </a:cubicBezTo>
                <a:cubicBezTo>
                  <a:pt x="1084" y="1564"/>
                  <a:pt x="1086" y="1563"/>
                  <a:pt x="1087" y="1563"/>
                </a:cubicBezTo>
                <a:cubicBezTo>
                  <a:pt x="1107" y="1554"/>
                  <a:pt x="1107" y="1554"/>
                  <a:pt x="1107" y="1554"/>
                </a:cubicBezTo>
                <a:cubicBezTo>
                  <a:pt x="1117" y="1549"/>
                  <a:pt x="1128" y="1544"/>
                  <a:pt x="1138" y="1538"/>
                </a:cubicBezTo>
                <a:cubicBezTo>
                  <a:pt x="1164" y="1524"/>
                  <a:pt x="1164" y="1524"/>
                  <a:pt x="1164" y="1524"/>
                </a:cubicBezTo>
                <a:cubicBezTo>
                  <a:pt x="1165" y="1523"/>
                  <a:pt x="1167" y="1522"/>
                  <a:pt x="1169" y="1521"/>
                </a:cubicBezTo>
                <a:cubicBezTo>
                  <a:pt x="1170" y="1520"/>
                  <a:pt x="1171" y="1520"/>
                  <a:pt x="1172" y="1519"/>
                </a:cubicBezTo>
                <a:cubicBezTo>
                  <a:pt x="1181" y="1513"/>
                  <a:pt x="1191" y="1507"/>
                  <a:pt x="1200" y="1501"/>
                </a:cubicBezTo>
                <a:cubicBezTo>
                  <a:pt x="1223" y="1485"/>
                  <a:pt x="1245" y="1468"/>
                  <a:pt x="1266" y="1450"/>
                </a:cubicBezTo>
                <a:cubicBezTo>
                  <a:pt x="1271" y="1445"/>
                  <a:pt x="1280" y="1446"/>
                  <a:pt x="1284" y="1451"/>
                </a:cubicBezTo>
                <a:cubicBezTo>
                  <a:pt x="1286" y="1454"/>
                  <a:pt x="1287" y="1457"/>
                  <a:pt x="1287" y="1460"/>
                </a:cubicBezTo>
                <a:cubicBezTo>
                  <a:pt x="1287" y="1464"/>
                  <a:pt x="1285" y="1467"/>
                  <a:pt x="1283" y="1469"/>
                </a:cubicBezTo>
                <a:cubicBezTo>
                  <a:pt x="1261" y="1488"/>
                  <a:pt x="1238" y="1506"/>
                  <a:pt x="1215" y="1522"/>
                </a:cubicBezTo>
                <a:cubicBezTo>
                  <a:pt x="1214" y="1522"/>
                  <a:pt x="1214" y="1522"/>
                  <a:pt x="1214" y="1522"/>
                </a:cubicBezTo>
                <a:cubicBezTo>
                  <a:pt x="1214" y="1522"/>
                  <a:pt x="1214" y="1522"/>
                  <a:pt x="1214" y="1522"/>
                </a:cubicBezTo>
                <a:cubicBezTo>
                  <a:pt x="1205" y="1529"/>
                  <a:pt x="1195" y="1535"/>
                  <a:pt x="1185" y="1541"/>
                </a:cubicBezTo>
                <a:cubicBezTo>
                  <a:pt x="1184" y="1541"/>
                  <a:pt x="1183" y="1542"/>
                  <a:pt x="1182" y="1543"/>
                </a:cubicBezTo>
                <a:cubicBezTo>
                  <a:pt x="1180" y="1544"/>
                  <a:pt x="1179" y="1545"/>
                  <a:pt x="1176" y="1546"/>
                </a:cubicBezTo>
                <a:cubicBezTo>
                  <a:pt x="1176" y="1546"/>
                  <a:pt x="1176" y="1546"/>
                  <a:pt x="1176" y="1546"/>
                </a:cubicBezTo>
                <a:cubicBezTo>
                  <a:pt x="1150" y="1561"/>
                  <a:pt x="1150" y="1561"/>
                  <a:pt x="1150" y="1561"/>
                </a:cubicBezTo>
                <a:cubicBezTo>
                  <a:pt x="1140" y="1566"/>
                  <a:pt x="1129" y="1572"/>
                  <a:pt x="1118" y="1577"/>
                </a:cubicBezTo>
                <a:cubicBezTo>
                  <a:pt x="1115" y="1578"/>
                  <a:pt x="1115" y="1578"/>
                  <a:pt x="1115" y="1578"/>
                </a:cubicBezTo>
                <a:cubicBezTo>
                  <a:pt x="1097" y="1586"/>
                  <a:pt x="1097" y="1586"/>
                  <a:pt x="1097" y="1586"/>
                </a:cubicBezTo>
                <a:cubicBezTo>
                  <a:pt x="1096" y="1587"/>
                  <a:pt x="1094" y="1587"/>
                  <a:pt x="1093" y="1588"/>
                </a:cubicBezTo>
                <a:cubicBezTo>
                  <a:pt x="1088" y="1590"/>
                  <a:pt x="1083" y="1592"/>
                  <a:pt x="1078" y="1594"/>
                </a:cubicBezTo>
                <a:cubicBezTo>
                  <a:pt x="1075" y="1595"/>
                  <a:pt x="1072" y="1596"/>
                  <a:pt x="1069" y="1597"/>
                </a:cubicBezTo>
                <a:cubicBezTo>
                  <a:pt x="1060" y="1601"/>
                  <a:pt x="1051" y="1604"/>
                  <a:pt x="1041" y="1607"/>
                </a:cubicBezTo>
                <a:cubicBezTo>
                  <a:pt x="1021" y="1614"/>
                  <a:pt x="1000" y="1620"/>
                  <a:pt x="980" y="1624"/>
                </a:cubicBezTo>
                <a:cubicBezTo>
                  <a:pt x="980" y="1624"/>
                  <a:pt x="980" y="1624"/>
                  <a:pt x="980" y="1624"/>
                </a:cubicBezTo>
                <a:cubicBezTo>
                  <a:pt x="978" y="1625"/>
                  <a:pt x="978" y="1625"/>
                  <a:pt x="978" y="1625"/>
                </a:cubicBezTo>
                <a:cubicBezTo>
                  <a:pt x="977" y="1625"/>
                  <a:pt x="976" y="1625"/>
                  <a:pt x="975" y="1625"/>
                </a:cubicBezTo>
                <a:close/>
                <a:moveTo>
                  <a:pt x="520" y="1574"/>
                </a:moveTo>
                <a:cubicBezTo>
                  <a:pt x="518" y="1574"/>
                  <a:pt x="517" y="1573"/>
                  <a:pt x="515" y="1572"/>
                </a:cubicBezTo>
                <a:cubicBezTo>
                  <a:pt x="508" y="1569"/>
                  <a:pt x="506" y="1562"/>
                  <a:pt x="509" y="1555"/>
                </a:cubicBezTo>
                <a:cubicBezTo>
                  <a:pt x="511" y="1551"/>
                  <a:pt x="516" y="1548"/>
                  <a:pt x="520" y="1548"/>
                </a:cubicBezTo>
                <a:cubicBezTo>
                  <a:pt x="522" y="1548"/>
                  <a:pt x="524" y="1549"/>
                  <a:pt x="526" y="1549"/>
                </a:cubicBezTo>
                <a:cubicBezTo>
                  <a:pt x="532" y="1552"/>
                  <a:pt x="535" y="1560"/>
                  <a:pt x="532" y="1566"/>
                </a:cubicBezTo>
                <a:cubicBezTo>
                  <a:pt x="530" y="1571"/>
                  <a:pt x="525" y="1574"/>
                  <a:pt x="520" y="1574"/>
                </a:cubicBezTo>
                <a:close/>
                <a:moveTo>
                  <a:pt x="483" y="1554"/>
                </a:moveTo>
                <a:cubicBezTo>
                  <a:pt x="481" y="1554"/>
                  <a:pt x="478" y="1553"/>
                  <a:pt x="477" y="1552"/>
                </a:cubicBezTo>
                <a:cubicBezTo>
                  <a:pt x="462" y="1544"/>
                  <a:pt x="447" y="1535"/>
                  <a:pt x="433" y="1526"/>
                </a:cubicBezTo>
                <a:cubicBezTo>
                  <a:pt x="433" y="1526"/>
                  <a:pt x="433" y="1526"/>
                  <a:pt x="433" y="1526"/>
                </a:cubicBezTo>
                <a:cubicBezTo>
                  <a:pt x="417" y="1514"/>
                  <a:pt x="417" y="1514"/>
                  <a:pt x="417" y="1514"/>
                </a:cubicBezTo>
                <a:cubicBezTo>
                  <a:pt x="416" y="1514"/>
                  <a:pt x="415" y="1513"/>
                  <a:pt x="413" y="1512"/>
                </a:cubicBezTo>
                <a:cubicBezTo>
                  <a:pt x="410" y="1510"/>
                  <a:pt x="407" y="1508"/>
                  <a:pt x="404" y="1505"/>
                </a:cubicBezTo>
                <a:cubicBezTo>
                  <a:pt x="402" y="1504"/>
                  <a:pt x="401" y="1503"/>
                  <a:pt x="400" y="1502"/>
                </a:cubicBezTo>
                <a:cubicBezTo>
                  <a:pt x="385" y="1491"/>
                  <a:pt x="385" y="1491"/>
                  <a:pt x="385" y="1491"/>
                </a:cubicBezTo>
                <a:cubicBezTo>
                  <a:pt x="384" y="1490"/>
                  <a:pt x="383" y="1489"/>
                  <a:pt x="382" y="1489"/>
                </a:cubicBezTo>
                <a:cubicBezTo>
                  <a:pt x="381" y="1487"/>
                  <a:pt x="379" y="1486"/>
                  <a:pt x="377" y="1484"/>
                </a:cubicBezTo>
                <a:cubicBezTo>
                  <a:pt x="377" y="1484"/>
                  <a:pt x="377" y="1484"/>
                  <a:pt x="377" y="1484"/>
                </a:cubicBezTo>
                <a:cubicBezTo>
                  <a:pt x="355" y="1465"/>
                  <a:pt x="355" y="1465"/>
                  <a:pt x="355" y="1465"/>
                </a:cubicBezTo>
                <a:cubicBezTo>
                  <a:pt x="351" y="1462"/>
                  <a:pt x="348" y="1459"/>
                  <a:pt x="345" y="1456"/>
                </a:cubicBezTo>
                <a:cubicBezTo>
                  <a:pt x="343" y="1454"/>
                  <a:pt x="342" y="1453"/>
                  <a:pt x="340" y="1452"/>
                </a:cubicBezTo>
                <a:cubicBezTo>
                  <a:pt x="340" y="1452"/>
                  <a:pt x="340" y="1452"/>
                  <a:pt x="340" y="1452"/>
                </a:cubicBezTo>
                <a:cubicBezTo>
                  <a:pt x="326" y="1438"/>
                  <a:pt x="326" y="1438"/>
                  <a:pt x="326" y="1438"/>
                </a:cubicBezTo>
                <a:cubicBezTo>
                  <a:pt x="313" y="1425"/>
                  <a:pt x="313" y="1425"/>
                  <a:pt x="313" y="1425"/>
                </a:cubicBezTo>
                <a:cubicBezTo>
                  <a:pt x="217" y="1329"/>
                  <a:pt x="217" y="1329"/>
                  <a:pt x="217" y="1329"/>
                </a:cubicBezTo>
                <a:cubicBezTo>
                  <a:pt x="217" y="1329"/>
                  <a:pt x="217" y="1329"/>
                  <a:pt x="217" y="1329"/>
                </a:cubicBezTo>
                <a:cubicBezTo>
                  <a:pt x="215" y="1327"/>
                  <a:pt x="214" y="1324"/>
                  <a:pt x="214" y="1321"/>
                </a:cubicBezTo>
                <a:cubicBezTo>
                  <a:pt x="214" y="1317"/>
                  <a:pt x="215" y="1314"/>
                  <a:pt x="218" y="1312"/>
                </a:cubicBezTo>
                <a:cubicBezTo>
                  <a:pt x="222" y="1307"/>
                  <a:pt x="231" y="1307"/>
                  <a:pt x="236" y="1312"/>
                </a:cubicBezTo>
                <a:cubicBezTo>
                  <a:pt x="344" y="1420"/>
                  <a:pt x="344" y="1420"/>
                  <a:pt x="344" y="1420"/>
                </a:cubicBezTo>
                <a:cubicBezTo>
                  <a:pt x="358" y="1433"/>
                  <a:pt x="358" y="1433"/>
                  <a:pt x="358" y="1433"/>
                </a:cubicBezTo>
                <a:cubicBezTo>
                  <a:pt x="358" y="1433"/>
                  <a:pt x="358" y="1433"/>
                  <a:pt x="358" y="1433"/>
                </a:cubicBezTo>
                <a:cubicBezTo>
                  <a:pt x="359" y="1435"/>
                  <a:pt x="361" y="1436"/>
                  <a:pt x="363" y="1438"/>
                </a:cubicBezTo>
                <a:cubicBezTo>
                  <a:pt x="366" y="1441"/>
                  <a:pt x="368" y="1443"/>
                  <a:pt x="371" y="1446"/>
                </a:cubicBezTo>
                <a:cubicBezTo>
                  <a:pt x="371" y="1446"/>
                  <a:pt x="371" y="1446"/>
                  <a:pt x="371" y="1446"/>
                </a:cubicBezTo>
                <a:cubicBezTo>
                  <a:pt x="393" y="1465"/>
                  <a:pt x="393" y="1465"/>
                  <a:pt x="393" y="1465"/>
                </a:cubicBezTo>
                <a:cubicBezTo>
                  <a:pt x="395" y="1466"/>
                  <a:pt x="396" y="1467"/>
                  <a:pt x="398" y="1468"/>
                </a:cubicBezTo>
                <a:cubicBezTo>
                  <a:pt x="399" y="1469"/>
                  <a:pt x="400" y="1470"/>
                  <a:pt x="401" y="1471"/>
                </a:cubicBezTo>
                <a:cubicBezTo>
                  <a:pt x="401" y="1471"/>
                  <a:pt x="401" y="1471"/>
                  <a:pt x="401" y="1471"/>
                </a:cubicBezTo>
                <a:cubicBezTo>
                  <a:pt x="401" y="1471"/>
                  <a:pt x="401" y="1471"/>
                  <a:pt x="401" y="1471"/>
                </a:cubicBezTo>
                <a:cubicBezTo>
                  <a:pt x="416" y="1483"/>
                  <a:pt x="416" y="1483"/>
                  <a:pt x="416" y="1483"/>
                </a:cubicBezTo>
                <a:cubicBezTo>
                  <a:pt x="417" y="1483"/>
                  <a:pt x="418" y="1484"/>
                  <a:pt x="419" y="1485"/>
                </a:cubicBezTo>
                <a:cubicBezTo>
                  <a:pt x="419" y="1485"/>
                  <a:pt x="419" y="1485"/>
                  <a:pt x="419" y="1485"/>
                </a:cubicBezTo>
                <a:cubicBezTo>
                  <a:pt x="422" y="1487"/>
                  <a:pt x="425" y="1489"/>
                  <a:pt x="429" y="1492"/>
                </a:cubicBezTo>
                <a:cubicBezTo>
                  <a:pt x="430" y="1492"/>
                  <a:pt x="430" y="1493"/>
                  <a:pt x="431" y="1494"/>
                </a:cubicBezTo>
                <a:cubicBezTo>
                  <a:pt x="447" y="1505"/>
                  <a:pt x="447" y="1505"/>
                  <a:pt x="447" y="1505"/>
                </a:cubicBezTo>
                <a:cubicBezTo>
                  <a:pt x="461" y="1514"/>
                  <a:pt x="475" y="1522"/>
                  <a:pt x="489" y="1530"/>
                </a:cubicBezTo>
                <a:cubicBezTo>
                  <a:pt x="492" y="1532"/>
                  <a:pt x="494" y="1535"/>
                  <a:pt x="495" y="1538"/>
                </a:cubicBezTo>
                <a:cubicBezTo>
                  <a:pt x="496" y="1541"/>
                  <a:pt x="496" y="1545"/>
                  <a:pt x="494" y="1548"/>
                </a:cubicBezTo>
                <a:cubicBezTo>
                  <a:pt x="492" y="1552"/>
                  <a:pt x="487" y="1554"/>
                  <a:pt x="483" y="1554"/>
                </a:cubicBezTo>
                <a:close/>
                <a:moveTo>
                  <a:pt x="1305" y="1443"/>
                </a:moveTo>
                <a:cubicBezTo>
                  <a:pt x="1302" y="1443"/>
                  <a:pt x="1299" y="1442"/>
                  <a:pt x="1296" y="1439"/>
                </a:cubicBezTo>
                <a:cubicBezTo>
                  <a:pt x="1294" y="1437"/>
                  <a:pt x="1293" y="1434"/>
                  <a:pt x="1293" y="1430"/>
                </a:cubicBezTo>
                <a:cubicBezTo>
                  <a:pt x="1293" y="1427"/>
                  <a:pt x="1294" y="1424"/>
                  <a:pt x="1297" y="1421"/>
                </a:cubicBezTo>
                <a:cubicBezTo>
                  <a:pt x="1302" y="1417"/>
                  <a:pt x="1310" y="1417"/>
                  <a:pt x="1315" y="1422"/>
                </a:cubicBezTo>
                <a:cubicBezTo>
                  <a:pt x="1317" y="1424"/>
                  <a:pt x="1318" y="1428"/>
                  <a:pt x="1318" y="1431"/>
                </a:cubicBezTo>
                <a:cubicBezTo>
                  <a:pt x="1318" y="1434"/>
                  <a:pt x="1317" y="1437"/>
                  <a:pt x="1314" y="1440"/>
                </a:cubicBezTo>
                <a:cubicBezTo>
                  <a:pt x="1312" y="1442"/>
                  <a:pt x="1309" y="1443"/>
                  <a:pt x="1305" y="1443"/>
                </a:cubicBezTo>
                <a:close/>
                <a:moveTo>
                  <a:pt x="1336" y="1413"/>
                </a:moveTo>
                <a:cubicBezTo>
                  <a:pt x="1332" y="1413"/>
                  <a:pt x="1329" y="1412"/>
                  <a:pt x="1327" y="1410"/>
                </a:cubicBezTo>
                <a:cubicBezTo>
                  <a:pt x="1322" y="1405"/>
                  <a:pt x="1322" y="1397"/>
                  <a:pt x="1327" y="1392"/>
                </a:cubicBezTo>
                <a:cubicBezTo>
                  <a:pt x="1394" y="1324"/>
                  <a:pt x="1394" y="1324"/>
                  <a:pt x="1394" y="1324"/>
                </a:cubicBezTo>
                <a:cubicBezTo>
                  <a:pt x="1399" y="1319"/>
                  <a:pt x="1408" y="1319"/>
                  <a:pt x="1412" y="1324"/>
                </a:cubicBezTo>
                <a:cubicBezTo>
                  <a:pt x="1417" y="1329"/>
                  <a:pt x="1417" y="1337"/>
                  <a:pt x="1412" y="1342"/>
                </a:cubicBezTo>
                <a:cubicBezTo>
                  <a:pt x="1345" y="1410"/>
                  <a:pt x="1345" y="1410"/>
                  <a:pt x="1345" y="1410"/>
                </a:cubicBezTo>
                <a:cubicBezTo>
                  <a:pt x="1342" y="1412"/>
                  <a:pt x="1339" y="1413"/>
                  <a:pt x="1336" y="1413"/>
                </a:cubicBezTo>
                <a:close/>
                <a:moveTo>
                  <a:pt x="197" y="1303"/>
                </a:moveTo>
                <a:cubicBezTo>
                  <a:pt x="193" y="1303"/>
                  <a:pt x="190" y="1302"/>
                  <a:pt x="188" y="1299"/>
                </a:cubicBezTo>
                <a:cubicBezTo>
                  <a:pt x="185" y="1297"/>
                  <a:pt x="184" y="1293"/>
                  <a:pt x="184" y="1290"/>
                </a:cubicBezTo>
                <a:cubicBezTo>
                  <a:pt x="184" y="1287"/>
                  <a:pt x="186" y="1283"/>
                  <a:pt x="188" y="1281"/>
                </a:cubicBezTo>
                <a:cubicBezTo>
                  <a:pt x="193" y="1276"/>
                  <a:pt x="202" y="1277"/>
                  <a:pt x="206" y="1281"/>
                </a:cubicBezTo>
                <a:cubicBezTo>
                  <a:pt x="209" y="1284"/>
                  <a:pt x="210" y="1287"/>
                  <a:pt x="210" y="1291"/>
                </a:cubicBezTo>
                <a:cubicBezTo>
                  <a:pt x="210" y="1294"/>
                  <a:pt x="208" y="1297"/>
                  <a:pt x="206" y="1299"/>
                </a:cubicBezTo>
                <a:cubicBezTo>
                  <a:pt x="203" y="1302"/>
                  <a:pt x="200" y="1303"/>
                  <a:pt x="197" y="1303"/>
                </a:cubicBezTo>
                <a:close/>
                <a:moveTo>
                  <a:pt x="1453" y="1295"/>
                </a:moveTo>
                <a:cubicBezTo>
                  <a:pt x="1449" y="1295"/>
                  <a:pt x="1446" y="1294"/>
                  <a:pt x="1444" y="1292"/>
                </a:cubicBezTo>
                <a:cubicBezTo>
                  <a:pt x="1442" y="1289"/>
                  <a:pt x="1440" y="1286"/>
                  <a:pt x="1440" y="1283"/>
                </a:cubicBezTo>
                <a:cubicBezTo>
                  <a:pt x="1440" y="1279"/>
                  <a:pt x="1441" y="1276"/>
                  <a:pt x="1443" y="1274"/>
                </a:cubicBezTo>
                <a:cubicBezTo>
                  <a:pt x="1462" y="1253"/>
                  <a:pt x="1479" y="1231"/>
                  <a:pt x="1495" y="1208"/>
                </a:cubicBezTo>
                <a:cubicBezTo>
                  <a:pt x="1497" y="1205"/>
                  <a:pt x="1501" y="1203"/>
                  <a:pt x="1505" y="1203"/>
                </a:cubicBezTo>
                <a:cubicBezTo>
                  <a:pt x="1508" y="1203"/>
                  <a:pt x="1510" y="1204"/>
                  <a:pt x="1513" y="1205"/>
                </a:cubicBezTo>
                <a:cubicBezTo>
                  <a:pt x="1515" y="1207"/>
                  <a:pt x="1517" y="1210"/>
                  <a:pt x="1518" y="1213"/>
                </a:cubicBezTo>
                <a:cubicBezTo>
                  <a:pt x="1518" y="1217"/>
                  <a:pt x="1518" y="1220"/>
                  <a:pt x="1516" y="1223"/>
                </a:cubicBezTo>
                <a:cubicBezTo>
                  <a:pt x="1499" y="1246"/>
                  <a:pt x="1481" y="1269"/>
                  <a:pt x="1462" y="1290"/>
                </a:cubicBezTo>
                <a:cubicBezTo>
                  <a:pt x="1462" y="1291"/>
                  <a:pt x="1462" y="1291"/>
                  <a:pt x="1462" y="1291"/>
                </a:cubicBezTo>
                <a:cubicBezTo>
                  <a:pt x="1460" y="1293"/>
                  <a:pt x="1456" y="1295"/>
                  <a:pt x="1453" y="1295"/>
                </a:cubicBezTo>
                <a:close/>
                <a:moveTo>
                  <a:pt x="169" y="1271"/>
                </a:moveTo>
                <a:cubicBezTo>
                  <a:pt x="165" y="1271"/>
                  <a:pt x="162" y="1269"/>
                  <a:pt x="159" y="1267"/>
                </a:cubicBezTo>
                <a:cubicBezTo>
                  <a:pt x="158" y="1265"/>
                  <a:pt x="158" y="1265"/>
                  <a:pt x="158" y="1265"/>
                </a:cubicBezTo>
                <a:cubicBezTo>
                  <a:pt x="150" y="1255"/>
                  <a:pt x="142" y="1245"/>
                  <a:pt x="134" y="1234"/>
                </a:cubicBezTo>
                <a:cubicBezTo>
                  <a:pt x="134" y="1234"/>
                  <a:pt x="134" y="1234"/>
                  <a:pt x="134" y="1234"/>
                </a:cubicBezTo>
                <a:cubicBezTo>
                  <a:pt x="123" y="1218"/>
                  <a:pt x="123" y="1218"/>
                  <a:pt x="123" y="1218"/>
                </a:cubicBezTo>
                <a:cubicBezTo>
                  <a:pt x="122" y="1217"/>
                  <a:pt x="122" y="1217"/>
                  <a:pt x="121" y="1216"/>
                </a:cubicBezTo>
                <a:cubicBezTo>
                  <a:pt x="118" y="1211"/>
                  <a:pt x="115" y="1207"/>
                  <a:pt x="112" y="1201"/>
                </a:cubicBezTo>
                <a:cubicBezTo>
                  <a:pt x="111" y="1200"/>
                  <a:pt x="110" y="1198"/>
                  <a:pt x="109" y="1196"/>
                </a:cubicBezTo>
                <a:cubicBezTo>
                  <a:pt x="82" y="1153"/>
                  <a:pt x="59" y="1107"/>
                  <a:pt x="42" y="1059"/>
                </a:cubicBezTo>
                <a:cubicBezTo>
                  <a:pt x="30" y="1027"/>
                  <a:pt x="20" y="992"/>
                  <a:pt x="14" y="957"/>
                </a:cubicBezTo>
                <a:cubicBezTo>
                  <a:pt x="14" y="957"/>
                  <a:pt x="14" y="957"/>
                  <a:pt x="14" y="957"/>
                </a:cubicBezTo>
                <a:cubicBezTo>
                  <a:pt x="13" y="953"/>
                  <a:pt x="14" y="950"/>
                  <a:pt x="15" y="947"/>
                </a:cubicBezTo>
                <a:cubicBezTo>
                  <a:pt x="17" y="944"/>
                  <a:pt x="20" y="943"/>
                  <a:pt x="24" y="942"/>
                </a:cubicBezTo>
                <a:cubicBezTo>
                  <a:pt x="30" y="941"/>
                  <a:pt x="37" y="945"/>
                  <a:pt x="39" y="952"/>
                </a:cubicBezTo>
                <a:cubicBezTo>
                  <a:pt x="45" y="986"/>
                  <a:pt x="54" y="1020"/>
                  <a:pt x="66" y="1051"/>
                </a:cubicBezTo>
                <a:cubicBezTo>
                  <a:pt x="82" y="1097"/>
                  <a:pt x="104" y="1141"/>
                  <a:pt x="130" y="1183"/>
                </a:cubicBezTo>
                <a:cubicBezTo>
                  <a:pt x="131" y="1184"/>
                  <a:pt x="132" y="1186"/>
                  <a:pt x="133" y="1188"/>
                </a:cubicBezTo>
                <a:cubicBezTo>
                  <a:pt x="133" y="1188"/>
                  <a:pt x="133" y="1188"/>
                  <a:pt x="133" y="1188"/>
                </a:cubicBezTo>
                <a:cubicBezTo>
                  <a:pt x="136" y="1193"/>
                  <a:pt x="139" y="1197"/>
                  <a:pt x="143" y="1202"/>
                </a:cubicBezTo>
                <a:cubicBezTo>
                  <a:pt x="155" y="1219"/>
                  <a:pt x="155" y="1219"/>
                  <a:pt x="155" y="1219"/>
                </a:cubicBezTo>
                <a:cubicBezTo>
                  <a:pt x="163" y="1230"/>
                  <a:pt x="171" y="1240"/>
                  <a:pt x="178" y="1249"/>
                </a:cubicBezTo>
                <a:cubicBezTo>
                  <a:pt x="179" y="1250"/>
                  <a:pt x="179" y="1250"/>
                  <a:pt x="179" y="1250"/>
                </a:cubicBezTo>
                <a:cubicBezTo>
                  <a:pt x="183" y="1255"/>
                  <a:pt x="183" y="1263"/>
                  <a:pt x="177" y="1268"/>
                </a:cubicBezTo>
                <a:cubicBezTo>
                  <a:pt x="175" y="1270"/>
                  <a:pt x="172" y="1271"/>
                  <a:pt x="169" y="1271"/>
                </a:cubicBezTo>
                <a:close/>
                <a:moveTo>
                  <a:pt x="1528" y="1193"/>
                </a:moveTo>
                <a:cubicBezTo>
                  <a:pt x="1526" y="1193"/>
                  <a:pt x="1524" y="1192"/>
                  <a:pt x="1522" y="1191"/>
                </a:cubicBezTo>
                <a:cubicBezTo>
                  <a:pt x="1516" y="1187"/>
                  <a:pt x="1514" y="1180"/>
                  <a:pt x="1518" y="1174"/>
                </a:cubicBezTo>
                <a:cubicBezTo>
                  <a:pt x="1520" y="1170"/>
                  <a:pt x="1524" y="1167"/>
                  <a:pt x="1528" y="1167"/>
                </a:cubicBezTo>
                <a:cubicBezTo>
                  <a:pt x="1531" y="1167"/>
                  <a:pt x="1533" y="1168"/>
                  <a:pt x="1535" y="1169"/>
                </a:cubicBezTo>
                <a:cubicBezTo>
                  <a:pt x="1538" y="1171"/>
                  <a:pt x="1540" y="1174"/>
                  <a:pt x="1541" y="1177"/>
                </a:cubicBezTo>
                <a:cubicBezTo>
                  <a:pt x="1542" y="1180"/>
                  <a:pt x="1541" y="1184"/>
                  <a:pt x="1539" y="1187"/>
                </a:cubicBezTo>
                <a:cubicBezTo>
                  <a:pt x="1537" y="1191"/>
                  <a:pt x="1533" y="1193"/>
                  <a:pt x="1528" y="1193"/>
                </a:cubicBezTo>
                <a:close/>
                <a:moveTo>
                  <a:pt x="1549" y="1156"/>
                </a:moveTo>
                <a:cubicBezTo>
                  <a:pt x="1547" y="1156"/>
                  <a:pt x="1545" y="1156"/>
                  <a:pt x="1543" y="1155"/>
                </a:cubicBezTo>
                <a:cubicBezTo>
                  <a:pt x="1537" y="1151"/>
                  <a:pt x="1535" y="1144"/>
                  <a:pt x="1538" y="1137"/>
                </a:cubicBezTo>
                <a:cubicBezTo>
                  <a:pt x="1560" y="1096"/>
                  <a:pt x="1577" y="1053"/>
                  <a:pt x="1590" y="1008"/>
                </a:cubicBezTo>
                <a:cubicBezTo>
                  <a:pt x="1600" y="973"/>
                  <a:pt x="1607" y="937"/>
                  <a:pt x="1612" y="900"/>
                </a:cubicBezTo>
                <a:cubicBezTo>
                  <a:pt x="1613" y="886"/>
                  <a:pt x="1614" y="872"/>
                  <a:pt x="1615" y="858"/>
                </a:cubicBezTo>
                <a:cubicBezTo>
                  <a:pt x="1616" y="846"/>
                  <a:pt x="1616" y="834"/>
                  <a:pt x="1616" y="822"/>
                </a:cubicBezTo>
                <a:cubicBezTo>
                  <a:pt x="1616" y="820"/>
                  <a:pt x="1616" y="819"/>
                  <a:pt x="1616" y="817"/>
                </a:cubicBezTo>
                <a:cubicBezTo>
                  <a:pt x="1616" y="814"/>
                  <a:pt x="1617" y="810"/>
                  <a:pt x="1620" y="808"/>
                </a:cubicBezTo>
                <a:cubicBezTo>
                  <a:pt x="1622" y="805"/>
                  <a:pt x="1625" y="804"/>
                  <a:pt x="1629" y="804"/>
                </a:cubicBezTo>
                <a:cubicBezTo>
                  <a:pt x="1629" y="804"/>
                  <a:pt x="1629" y="804"/>
                  <a:pt x="1629" y="804"/>
                </a:cubicBezTo>
                <a:cubicBezTo>
                  <a:pt x="1636" y="804"/>
                  <a:pt x="1642" y="810"/>
                  <a:pt x="1642" y="817"/>
                </a:cubicBezTo>
                <a:cubicBezTo>
                  <a:pt x="1642" y="819"/>
                  <a:pt x="1642" y="820"/>
                  <a:pt x="1642" y="822"/>
                </a:cubicBezTo>
                <a:cubicBezTo>
                  <a:pt x="1642" y="834"/>
                  <a:pt x="1641" y="847"/>
                  <a:pt x="1641" y="859"/>
                </a:cubicBezTo>
                <a:cubicBezTo>
                  <a:pt x="1640" y="874"/>
                  <a:pt x="1639" y="889"/>
                  <a:pt x="1637" y="903"/>
                </a:cubicBezTo>
                <a:cubicBezTo>
                  <a:pt x="1632" y="941"/>
                  <a:pt x="1625" y="979"/>
                  <a:pt x="1615" y="1015"/>
                </a:cubicBezTo>
                <a:cubicBezTo>
                  <a:pt x="1601" y="1061"/>
                  <a:pt x="1583" y="1106"/>
                  <a:pt x="1561" y="1149"/>
                </a:cubicBezTo>
                <a:cubicBezTo>
                  <a:pt x="1558" y="1153"/>
                  <a:pt x="1554" y="1156"/>
                  <a:pt x="1549" y="1156"/>
                </a:cubicBezTo>
                <a:close/>
                <a:moveTo>
                  <a:pt x="19" y="925"/>
                </a:moveTo>
                <a:cubicBezTo>
                  <a:pt x="13" y="925"/>
                  <a:pt x="7" y="920"/>
                  <a:pt x="7" y="914"/>
                </a:cubicBezTo>
                <a:cubicBezTo>
                  <a:pt x="7" y="914"/>
                  <a:pt x="7" y="914"/>
                  <a:pt x="7" y="914"/>
                </a:cubicBezTo>
                <a:cubicBezTo>
                  <a:pt x="6" y="911"/>
                  <a:pt x="7" y="907"/>
                  <a:pt x="9" y="905"/>
                </a:cubicBezTo>
                <a:cubicBezTo>
                  <a:pt x="11" y="902"/>
                  <a:pt x="14" y="900"/>
                  <a:pt x="18" y="900"/>
                </a:cubicBezTo>
                <a:cubicBezTo>
                  <a:pt x="24" y="899"/>
                  <a:pt x="31" y="904"/>
                  <a:pt x="32" y="911"/>
                </a:cubicBezTo>
                <a:cubicBezTo>
                  <a:pt x="32" y="914"/>
                  <a:pt x="31" y="918"/>
                  <a:pt x="29" y="920"/>
                </a:cubicBezTo>
                <a:cubicBezTo>
                  <a:pt x="27" y="923"/>
                  <a:pt x="24" y="925"/>
                  <a:pt x="21" y="925"/>
                </a:cubicBezTo>
                <a:cubicBezTo>
                  <a:pt x="20" y="925"/>
                  <a:pt x="20" y="925"/>
                  <a:pt x="19" y="925"/>
                </a:cubicBezTo>
                <a:close/>
                <a:moveTo>
                  <a:pt x="15" y="883"/>
                </a:moveTo>
                <a:cubicBezTo>
                  <a:pt x="8" y="883"/>
                  <a:pt x="3" y="878"/>
                  <a:pt x="2" y="871"/>
                </a:cubicBezTo>
                <a:cubicBezTo>
                  <a:pt x="1" y="855"/>
                  <a:pt x="0" y="838"/>
                  <a:pt x="0" y="822"/>
                </a:cubicBezTo>
                <a:cubicBezTo>
                  <a:pt x="0" y="809"/>
                  <a:pt x="1" y="797"/>
                  <a:pt x="1" y="785"/>
                </a:cubicBezTo>
                <a:cubicBezTo>
                  <a:pt x="5" y="719"/>
                  <a:pt x="17" y="655"/>
                  <a:pt x="39" y="592"/>
                </a:cubicBezTo>
                <a:cubicBezTo>
                  <a:pt x="45" y="573"/>
                  <a:pt x="53" y="553"/>
                  <a:pt x="62" y="534"/>
                </a:cubicBezTo>
                <a:cubicBezTo>
                  <a:pt x="62" y="533"/>
                  <a:pt x="62" y="533"/>
                  <a:pt x="62" y="533"/>
                </a:cubicBezTo>
                <a:cubicBezTo>
                  <a:pt x="62" y="533"/>
                  <a:pt x="62" y="533"/>
                  <a:pt x="62" y="533"/>
                </a:cubicBezTo>
                <a:cubicBezTo>
                  <a:pt x="64" y="529"/>
                  <a:pt x="69" y="527"/>
                  <a:pt x="73" y="527"/>
                </a:cubicBezTo>
                <a:cubicBezTo>
                  <a:pt x="75" y="527"/>
                  <a:pt x="77" y="527"/>
                  <a:pt x="79" y="528"/>
                </a:cubicBezTo>
                <a:cubicBezTo>
                  <a:pt x="85" y="531"/>
                  <a:pt x="88" y="538"/>
                  <a:pt x="85" y="545"/>
                </a:cubicBezTo>
                <a:cubicBezTo>
                  <a:pt x="77" y="563"/>
                  <a:pt x="69" y="582"/>
                  <a:pt x="63" y="601"/>
                </a:cubicBezTo>
                <a:cubicBezTo>
                  <a:pt x="42" y="661"/>
                  <a:pt x="30" y="723"/>
                  <a:pt x="27" y="786"/>
                </a:cubicBezTo>
                <a:cubicBezTo>
                  <a:pt x="26" y="798"/>
                  <a:pt x="26" y="810"/>
                  <a:pt x="26" y="822"/>
                </a:cubicBezTo>
                <a:cubicBezTo>
                  <a:pt x="26" y="838"/>
                  <a:pt x="26" y="854"/>
                  <a:pt x="28" y="869"/>
                </a:cubicBezTo>
                <a:cubicBezTo>
                  <a:pt x="28" y="876"/>
                  <a:pt x="23" y="882"/>
                  <a:pt x="16" y="883"/>
                </a:cubicBezTo>
                <a:cubicBezTo>
                  <a:pt x="15" y="883"/>
                  <a:pt x="15" y="883"/>
                  <a:pt x="15" y="883"/>
                </a:cubicBezTo>
                <a:close/>
                <a:moveTo>
                  <a:pt x="1627" y="787"/>
                </a:moveTo>
                <a:cubicBezTo>
                  <a:pt x="1621" y="787"/>
                  <a:pt x="1615" y="782"/>
                  <a:pt x="1615" y="775"/>
                </a:cubicBezTo>
                <a:cubicBezTo>
                  <a:pt x="1614" y="768"/>
                  <a:pt x="1619" y="762"/>
                  <a:pt x="1626" y="762"/>
                </a:cubicBezTo>
                <a:cubicBezTo>
                  <a:pt x="1634" y="761"/>
                  <a:pt x="1639" y="767"/>
                  <a:pt x="1640" y="774"/>
                </a:cubicBezTo>
                <a:cubicBezTo>
                  <a:pt x="1640" y="774"/>
                  <a:pt x="1640" y="774"/>
                  <a:pt x="1640" y="774"/>
                </a:cubicBezTo>
                <a:cubicBezTo>
                  <a:pt x="1640" y="781"/>
                  <a:pt x="1635" y="787"/>
                  <a:pt x="1628" y="787"/>
                </a:cubicBezTo>
                <a:cubicBezTo>
                  <a:pt x="1628" y="787"/>
                  <a:pt x="1628" y="787"/>
                  <a:pt x="1627" y="787"/>
                </a:cubicBezTo>
                <a:close/>
                <a:moveTo>
                  <a:pt x="1623" y="745"/>
                </a:moveTo>
                <a:cubicBezTo>
                  <a:pt x="1617" y="745"/>
                  <a:pt x="1611" y="740"/>
                  <a:pt x="1610" y="734"/>
                </a:cubicBezTo>
                <a:cubicBezTo>
                  <a:pt x="1609" y="725"/>
                  <a:pt x="1608" y="715"/>
                  <a:pt x="1606" y="705"/>
                </a:cubicBezTo>
                <a:cubicBezTo>
                  <a:pt x="1594" y="633"/>
                  <a:pt x="1570" y="563"/>
                  <a:pt x="1534" y="498"/>
                </a:cubicBezTo>
                <a:cubicBezTo>
                  <a:pt x="1520" y="473"/>
                  <a:pt x="1506" y="450"/>
                  <a:pt x="1489" y="427"/>
                </a:cubicBezTo>
                <a:cubicBezTo>
                  <a:pt x="1485" y="421"/>
                  <a:pt x="1487" y="413"/>
                  <a:pt x="1492" y="409"/>
                </a:cubicBezTo>
                <a:cubicBezTo>
                  <a:pt x="1495" y="408"/>
                  <a:pt x="1497" y="407"/>
                  <a:pt x="1500" y="407"/>
                </a:cubicBezTo>
                <a:cubicBezTo>
                  <a:pt x="1504" y="407"/>
                  <a:pt x="1508" y="409"/>
                  <a:pt x="1510" y="412"/>
                </a:cubicBezTo>
                <a:cubicBezTo>
                  <a:pt x="1527" y="435"/>
                  <a:pt x="1542" y="460"/>
                  <a:pt x="1556" y="485"/>
                </a:cubicBezTo>
                <a:cubicBezTo>
                  <a:pt x="1556" y="485"/>
                  <a:pt x="1556" y="485"/>
                  <a:pt x="1556" y="485"/>
                </a:cubicBezTo>
                <a:cubicBezTo>
                  <a:pt x="1556" y="485"/>
                  <a:pt x="1556" y="485"/>
                  <a:pt x="1556" y="485"/>
                </a:cubicBezTo>
                <a:cubicBezTo>
                  <a:pt x="1556" y="486"/>
                  <a:pt x="1556" y="486"/>
                  <a:pt x="1556" y="486"/>
                </a:cubicBezTo>
                <a:cubicBezTo>
                  <a:pt x="1593" y="554"/>
                  <a:pt x="1619" y="626"/>
                  <a:pt x="1631" y="701"/>
                </a:cubicBezTo>
                <a:cubicBezTo>
                  <a:pt x="1633" y="711"/>
                  <a:pt x="1634" y="721"/>
                  <a:pt x="1636" y="731"/>
                </a:cubicBezTo>
                <a:cubicBezTo>
                  <a:pt x="1637" y="738"/>
                  <a:pt x="1632" y="744"/>
                  <a:pt x="1625" y="745"/>
                </a:cubicBezTo>
                <a:cubicBezTo>
                  <a:pt x="1624" y="745"/>
                  <a:pt x="1624" y="745"/>
                  <a:pt x="1623" y="745"/>
                </a:cubicBezTo>
                <a:close/>
                <a:moveTo>
                  <a:pt x="92" y="514"/>
                </a:moveTo>
                <a:cubicBezTo>
                  <a:pt x="90" y="514"/>
                  <a:pt x="88" y="514"/>
                  <a:pt x="86" y="513"/>
                </a:cubicBezTo>
                <a:cubicBezTo>
                  <a:pt x="83" y="511"/>
                  <a:pt x="81" y="508"/>
                  <a:pt x="80" y="505"/>
                </a:cubicBezTo>
                <a:cubicBezTo>
                  <a:pt x="79" y="502"/>
                  <a:pt x="79" y="498"/>
                  <a:pt x="81" y="495"/>
                </a:cubicBezTo>
                <a:cubicBezTo>
                  <a:pt x="81" y="495"/>
                  <a:pt x="81" y="495"/>
                  <a:pt x="81" y="495"/>
                </a:cubicBezTo>
                <a:cubicBezTo>
                  <a:pt x="81" y="495"/>
                  <a:pt x="81" y="495"/>
                  <a:pt x="81" y="495"/>
                </a:cubicBezTo>
                <a:cubicBezTo>
                  <a:pt x="83" y="491"/>
                  <a:pt x="87" y="489"/>
                  <a:pt x="92" y="489"/>
                </a:cubicBezTo>
                <a:cubicBezTo>
                  <a:pt x="94" y="489"/>
                  <a:pt x="96" y="489"/>
                  <a:pt x="98" y="490"/>
                </a:cubicBezTo>
                <a:cubicBezTo>
                  <a:pt x="104" y="493"/>
                  <a:pt x="106" y="501"/>
                  <a:pt x="103" y="507"/>
                </a:cubicBezTo>
                <a:cubicBezTo>
                  <a:pt x="101" y="511"/>
                  <a:pt x="97" y="514"/>
                  <a:pt x="92" y="514"/>
                </a:cubicBezTo>
                <a:close/>
                <a:moveTo>
                  <a:pt x="113" y="477"/>
                </a:moveTo>
                <a:cubicBezTo>
                  <a:pt x="110" y="477"/>
                  <a:pt x="108" y="476"/>
                  <a:pt x="106" y="475"/>
                </a:cubicBezTo>
                <a:cubicBezTo>
                  <a:pt x="100" y="472"/>
                  <a:pt x="98" y="464"/>
                  <a:pt x="102" y="458"/>
                </a:cubicBezTo>
                <a:cubicBezTo>
                  <a:pt x="117" y="433"/>
                  <a:pt x="133" y="409"/>
                  <a:pt x="151" y="387"/>
                </a:cubicBezTo>
                <a:cubicBezTo>
                  <a:pt x="168" y="365"/>
                  <a:pt x="186" y="345"/>
                  <a:pt x="206" y="325"/>
                </a:cubicBezTo>
                <a:cubicBezTo>
                  <a:pt x="320" y="211"/>
                  <a:pt x="320" y="211"/>
                  <a:pt x="320" y="211"/>
                </a:cubicBezTo>
                <a:cubicBezTo>
                  <a:pt x="321" y="210"/>
                  <a:pt x="321" y="210"/>
                  <a:pt x="322" y="209"/>
                </a:cubicBezTo>
                <a:cubicBezTo>
                  <a:pt x="323" y="208"/>
                  <a:pt x="325" y="206"/>
                  <a:pt x="327" y="204"/>
                </a:cubicBezTo>
                <a:cubicBezTo>
                  <a:pt x="329" y="202"/>
                  <a:pt x="329" y="202"/>
                  <a:pt x="329" y="202"/>
                </a:cubicBezTo>
                <a:cubicBezTo>
                  <a:pt x="334" y="198"/>
                  <a:pt x="342" y="198"/>
                  <a:pt x="347" y="203"/>
                </a:cubicBezTo>
                <a:cubicBezTo>
                  <a:pt x="349" y="205"/>
                  <a:pt x="350" y="208"/>
                  <a:pt x="350" y="212"/>
                </a:cubicBezTo>
                <a:cubicBezTo>
                  <a:pt x="350" y="215"/>
                  <a:pt x="349" y="218"/>
                  <a:pt x="346" y="221"/>
                </a:cubicBezTo>
                <a:cubicBezTo>
                  <a:pt x="344" y="223"/>
                  <a:pt x="344" y="223"/>
                  <a:pt x="344" y="223"/>
                </a:cubicBezTo>
                <a:cubicBezTo>
                  <a:pt x="343" y="224"/>
                  <a:pt x="342" y="225"/>
                  <a:pt x="340" y="227"/>
                </a:cubicBezTo>
                <a:cubicBezTo>
                  <a:pt x="339" y="228"/>
                  <a:pt x="339" y="228"/>
                  <a:pt x="338" y="229"/>
                </a:cubicBezTo>
                <a:cubicBezTo>
                  <a:pt x="338" y="229"/>
                  <a:pt x="338" y="229"/>
                  <a:pt x="338" y="229"/>
                </a:cubicBezTo>
                <a:cubicBezTo>
                  <a:pt x="224" y="343"/>
                  <a:pt x="224" y="343"/>
                  <a:pt x="224" y="343"/>
                </a:cubicBezTo>
                <a:cubicBezTo>
                  <a:pt x="205" y="362"/>
                  <a:pt x="187" y="382"/>
                  <a:pt x="171" y="403"/>
                </a:cubicBezTo>
                <a:cubicBezTo>
                  <a:pt x="154" y="424"/>
                  <a:pt x="138" y="447"/>
                  <a:pt x="124" y="471"/>
                </a:cubicBezTo>
                <a:cubicBezTo>
                  <a:pt x="121" y="475"/>
                  <a:pt x="117" y="477"/>
                  <a:pt x="113" y="477"/>
                </a:cubicBezTo>
                <a:close/>
                <a:moveTo>
                  <a:pt x="1474" y="399"/>
                </a:moveTo>
                <a:cubicBezTo>
                  <a:pt x="1470" y="399"/>
                  <a:pt x="1467" y="397"/>
                  <a:pt x="1464" y="394"/>
                </a:cubicBezTo>
                <a:cubicBezTo>
                  <a:pt x="1462" y="392"/>
                  <a:pt x="1461" y="388"/>
                  <a:pt x="1461" y="385"/>
                </a:cubicBezTo>
                <a:cubicBezTo>
                  <a:pt x="1462" y="382"/>
                  <a:pt x="1463" y="379"/>
                  <a:pt x="1466" y="376"/>
                </a:cubicBezTo>
                <a:cubicBezTo>
                  <a:pt x="1471" y="372"/>
                  <a:pt x="1479" y="373"/>
                  <a:pt x="1484" y="378"/>
                </a:cubicBezTo>
                <a:cubicBezTo>
                  <a:pt x="1486" y="380"/>
                  <a:pt x="1487" y="384"/>
                  <a:pt x="1487" y="387"/>
                </a:cubicBezTo>
                <a:cubicBezTo>
                  <a:pt x="1486" y="390"/>
                  <a:pt x="1485" y="394"/>
                  <a:pt x="1482" y="396"/>
                </a:cubicBezTo>
                <a:cubicBezTo>
                  <a:pt x="1480" y="398"/>
                  <a:pt x="1477" y="399"/>
                  <a:pt x="1474" y="399"/>
                </a:cubicBezTo>
                <a:close/>
                <a:moveTo>
                  <a:pt x="1446" y="367"/>
                </a:moveTo>
                <a:cubicBezTo>
                  <a:pt x="1443" y="367"/>
                  <a:pt x="1439" y="365"/>
                  <a:pt x="1437" y="363"/>
                </a:cubicBezTo>
                <a:cubicBezTo>
                  <a:pt x="1425" y="350"/>
                  <a:pt x="1425" y="350"/>
                  <a:pt x="1425" y="350"/>
                </a:cubicBezTo>
                <a:cubicBezTo>
                  <a:pt x="1421" y="346"/>
                  <a:pt x="1417" y="342"/>
                  <a:pt x="1414" y="339"/>
                </a:cubicBezTo>
                <a:cubicBezTo>
                  <a:pt x="1414" y="339"/>
                  <a:pt x="1414" y="339"/>
                  <a:pt x="1414" y="339"/>
                </a:cubicBezTo>
                <a:cubicBezTo>
                  <a:pt x="1300" y="225"/>
                  <a:pt x="1300" y="225"/>
                  <a:pt x="1300" y="225"/>
                </a:cubicBezTo>
                <a:cubicBezTo>
                  <a:pt x="1286" y="212"/>
                  <a:pt x="1286" y="212"/>
                  <a:pt x="1286" y="212"/>
                </a:cubicBezTo>
                <a:cubicBezTo>
                  <a:pt x="1277" y="203"/>
                  <a:pt x="1267" y="194"/>
                  <a:pt x="1257" y="185"/>
                </a:cubicBezTo>
                <a:cubicBezTo>
                  <a:pt x="1256" y="185"/>
                  <a:pt x="1256" y="185"/>
                  <a:pt x="1256" y="185"/>
                </a:cubicBezTo>
                <a:cubicBezTo>
                  <a:pt x="1235" y="167"/>
                  <a:pt x="1213" y="150"/>
                  <a:pt x="1190" y="135"/>
                </a:cubicBezTo>
                <a:cubicBezTo>
                  <a:pt x="1187" y="134"/>
                  <a:pt x="1185" y="131"/>
                  <a:pt x="1184" y="127"/>
                </a:cubicBezTo>
                <a:cubicBezTo>
                  <a:pt x="1184" y="124"/>
                  <a:pt x="1184" y="121"/>
                  <a:pt x="1186" y="118"/>
                </a:cubicBezTo>
                <a:cubicBezTo>
                  <a:pt x="1189" y="114"/>
                  <a:pt x="1193" y="112"/>
                  <a:pt x="1197" y="112"/>
                </a:cubicBezTo>
                <a:cubicBezTo>
                  <a:pt x="1199" y="112"/>
                  <a:pt x="1202" y="113"/>
                  <a:pt x="1204" y="114"/>
                </a:cubicBezTo>
                <a:cubicBezTo>
                  <a:pt x="1228" y="130"/>
                  <a:pt x="1251" y="147"/>
                  <a:pt x="1273" y="166"/>
                </a:cubicBezTo>
                <a:cubicBezTo>
                  <a:pt x="1283" y="175"/>
                  <a:pt x="1294" y="184"/>
                  <a:pt x="1304" y="193"/>
                </a:cubicBezTo>
                <a:cubicBezTo>
                  <a:pt x="1318" y="207"/>
                  <a:pt x="1318" y="207"/>
                  <a:pt x="1318" y="207"/>
                </a:cubicBezTo>
                <a:cubicBezTo>
                  <a:pt x="1432" y="321"/>
                  <a:pt x="1432" y="321"/>
                  <a:pt x="1432" y="321"/>
                </a:cubicBezTo>
                <a:cubicBezTo>
                  <a:pt x="1435" y="324"/>
                  <a:pt x="1439" y="328"/>
                  <a:pt x="1442" y="332"/>
                </a:cubicBezTo>
                <a:cubicBezTo>
                  <a:pt x="1444" y="333"/>
                  <a:pt x="1445" y="334"/>
                  <a:pt x="1446" y="335"/>
                </a:cubicBezTo>
                <a:cubicBezTo>
                  <a:pt x="1455" y="345"/>
                  <a:pt x="1455" y="345"/>
                  <a:pt x="1455" y="345"/>
                </a:cubicBezTo>
                <a:cubicBezTo>
                  <a:pt x="1460" y="350"/>
                  <a:pt x="1460" y="358"/>
                  <a:pt x="1455" y="363"/>
                </a:cubicBezTo>
                <a:cubicBezTo>
                  <a:pt x="1452" y="366"/>
                  <a:pt x="1449" y="367"/>
                  <a:pt x="1446" y="367"/>
                </a:cubicBezTo>
                <a:close/>
                <a:moveTo>
                  <a:pt x="369" y="195"/>
                </a:moveTo>
                <a:cubicBezTo>
                  <a:pt x="365" y="195"/>
                  <a:pt x="362" y="194"/>
                  <a:pt x="359" y="191"/>
                </a:cubicBezTo>
                <a:cubicBezTo>
                  <a:pt x="357" y="188"/>
                  <a:pt x="356" y="185"/>
                  <a:pt x="356" y="182"/>
                </a:cubicBezTo>
                <a:cubicBezTo>
                  <a:pt x="356" y="179"/>
                  <a:pt x="358" y="176"/>
                  <a:pt x="360" y="173"/>
                </a:cubicBezTo>
                <a:cubicBezTo>
                  <a:pt x="360" y="173"/>
                  <a:pt x="360" y="173"/>
                  <a:pt x="360" y="173"/>
                </a:cubicBezTo>
                <a:cubicBezTo>
                  <a:pt x="361" y="173"/>
                  <a:pt x="361" y="173"/>
                  <a:pt x="361" y="173"/>
                </a:cubicBezTo>
                <a:cubicBezTo>
                  <a:pt x="366" y="169"/>
                  <a:pt x="374" y="169"/>
                  <a:pt x="378" y="174"/>
                </a:cubicBezTo>
                <a:cubicBezTo>
                  <a:pt x="383" y="180"/>
                  <a:pt x="382" y="188"/>
                  <a:pt x="377" y="192"/>
                </a:cubicBezTo>
                <a:cubicBezTo>
                  <a:pt x="377" y="193"/>
                  <a:pt x="377" y="193"/>
                  <a:pt x="377" y="193"/>
                </a:cubicBezTo>
                <a:cubicBezTo>
                  <a:pt x="377" y="193"/>
                  <a:pt x="377" y="193"/>
                  <a:pt x="377" y="193"/>
                </a:cubicBezTo>
                <a:cubicBezTo>
                  <a:pt x="375" y="194"/>
                  <a:pt x="372" y="195"/>
                  <a:pt x="369" y="195"/>
                </a:cubicBezTo>
                <a:close/>
                <a:moveTo>
                  <a:pt x="402" y="169"/>
                </a:moveTo>
                <a:cubicBezTo>
                  <a:pt x="398" y="169"/>
                  <a:pt x="394" y="167"/>
                  <a:pt x="391" y="164"/>
                </a:cubicBezTo>
                <a:cubicBezTo>
                  <a:pt x="389" y="161"/>
                  <a:pt x="389" y="157"/>
                  <a:pt x="389" y="154"/>
                </a:cubicBezTo>
                <a:cubicBezTo>
                  <a:pt x="389" y="151"/>
                  <a:pt x="391" y="148"/>
                  <a:pt x="394" y="146"/>
                </a:cubicBezTo>
                <a:cubicBezTo>
                  <a:pt x="395" y="144"/>
                  <a:pt x="397" y="143"/>
                  <a:pt x="399" y="142"/>
                </a:cubicBezTo>
                <a:cubicBezTo>
                  <a:pt x="402" y="139"/>
                  <a:pt x="406" y="137"/>
                  <a:pt x="410" y="134"/>
                </a:cubicBezTo>
                <a:cubicBezTo>
                  <a:pt x="410" y="134"/>
                  <a:pt x="410" y="134"/>
                  <a:pt x="410" y="134"/>
                </a:cubicBezTo>
                <a:cubicBezTo>
                  <a:pt x="426" y="123"/>
                  <a:pt x="426" y="123"/>
                  <a:pt x="426" y="123"/>
                </a:cubicBezTo>
                <a:cubicBezTo>
                  <a:pt x="439" y="114"/>
                  <a:pt x="452" y="105"/>
                  <a:pt x="465" y="97"/>
                </a:cubicBezTo>
                <a:cubicBezTo>
                  <a:pt x="502" y="76"/>
                  <a:pt x="542" y="57"/>
                  <a:pt x="583" y="42"/>
                </a:cubicBezTo>
                <a:cubicBezTo>
                  <a:pt x="623" y="28"/>
                  <a:pt x="665" y="17"/>
                  <a:pt x="708" y="10"/>
                </a:cubicBezTo>
                <a:cubicBezTo>
                  <a:pt x="715" y="9"/>
                  <a:pt x="721" y="13"/>
                  <a:pt x="722" y="20"/>
                </a:cubicBezTo>
                <a:cubicBezTo>
                  <a:pt x="723" y="24"/>
                  <a:pt x="722" y="27"/>
                  <a:pt x="720" y="30"/>
                </a:cubicBezTo>
                <a:cubicBezTo>
                  <a:pt x="718" y="32"/>
                  <a:pt x="715" y="34"/>
                  <a:pt x="712" y="35"/>
                </a:cubicBezTo>
                <a:cubicBezTo>
                  <a:pt x="629" y="49"/>
                  <a:pt x="549" y="78"/>
                  <a:pt x="479" y="119"/>
                </a:cubicBezTo>
                <a:cubicBezTo>
                  <a:pt x="478" y="119"/>
                  <a:pt x="478" y="119"/>
                  <a:pt x="478" y="119"/>
                </a:cubicBezTo>
                <a:cubicBezTo>
                  <a:pt x="465" y="127"/>
                  <a:pt x="452" y="135"/>
                  <a:pt x="440" y="144"/>
                </a:cubicBezTo>
                <a:cubicBezTo>
                  <a:pt x="424" y="155"/>
                  <a:pt x="424" y="155"/>
                  <a:pt x="424" y="155"/>
                </a:cubicBezTo>
                <a:cubicBezTo>
                  <a:pt x="421" y="157"/>
                  <a:pt x="418" y="159"/>
                  <a:pt x="415" y="162"/>
                </a:cubicBezTo>
                <a:cubicBezTo>
                  <a:pt x="413" y="163"/>
                  <a:pt x="411" y="165"/>
                  <a:pt x="409" y="166"/>
                </a:cubicBezTo>
                <a:cubicBezTo>
                  <a:pt x="407" y="168"/>
                  <a:pt x="404" y="169"/>
                  <a:pt x="402" y="169"/>
                </a:cubicBezTo>
                <a:close/>
                <a:moveTo>
                  <a:pt x="1161" y="115"/>
                </a:moveTo>
                <a:cubicBezTo>
                  <a:pt x="1161" y="115"/>
                  <a:pt x="1161" y="115"/>
                  <a:pt x="1161" y="115"/>
                </a:cubicBezTo>
                <a:cubicBezTo>
                  <a:pt x="1158" y="115"/>
                  <a:pt x="1156" y="115"/>
                  <a:pt x="1154" y="114"/>
                </a:cubicBezTo>
                <a:cubicBezTo>
                  <a:pt x="1154" y="113"/>
                  <a:pt x="1154" y="113"/>
                  <a:pt x="1154" y="113"/>
                </a:cubicBezTo>
                <a:cubicBezTo>
                  <a:pt x="1154" y="113"/>
                  <a:pt x="1154" y="113"/>
                  <a:pt x="1154" y="113"/>
                </a:cubicBezTo>
                <a:cubicBezTo>
                  <a:pt x="1148" y="110"/>
                  <a:pt x="1146" y="102"/>
                  <a:pt x="1150" y="96"/>
                </a:cubicBezTo>
                <a:cubicBezTo>
                  <a:pt x="1152" y="92"/>
                  <a:pt x="1156" y="90"/>
                  <a:pt x="1161" y="90"/>
                </a:cubicBezTo>
                <a:cubicBezTo>
                  <a:pt x="1163" y="90"/>
                  <a:pt x="1165" y="90"/>
                  <a:pt x="1167" y="92"/>
                </a:cubicBezTo>
                <a:cubicBezTo>
                  <a:pt x="1173" y="95"/>
                  <a:pt x="1175" y="103"/>
                  <a:pt x="1172" y="109"/>
                </a:cubicBezTo>
                <a:cubicBezTo>
                  <a:pt x="1169" y="113"/>
                  <a:pt x="1165" y="115"/>
                  <a:pt x="1161" y="115"/>
                </a:cubicBezTo>
                <a:close/>
                <a:moveTo>
                  <a:pt x="1123" y="96"/>
                </a:moveTo>
                <a:cubicBezTo>
                  <a:pt x="1121" y="96"/>
                  <a:pt x="1119" y="95"/>
                  <a:pt x="1118" y="94"/>
                </a:cubicBezTo>
                <a:cubicBezTo>
                  <a:pt x="1088" y="80"/>
                  <a:pt x="1056" y="67"/>
                  <a:pt x="1025" y="57"/>
                </a:cubicBezTo>
                <a:cubicBezTo>
                  <a:pt x="1025" y="57"/>
                  <a:pt x="1025" y="57"/>
                  <a:pt x="1025" y="57"/>
                </a:cubicBezTo>
                <a:cubicBezTo>
                  <a:pt x="1016" y="54"/>
                  <a:pt x="1007" y="52"/>
                  <a:pt x="998" y="50"/>
                </a:cubicBezTo>
                <a:cubicBezTo>
                  <a:pt x="995" y="49"/>
                  <a:pt x="991" y="48"/>
                  <a:pt x="988" y="47"/>
                </a:cubicBezTo>
                <a:cubicBezTo>
                  <a:pt x="988" y="47"/>
                  <a:pt x="988" y="47"/>
                  <a:pt x="988" y="47"/>
                </a:cubicBezTo>
                <a:cubicBezTo>
                  <a:pt x="983" y="46"/>
                  <a:pt x="979" y="45"/>
                  <a:pt x="974" y="44"/>
                </a:cubicBezTo>
                <a:cubicBezTo>
                  <a:pt x="973" y="43"/>
                  <a:pt x="971" y="43"/>
                  <a:pt x="970" y="43"/>
                </a:cubicBezTo>
                <a:cubicBezTo>
                  <a:pt x="951" y="39"/>
                  <a:pt x="951" y="39"/>
                  <a:pt x="951" y="39"/>
                </a:cubicBezTo>
                <a:cubicBezTo>
                  <a:pt x="932" y="35"/>
                  <a:pt x="932" y="35"/>
                  <a:pt x="932" y="35"/>
                </a:cubicBezTo>
                <a:cubicBezTo>
                  <a:pt x="930" y="35"/>
                  <a:pt x="927" y="35"/>
                  <a:pt x="925" y="34"/>
                </a:cubicBezTo>
                <a:cubicBezTo>
                  <a:pt x="921" y="33"/>
                  <a:pt x="917" y="33"/>
                  <a:pt x="914" y="32"/>
                </a:cubicBezTo>
                <a:cubicBezTo>
                  <a:pt x="913" y="32"/>
                  <a:pt x="913" y="32"/>
                  <a:pt x="913" y="32"/>
                </a:cubicBezTo>
                <a:cubicBezTo>
                  <a:pt x="894" y="30"/>
                  <a:pt x="894" y="30"/>
                  <a:pt x="894" y="30"/>
                </a:cubicBezTo>
                <a:cubicBezTo>
                  <a:pt x="893" y="30"/>
                  <a:pt x="891" y="30"/>
                  <a:pt x="890" y="30"/>
                </a:cubicBezTo>
                <a:cubicBezTo>
                  <a:pt x="888" y="29"/>
                  <a:pt x="886" y="29"/>
                  <a:pt x="885" y="29"/>
                </a:cubicBezTo>
                <a:cubicBezTo>
                  <a:pt x="875" y="28"/>
                  <a:pt x="875" y="28"/>
                  <a:pt x="875" y="28"/>
                </a:cubicBezTo>
                <a:cubicBezTo>
                  <a:pt x="848" y="26"/>
                  <a:pt x="822" y="26"/>
                  <a:pt x="795" y="27"/>
                </a:cubicBezTo>
                <a:cubicBezTo>
                  <a:pt x="788" y="27"/>
                  <a:pt x="782" y="21"/>
                  <a:pt x="782" y="14"/>
                </a:cubicBezTo>
                <a:cubicBezTo>
                  <a:pt x="781" y="11"/>
                  <a:pt x="783" y="8"/>
                  <a:pt x="785" y="5"/>
                </a:cubicBezTo>
                <a:cubicBezTo>
                  <a:pt x="787" y="3"/>
                  <a:pt x="790" y="1"/>
                  <a:pt x="794" y="1"/>
                </a:cubicBezTo>
                <a:cubicBezTo>
                  <a:pt x="821" y="0"/>
                  <a:pt x="849" y="1"/>
                  <a:pt x="877" y="3"/>
                </a:cubicBezTo>
                <a:cubicBezTo>
                  <a:pt x="887" y="4"/>
                  <a:pt x="887" y="4"/>
                  <a:pt x="887" y="4"/>
                </a:cubicBezTo>
                <a:cubicBezTo>
                  <a:pt x="889" y="4"/>
                  <a:pt x="892" y="4"/>
                  <a:pt x="894" y="4"/>
                </a:cubicBezTo>
                <a:cubicBezTo>
                  <a:pt x="895" y="5"/>
                  <a:pt x="896" y="5"/>
                  <a:pt x="897" y="5"/>
                </a:cubicBezTo>
                <a:cubicBezTo>
                  <a:pt x="917" y="7"/>
                  <a:pt x="917" y="7"/>
                  <a:pt x="917" y="7"/>
                </a:cubicBezTo>
                <a:cubicBezTo>
                  <a:pt x="921" y="8"/>
                  <a:pt x="926" y="8"/>
                  <a:pt x="930" y="9"/>
                </a:cubicBezTo>
                <a:cubicBezTo>
                  <a:pt x="932" y="10"/>
                  <a:pt x="934" y="10"/>
                  <a:pt x="936" y="10"/>
                </a:cubicBezTo>
                <a:cubicBezTo>
                  <a:pt x="936" y="10"/>
                  <a:pt x="936" y="10"/>
                  <a:pt x="936" y="10"/>
                </a:cubicBezTo>
                <a:cubicBezTo>
                  <a:pt x="956" y="14"/>
                  <a:pt x="956" y="14"/>
                  <a:pt x="956" y="14"/>
                </a:cubicBezTo>
                <a:cubicBezTo>
                  <a:pt x="975" y="18"/>
                  <a:pt x="975" y="18"/>
                  <a:pt x="975" y="18"/>
                </a:cubicBezTo>
                <a:cubicBezTo>
                  <a:pt x="977" y="18"/>
                  <a:pt x="978" y="18"/>
                  <a:pt x="979" y="19"/>
                </a:cubicBezTo>
                <a:cubicBezTo>
                  <a:pt x="984" y="20"/>
                  <a:pt x="989" y="21"/>
                  <a:pt x="994" y="22"/>
                </a:cubicBezTo>
                <a:cubicBezTo>
                  <a:pt x="995" y="22"/>
                  <a:pt x="995" y="22"/>
                  <a:pt x="995" y="22"/>
                </a:cubicBezTo>
                <a:cubicBezTo>
                  <a:pt x="998" y="23"/>
                  <a:pt x="1001" y="24"/>
                  <a:pt x="1005" y="25"/>
                </a:cubicBezTo>
                <a:cubicBezTo>
                  <a:pt x="1014" y="28"/>
                  <a:pt x="1023" y="30"/>
                  <a:pt x="1033" y="33"/>
                </a:cubicBezTo>
                <a:cubicBezTo>
                  <a:pt x="1066" y="44"/>
                  <a:pt x="1098" y="56"/>
                  <a:pt x="1129" y="72"/>
                </a:cubicBezTo>
                <a:cubicBezTo>
                  <a:pt x="1132" y="73"/>
                  <a:pt x="1134" y="76"/>
                  <a:pt x="1135" y="79"/>
                </a:cubicBezTo>
                <a:cubicBezTo>
                  <a:pt x="1136" y="82"/>
                  <a:pt x="1136" y="85"/>
                  <a:pt x="1135" y="89"/>
                </a:cubicBezTo>
                <a:cubicBezTo>
                  <a:pt x="1132" y="93"/>
                  <a:pt x="1128" y="96"/>
                  <a:pt x="1123" y="96"/>
                </a:cubicBezTo>
                <a:close/>
                <a:moveTo>
                  <a:pt x="752" y="30"/>
                </a:moveTo>
                <a:cubicBezTo>
                  <a:pt x="745" y="29"/>
                  <a:pt x="740" y="25"/>
                  <a:pt x="739" y="18"/>
                </a:cubicBezTo>
                <a:cubicBezTo>
                  <a:pt x="739" y="11"/>
                  <a:pt x="744" y="5"/>
                  <a:pt x="751" y="4"/>
                </a:cubicBezTo>
                <a:cubicBezTo>
                  <a:pt x="751" y="4"/>
                  <a:pt x="751" y="4"/>
                  <a:pt x="751" y="4"/>
                </a:cubicBezTo>
                <a:cubicBezTo>
                  <a:pt x="751" y="4"/>
                  <a:pt x="751" y="4"/>
                  <a:pt x="751" y="4"/>
                </a:cubicBezTo>
                <a:cubicBezTo>
                  <a:pt x="758" y="4"/>
                  <a:pt x="764" y="9"/>
                  <a:pt x="765" y="16"/>
                </a:cubicBezTo>
                <a:cubicBezTo>
                  <a:pt x="765" y="23"/>
                  <a:pt x="760" y="29"/>
                  <a:pt x="753" y="29"/>
                </a:cubicBezTo>
                <a:cubicBezTo>
                  <a:pt x="753" y="29"/>
                  <a:pt x="752" y="30"/>
                  <a:pt x="752" y="30"/>
                </a:cubicBezTo>
                <a:close/>
              </a:path>
            </a:pathLst>
          </a:custGeom>
          <a:solidFill>
            <a:srgbClr val="377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80" name="Freeform 40">
            <a:extLst>
              <a:ext uri="{FF2B5EF4-FFF2-40B4-BE49-F238E27FC236}">
                <a16:creationId xmlns:a16="http://schemas.microsoft.com/office/drawing/2014/main" id="{376513CB-2322-4890-B2E2-59806EC62CCD}"/>
              </a:ext>
            </a:extLst>
          </p:cNvPr>
          <p:cNvSpPr>
            <a:spLocks/>
          </p:cNvSpPr>
          <p:nvPr/>
        </p:nvSpPr>
        <p:spPr bwMode="auto">
          <a:xfrm>
            <a:off x="1982499" y="2084563"/>
            <a:ext cx="2695859" cy="2685383"/>
          </a:xfrm>
          <a:custGeom>
            <a:avLst/>
            <a:gdLst>
              <a:gd name="T0" fmla="*/ 416 w 1542"/>
              <a:gd name="T1" fmla="*/ 1428 h 1536"/>
              <a:gd name="T2" fmla="*/ 372 w 1542"/>
              <a:gd name="T3" fmla="*/ 1395 h 1536"/>
              <a:gd name="T4" fmla="*/ 344 w 1542"/>
              <a:gd name="T5" fmla="*/ 1372 h 1536"/>
              <a:gd name="T6" fmla="*/ 317 w 1542"/>
              <a:gd name="T7" fmla="*/ 1347 h 1536"/>
              <a:gd name="T8" fmla="*/ 186 w 1542"/>
              <a:gd name="T9" fmla="*/ 1215 h 1536"/>
              <a:gd name="T10" fmla="*/ 165 w 1542"/>
              <a:gd name="T11" fmla="*/ 1192 h 1536"/>
              <a:gd name="T12" fmla="*/ 119 w 1542"/>
              <a:gd name="T13" fmla="*/ 1133 h 1536"/>
              <a:gd name="T14" fmla="*/ 12 w 1542"/>
              <a:gd name="T15" fmla="*/ 846 h 1536"/>
              <a:gd name="T16" fmla="*/ 298 w 1542"/>
              <a:gd name="T17" fmla="*/ 209 h 1536"/>
              <a:gd name="T18" fmla="*/ 337 w 1542"/>
              <a:gd name="T19" fmla="*/ 171 h 1536"/>
              <a:gd name="T20" fmla="*/ 365 w 1542"/>
              <a:gd name="T21" fmla="*/ 147 h 1536"/>
              <a:gd name="T22" fmla="*/ 394 w 1542"/>
              <a:gd name="T23" fmla="*/ 124 h 1536"/>
              <a:gd name="T24" fmla="*/ 826 w 1542"/>
              <a:gd name="T25" fmla="*/ 4 h 1536"/>
              <a:gd name="T26" fmla="*/ 862 w 1542"/>
              <a:gd name="T27" fmla="*/ 8 h 1536"/>
              <a:gd name="T28" fmla="*/ 899 w 1542"/>
              <a:gd name="T29" fmla="*/ 14 h 1536"/>
              <a:gd name="T30" fmla="*/ 944 w 1542"/>
              <a:gd name="T31" fmla="*/ 24 h 1536"/>
              <a:gd name="T32" fmla="*/ 1219 w 1542"/>
              <a:gd name="T33" fmla="*/ 179 h 1536"/>
              <a:gd name="T34" fmla="*/ 1363 w 1542"/>
              <a:gd name="T35" fmla="*/ 323 h 1536"/>
              <a:gd name="T36" fmla="*/ 1390 w 1542"/>
              <a:gd name="T37" fmla="*/ 354 h 1536"/>
              <a:gd name="T38" fmla="*/ 1418 w 1542"/>
              <a:gd name="T39" fmla="*/ 390 h 1536"/>
              <a:gd name="T40" fmla="*/ 1516 w 1542"/>
              <a:gd name="T41" fmla="*/ 947 h 1536"/>
              <a:gd name="T42" fmla="*/ 1356 w 1542"/>
              <a:gd name="T43" fmla="*/ 1185 h 1536"/>
              <a:gd name="T44" fmla="*/ 1506 w 1542"/>
              <a:gd name="T45" fmla="*/ 662 h 1536"/>
              <a:gd name="T46" fmla="*/ 1376 w 1542"/>
              <a:gd name="T47" fmla="*/ 376 h 1536"/>
              <a:gd name="T48" fmla="*/ 1345 w 1542"/>
              <a:gd name="T49" fmla="*/ 341 h 1536"/>
              <a:gd name="T50" fmla="*/ 1202 w 1542"/>
              <a:gd name="T51" fmla="*/ 198 h 1536"/>
              <a:gd name="T52" fmla="*/ 938 w 1542"/>
              <a:gd name="T53" fmla="*/ 49 h 1536"/>
              <a:gd name="T54" fmla="*/ 894 w 1542"/>
              <a:gd name="T55" fmla="*/ 39 h 1536"/>
              <a:gd name="T56" fmla="*/ 859 w 1542"/>
              <a:gd name="T57" fmla="*/ 33 h 1536"/>
              <a:gd name="T58" fmla="*/ 824 w 1542"/>
              <a:gd name="T59" fmla="*/ 29 h 1536"/>
              <a:gd name="T60" fmla="*/ 409 w 1542"/>
              <a:gd name="T61" fmla="*/ 145 h 1536"/>
              <a:gd name="T62" fmla="*/ 381 w 1542"/>
              <a:gd name="T63" fmla="*/ 167 h 1536"/>
              <a:gd name="T64" fmla="*/ 355 w 1542"/>
              <a:gd name="T65" fmla="*/ 189 h 1536"/>
              <a:gd name="T66" fmla="*/ 316 w 1542"/>
              <a:gd name="T67" fmla="*/ 227 h 1536"/>
              <a:gd name="T68" fmla="*/ 37 w 1542"/>
              <a:gd name="T69" fmla="*/ 843 h 1536"/>
              <a:gd name="T70" fmla="*/ 132 w 1542"/>
              <a:gd name="T71" fmla="*/ 1106 h 1536"/>
              <a:gd name="T72" fmla="*/ 171 w 1542"/>
              <a:gd name="T73" fmla="*/ 1160 h 1536"/>
              <a:gd name="T74" fmla="*/ 188 w 1542"/>
              <a:gd name="T75" fmla="*/ 1180 h 1536"/>
              <a:gd name="T76" fmla="*/ 220 w 1542"/>
              <a:gd name="T77" fmla="*/ 1214 h 1536"/>
              <a:gd name="T78" fmla="*/ 352 w 1542"/>
              <a:gd name="T79" fmla="*/ 1345 h 1536"/>
              <a:gd name="T80" fmla="*/ 385 w 1542"/>
              <a:gd name="T81" fmla="*/ 1373 h 1536"/>
              <a:gd name="T82" fmla="*/ 412 w 1542"/>
              <a:gd name="T83" fmla="*/ 1394 h 1536"/>
              <a:gd name="T84" fmla="*/ 832 w 1542"/>
              <a:gd name="T85" fmla="*/ 1508 h 1536"/>
              <a:gd name="T86" fmla="*/ 1003 w 1542"/>
              <a:gd name="T87" fmla="*/ 1467 h 1536"/>
              <a:gd name="T88" fmla="*/ 1066 w 1542"/>
              <a:gd name="T89" fmla="*/ 1437 h 1536"/>
              <a:gd name="T90" fmla="*/ 1097 w 1542"/>
              <a:gd name="T91" fmla="*/ 1420 h 1536"/>
              <a:gd name="T92" fmla="*/ 1309 w 1542"/>
              <a:gd name="T93" fmla="*/ 1233 h 1536"/>
              <a:gd name="T94" fmla="*/ 1291 w 1542"/>
              <a:gd name="T95" fmla="*/ 1287 h 1536"/>
              <a:gd name="T96" fmla="*/ 1107 w 1542"/>
              <a:gd name="T97" fmla="*/ 1443 h 1536"/>
              <a:gd name="T98" fmla="*/ 1050 w 1542"/>
              <a:gd name="T99" fmla="*/ 1474 h 1536"/>
              <a:gd name="T100" fmla="*/ 1011 w 1542"/>
              <a:gd name="T101" fmla="*/ 1491 h 1536"/>
              <a:gd name="T102" fmla="*/ 834 w 1542"/>
              <a:gd name="T103" fmla="*/ 1533 h 1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542" h="1536">
                <a:moveTo>
                  <a:pt x="775" y="1536"/>
                </a:moveTo>
                <a:cubicBezTo>
                  <a:pt x="696" y="1536"/>
                  <a:pt x="618" y="1522"/>
                  <a:pt x="546" y="1494"/>
                </a:cubicBezTo>
                <a:cubicBezTo>
                  <a:pt x="500" y="1477"/>
                  <a:pt x="456" y="1454"/>
                  <a:pt x="416" y="1428"/>
                </a:cubicBezTo>
                <a:cubicBezTo>
                  <a:pt x="398" y="1415"/>
                  <a:pt x="398" y="1415"/>
                  <a:pt x="398" y="1415"/>
                </a:cubicBezTo>
                <a:cubicBezTo>
                  <a:pt x="394" y="1412"/>
                  <a:pt x="390" y="1410"/>
                  <a:pt x="386" y="1406"/>
                </a:cubicBezTo>
                <a:cubicBezTo>
                  <a:pt x="372" y="1395"/>
                  <a:pt x="372" y="1395"/>
                  <a:pt x="372" y="1395"/>
                </a:cubicBezTo>
                <a:cubicBezTo>
                  <a:pt x="371" y="1395"/>
                  <a:pt x="370" y="1394"/>
                  <a:pt x="369" y="1393"/>
                </a:cubicBezTo>
                <a:cubicBezTo>
                  <a:pt x="368" y="1392"/>
                  <a:pt x="366" y="1391"/>
                  <a:pt x="364" y="1390"/>
                </a:cubicBezTo>
                <a:cubicBezTo>
                  <a:pt x="344" y="1372"/>
                  <a:pt x="344" y="1372"/>
                  <a:pt x="344" y="1372"/>
                </a:cubicBezTo>
                <a:cubicBezTo>
                  <a:pt x="341" y="1369"/>
                  <a:pt x="338" y="1366"/>
                  <a:pt x="335" y="1364"/>
                </a:cubicBezTo>
                <a:cubicBezTo>
                  <a:pt x="333" y="1362"/>
                  <a:pt x="332" y="1361"/>
                  <a:pt x="330" y="1359"/>
                </a:cubicBezTo>
                <a:cubicBezTo>
                  <a:pt x="317" y="1347"/>
                  <a:pt x="317" y="1347"/>
                  <a:pt x="317" y="1347"/>
                </a:cubicBezTo>
                <a:cubicBezTo>
                  <a:pt x="304" y="1334"/>
                  <a:pt x="304" y="1334"/>
                  <a:pt x="304" y="1334"/>
                </a:cubicBezTo>
                <a:cubicBezTo>
                  <a:pt x="203" y="1232"/>
                  <a:pt x="203" y="1232"/>
                  <a:pt x="203" y="1232"/>
                </a:cubicBezTo>
                <a:cubicBezTo>
                  <a:pt x="197" y="1227"/>
                  <a:pt x="191" y="1221"/>
                  <a:pt x="186" y="1215"/>
                </a:cubicBezTo>
                <a:cubicBezTo>
                  <a:pt x="183" y="1212"/>
                  <a:pt x="180" y="1209"/>
                  <a:pt x="178" y="1206"/>
                </a:cubicBezTo>
                <a:cubicBezTo>
                  <a:pt x="175" y="1203"/>
                  <a:pt x="172" y="1200"/>
                  <a:pt x="169" y="1197"/>
                </a:cubicBezTo>
                <a:cubicBezTo>
                  <a:pt x="168" y="1195"/>
                  <a:pt x="167" y="1194"/>
                  <a:pt x="165" y="1192"/>
                </a:cubicBezTo>
                <a:cubicBezTo>
                  <a:pt x="151" y="1176"/>
                  <a:pt x="151" y="1176"/>
                  <a:pt x="151" y="1176"/>
                </a:cubicBezTo>
                <a:cubicBezTo>
                  <a:pt x="144" y="1167"/>
                  <a:pt x="138" y="1158"/>
                  <a:pt x="131" y="1150"/>
                </a:cubicBezTo>
                <a:cubicBezTo>
                  <a:pt x="119" y="1133"/>
                  <a:pt x="119" y="1133"/>
                  <a:pt x="119" y="1133"/>
                </a:cubicBezTo>
                <a:cubicBezTo>
                  <a:pt x="116" y="1128"/>
                  <a:pt x="113" y="1124"/>
                  <a:pt x="110" y="1119"/>
                </a:cubicBezTo>
                <a:cubicBezTo>
                  <a:pt x="84" y="1078"/>
                  <a:pt x="62" y="1034"/>
                  <a:pt x="46" y="988"/>
                </a:cubicBezTo>
                <a:cubicBezTo>
                  <a:pt x="29" y="944"/>
                  <a:pt x="18" y="896"/>
                  <a:pt x="12" y="846"/>
                </a:cubicBezTo>
                <a:cubicBezTo>
                  <a:pt x="0" y="750"/>
                  <a:pt x="11" y="650"/>
                  <a:pt x="43" y="557"/>
                </a:cubicBezTo>
                <a:cubicBezTo>
                  <a:pt x="74" y="465"/>
                  <a:pt x="128" y="380"/>
                  <a:pt x="197" y="311"/>
                </a:cubicBezTo>
                <a:cubicBezTo>
                  <a:pt x="298" y="209"/>
                  <a:pt x="298" y="209"/>
                  <a:pt x="298" y="209"/>
                </a:cubicBezTo>
                <a:cubicBezTo>
                  <a:pt x="301" y="206"/>
                  <a:pt x="304" y="204"/>
                  <a:pt x="306" y="201"/>
                </a:cubicBezTo>
                <a:cubicBezTo>
                  <a:pt x="312" y="195"/>
                  <a:pt x="318" y="189"/>
                  <a:pt x="324" y="183"/>
                </a:cubicBezTo>
                <a:cubicBezTo>
                  <a:pt x="337" y="171"/>
                  <a:pt x="337" y="171"/>
                  <a:pt x="337" y="171"/>
                </a:cubicBezTo>
                <a:cubicBezTo>
                  <a:pt x="340" y="168"/>
                  <a:pt x="343" y="166"/>
                  <a:pt x="346" y="163"/>
                </a:cubicBezTo>
                <a:cubicBezTo>
                  <a:pt x="348" y="162"/>
                  <a:pt x="350" y="160"/>
                  <a:pt x="351" y="159"/>
                </a:cubicBezTo>
                <a:cubicBezTo>
                  <a:pt x="365" y="147"/>
                  <a:pt x="365" y="147"/>
                  <a:pt x="365" y="147"/>
                </a:cubicBezTo>
                <a:cubicBezTo>
                  <a:pt x="379" y="136"/>
                  <a:pt x="379" y="136"/>
                  <a:pt x="379" y="136"/>
                </a:cubicBezTo>
                <a:cubicBezTo>
                  <a:pt x="381" y="134"/>
                  <a:pt x="383" y="133"/>
                  <a:pt x="384" y="132"/>
                </a:cubicBezTo>
                <a:cubicBezTo>
                  <a:pt x="388" y="129"/>
                  <a:pt x="391" y="127"/>
                  <a:pt x="394" y="124"/>
                </a:cubicBezTo>
                <a:cubicBezTo>
                  <a:pt x="409" y="114"/>
                  <a:pt x="409" y="114"/>
                  <a:pt x="409" y="114"/>
                </a:cubicBezTo>
                <a:cubicBezTo>
                  <a:pt x="488" y="60"/>
                  <a:pt x="581" y="23"/>
                  <a:pt x="680" y="8"/>
                </a:cubicBezTo>
                <a:cubicBezTo>
                  <a:pt x="727" y="1"/>
                  <a:pt x="777" y="0"/>
                  <a:pt x="826" y="4"/>
                </a:cubicBezTo>
                <a:cubicBezTo>
                  <a:pt x="835" y="4"/>
                  <a:pt x="835" y="4"/>
                  <a:pt x="835" y="4"/>
                </a:cubicBezTo>
                <a:cubicBezTo>
                  <a:pt x="837" y="5"/>
                  <a:pt x="839" y="5"/>
                  <a:pt x="841" y="5"/>
                </a:cubicBezTo>
                <a:cubicBezTo>
                  <a:pt x="862" y="8"/>
                  <a:pt x="862" y="8"/>
                  <a:pt x="862" y="8"/>
                </a:cubicBezTo>
                <a:cubicBezTo>
                  <a:pt x="866" y="8"/>
                  <a:pt x="870" y="9"/>
                  <a:pt x="874" y="9"/>
                </a:cubicBezTo>
                <a:cubicBezTo>
                  <a:pt x="876" y="10"/>
                  <a:pt x="878" y="10"/>
                  <a:pt x="880" y="10"/>
                </a:cubicBezTo>
                <a:cubicBezTo>
                  <a:pt x="899" y="14"/>
                  <a:pt x="899" y="14"/>
                  <a:pt x="899" y="14"/>
                </a:cubicBezTo>
                <a:cubicBezTo>
                  <a:pt x="921" y="18"/>
                  <a:pt x="921" y="18"/>
                  <a:pt x="921" y="18"/>
                </a:cubicBezTo>
                <a:cubicBezTo>
                  <a:pt x="925" y="19"/>
                  <a:pt x="930" y="20"/>
                  <a:pt x="935" y="22"/>
                </a:cubicBezTo>
                <a:cubicBezTo>
                  <a:pt x="938" y="23"/>
                  <a:pt x="941" y="23"/>
                  <a:pt x="944" y="24"/>
                </a:cubicBezTo>
                <a:cubicBezTo>
                  <a:pt x="952" y="27"/>
                  <a:pt x="961" y="29"/>
                  <a:pt x="970" y="32"/>
                </a:cubicBezTo>
                <a:cubicBezTo>
                  <a:pt x="1016" y="46"/>
                  <a:pt x="1061" y="66"/>
                  <a:pt x="1103" y="91"/>
                </a:cubicBezTo>
                <a:cubicBezTo>
                  <a:pt x="1145" y="116"/>
                  <a:pt x="1184" y="146"/>
                  <a:pt x="1219" y="179"/>
                </a:cubicBezTo>
                <a:cubicBezTo>
                  <a:pt x="1232" y="192"/>
                  <a:pt x="1232" y="192"/>
                  <a:pt x="1232" y="192"/>
                </a:cubicBezTo>
                <a:cubicBezTo>
                  <a:pt x="1347" y="306"/>
                  <a:pt x="1347" y="306"/>
                  <a:pt x="1347" y="306"/>
                </a:cubicBezTo>
                <a:cubicBezTo>
                  <a:pt x="1353" y="312"/>
                  <a:pt x="1358" y="318"/>
                  <a:pt x="1363" y="323"/>
                </a:cubicBezTo>
                <a:cubicBezTo>
                  <a:pt x="1366" y="326"/>
                  <a:pt x="1369" y="329"/>
                  <a:pt x="1372" y="332"/>
                </a:cubicBezTo>
                <a:cubicBezTo>
                  <a:pt x="1372" y="333"/>
                  <a:pt x="1372" y="333"/>
                  <a:pt x="1372" y="333"/>
                </a:cubicBezTo>
                <a:cubicBezTo>
                  <a:pt x="1378" y="340"/>
                  <a:pt x="1384" y="347"/>
                  <a:pt x="1390" y="354"/>
                </a:cubicBezTo>
                <a:cubicBezTo>
                  <a:pt x="1396" y="361"/>
                  <a:pt x="1396" y="361"/>
                  <a:pt x="1396" y="361"/>
                </a:cubicBezTo>
                <a:cubicBezTo>
                  <a:pt x="1399" y="364"/>
                  <a:pt x="1401" y="367"/>
                  <a:pt x="1404" y="371"/>
                </a:cubicBezTo>
                <a:cubicBezTo>
                  <a:pt x="1409" y="377"/>
                  <a:pt x="1414" y="383"/>
                  <a:pt x="1418" y="390"/>
                </a:cubicBezTo>
                <a:cubicBezTo>
                  <a:pt x="1476" y="470"/>
                  <a:pt x="1515" y="562"/>
                  <a:pt x="1531" y="657"/>
                </a:cubicBezTo>
                <a:cubicBezTo>
                  <a:pt x="1539" y="707"/>
                  <a:pt x="1542" y="756"/>
                  <a:pt x="1540" y="803"/>
                </a:cubicBezTo>
                <a:cubicBezTo>
                  <a:pt x="1537" y="852"/>
                  <a:pt x="1529" y="901"/>
                  <a:pt x="1516" y="947"/>
                </a:cubicBezTo>
                <a:cubicBezTo>
                  <a:pt x="1489" y="1040"/>
                  <a:pt x="1441" y="1128"/>
                  <a:pt x="1375" y="1202"/>
                </a:cubicBezTo>
                <a:cubicBezTo>
                  <a:pt x="1370" y="1207"/>
                  <a:pt x="1362" y="1207"/>
                  <a:pt x="1357" y="1203"/>
                </a:cubicBezTo>
                <a:cubicBezTo>
                  <a:pt x="1352" y="1198"/>
                  <a:pt x="1351" y="1190"/>
                  <a:pt x="1356" y="1185"/>
                </a:cubicBezTo>
                <a:cubicBezTo>
                  <a:pt x="1419" y="1114"/>
                  <a:pt x="1466" y="1030"/>
                  <a:pt x="1491" y="940"/>
                </a:cubicBezTo>
                <a:cubicBezTo>
                  <a:pt x="1504" y="895"/>
                  <a:pt x="1512" y="849"/>
                  <a:pt x="1514" y="802"/>
                </a:cubicBezTo>
                <a:cubicBezTo>
                  <a:pt x="1517" y="756"/>
                  <a:pt x="1514" y="709"/>
                  <a:pt x="1506" y="662"/>
                </a:cubicBezTo>
                <a:cubicBezTo>
                  <a:pt x="1491" y="570"/>
                  <a:pt x="1453" y="481"/>
                  <a:pt x="1398" y="404"/>
                </a:cubicBezTo>
                <a:cubicBezTo>
                  <a:pt x="1393" y="398"/>
                  <a:pt x="1389" y="392"/>
                  <a:pt x="1384" y="386"/>
                </a:cubicBezTo>
                <a:cubicBezTo>
                  <a:pt x="1381" y="383"/>
                  <a:pt x="1379" y="380"/>
                  <a:pt x="1376" y="376"/>
                </a:cubicBezTo>
                <a:cubicBezTo>
                  <a:pt x="1371" y="370"/>
                  <a:pt x="1371" y="370"/>
                  <a:pt x="1371" y="370"/>
                </a:cubicBezTo>
                <a:cubicBezTo>
                  <a:pt x="1365" y="363"/>
                  <a:pt x="1359" y="356"/>
                  <a:pt x="1353" y="350"/>
                </a:cubicBezTo>
                <a:cubicBezTo>
                  <a:pt x="1351" y="347"/>
                  <a:pt x="1348" y="344"/>
                  <a:pt x="1345" y="341"/>
                </a:cubicBezTo>
                <a:cubicBezTo>
                  <a:pt x="1340" y="335"/>
                  <a:pt x="1334" y="330"/>
                  <a:pt x="1329" y="324"/>
                </a:cubicBezTo>
                <a:cubicBezTo>
                  <a:pt x="1215" y="210"/>
                  <a:pt x="1215" y="210"/>
                  <a:pt x="1215" y="210"/>
                </a:cubicBezTo>
                <a:cubicBezTo>
                  <a:pt x="1202" y="198"/>
                  <a:pt x="1202" y="198"/>
                  <a:pt x="1202" y="198"/>
                </a:cubicBezTo>
                <a:cubicBezTo>
                  <a:pt x="1168" y="165"/>
                  <a:pt x="1130" y="137"/>
                  <a:pt x="1090" y="113"/>
                </a:cubicBezTo>
                <a:cubicBezTo>
                  <a:pt x="1050" y="89"/>
                  <a:pt x="1006" y="70"/>
                  <a:pt x="962" y="56"/>
                </a:cubicBezTo>
                <a:cubicBezTo>
                  <a:pt x="954" y="53"/>
                  <a:pt x="946" y="51"/>
                  <a:pt x="938" y="49"/>
                </a:cubicBezTo>
                <a:cubicBezTo>
                  <a:pt x="934" y="48"/>
                  <a:pt x="931" y="47"/>
                  <a:pt x="928" y="46"/>
                </a:cubicBezTo>
                <a:cubicBezTo>
                  <a:pt x="923" y="45"/>
                  <a:pt x="919" y="44"/>
                  <a:pt x="915" y="43"/>
                </a:cubicBezTo>
                <a:cubicBezTo>
                  <a:pt x="894" y="39"/>
                  <a:pt x="894" y="39"/>
                  <a:pt x="894" y="39"/>
                </a:cubicBezTo>
                <a:cubicBezTo>
                  <a:pt x="876" y="36"/>
                  <a:pt x="876" y="36"/>
                  <a:pt x="876" y="36"/>
                </a:cubicBezTo>
                <a:cubicBezTo>
                  <a:pt x="874" y="35"/>
                  <a:pt x="872" y="35"/>
                  <a:pt x="870" y="35"/>
                </a:cubicBezTo>
                <a:cubicBezTo>
                  <a:pt x="866" y="34"/>
                  <a:pt x="863" y="33"/>
                  <a:pt x="859" y="33"/>
                </a:cubicBezTo>
                <a:cubicBezTo>
                  <a:pt x="838" y="30"/>
                  <a:pt x="838" y="30"/>
                  <a:pt x="838" y="30"/>
                </a:cubicBezTo>
                <a:cubicBezTo>
                  <a:pt x="836" y="30"/>
                  <a:pt x="834" y="30"/>
                  <a:pt x="833" y="30"/>
                </a:cubicBezTo>
                <a:cubicBezTo>
                  <a:pt x="824" y="29"/>
                  <a:pt x="824" y="29"/>
                  <a:pt x="824" y="29"/>
                </a:cubicBezTo>
                <a:cubicBezTo>
                  <a:pt x="777" y="25"/>
                  <a:pt x="729" y="27"/>
                  <a:pt x="683" y="34"/>
                </a:cubicBezTo>
                <a:cubicBezTo>
                  <a:pt x="589" y="48"/>
                  <a:pt x="499" y="83"/>
                  <a:pt x="424" y="135"/>
                </a:cubicBezTo>
                <a:cubicBezTo>
                  <a:pt x="409" y="145"/>
                  <a:pt x="409" y="145"/>
                  <a:pt x="409" y="145"/>
                </a:cubicBezTo>
                <a:cubicBezTo>
                  <a:pt x="406" y="147"/>
                  <a:pt x="403" y="150"/>
                  <a:pt x="400" y="152"/>
                </a:cubicBezTo>
                <a:cubicBezTo>
                  <a:pt x="398" y="153"/>
                  <a:pt x="397" y="155"/>
                  <a:pt x="395" y="156"/>
                </a:cubicBezTo>
                <a:cubicBezTo>
                  <a:pt x="381" y="167"/>
                  <a:pt x="381" y="167"/>
                  <a:pt x="381" y="167"/>
                </a:cubicBezTo>
                <a:cubicBezTo>
                  <a:pt x="368" y="178"/>
                  <a:pt x="368" y="178"/>
                  <a:pt x="368" y="178"/>
                </a:cubicBezTo>
                <a:cubicBezTo>
                  <a:pt x="366" y="180"/>
                  <a:pt x="365" y="181"/>
                  <a:pt x="363" y="182"/>
                </a:cubicBezTo>
                <a:cubicBezTo>
                  <a:pt x="360" y="185"/>
                  <a:pt x="357" y="187"/>
                  <a:pt x="355" y="189"/>
                </a:cubicBezTo>
                <a:cubicBezTo>
                  <a:pt x="342" y="202"/>
                  <a:pt x="342" y="202"/>
                  <a:pt x="342" y="202"/>
                </a:cubicBezTo>
                <a:cubicBezTo>
                  <a:pt x="336" y="208"/>
                  <a:pt x="330" y="214"/>
                  <a:pt x="324" y="219"/>
                </a:cubicBezTo>
                <a:cubicBezTo>
                  <a:pt x="322" y="222"/>
                  <a:pt x="319" y="224"/>
                  <a:pt x="316" y="227"/>
                </a:cubicBezTo>
                <a:cubicBezTo>
                  <a:pt x="215" y="329"/>
                  <a:pt x="215" y="329"/>
                  <a:pt x="215" y="329"/>
                </a:cubicBezTo>
                <a:cubicBezTo>
                  <a:pt x="148" y="395"/>
                  <a:pt x="97" y="477"/>
                  <a:pt x="67" y="565"/>
                </a:cubicBezTo>
                <a:cubicBezTo>
                  <a:pt x="36" y="655"/>
                  <a:pt x="26" y="751"/>
                  <a:pt x="37" y="843"/>
                </a:cubicBezTo>
                <a:cubicBezTo>
                  <a:pt x="43" y="891"/>
                  <a:pt x="54" y="937"/>
                  <a:pt x="69" y="979"/>
                </a:cubicBezTo>
                <a:cubicBezTo>
                  <a:pt x="85" y="1024"/>
                  <a:pt x="106" y="1066"/>
                  <a:pt x="132" y="1105"/>
                </a:cubicBezTo>
                <a:cubicBezTo>
                  <a:pt x="132" y="1106"/>
                  <a:pt x="132" y="1106"/>
                  <a:pt x="132" y="1106"/>
                </a:cubicBezTo>
                <a:cubicBezTo>
                  <a:pt x="134" y="1110"/>
                  <a:pt x="137" y="1114"/>
                  <a:pt x="140" y="1118"/>
                </a:cubicBezTo>
                <a:cubicBezTo>
                  <a:pt x="152" y="1135"/>
                  <a:pt x="152" y="1135"/>
                  <a:pt x="152" y="1135"/>
                </a:cubicBezTo>
                <a:cubicBezTo>
                  <a:pt x="158" y="1143"/>
                  <a:pt x="165" y="1152"/>
                  <a:pt x="171" y="1160"/>
                </a:cubicBezTo>
                <a:cubicBezTo>
                  <a:pt x="173" y="1162"/>
                  <a:pt x="173" y="1162"/>
                  <a:pt x="173" y="1162"/>
                </a:cubicBezTo>
                <a:cubicBezTo>
                  <a:pt x="184" y="1176"/>
                  <a:pt x="184" y="1176"/>
                  <a:pt x="184" y="1176"/>
                </a:cubicBezTo>
                <a:cubicBezTo>
                  <a:pt x="186" y="1177"/>
                  <a:pt x="187" y="1179"/>
                  <a:pt x="188" y="1180"/>
                </a:cubicBezTo>
                <a:cubicBezTo>
                  <a:pt x="191" y="1183"/>
                  <a:pt x="193" y="1186"/>
                  <a:pt x="196" y="1188"/>
                </a:cubicBezTo>
                <a:cubicBezTo>
                  <a:pt x="199" y="1192"/>
                  <a:pt x="202" y="1195"/>
                  <a:pt x="205" y="1198"/>
                </a:cubicBezTo>
                <a:cubicBezTo>
                  <a:pt x="210" y="1203"/>
                  <a:pt x="215" y="1209"/>
                  <a:pt x="220" y="1214"/>
                </a:cubicBezTo>
                <a:cubicBezTo>
                  <a:pt x="335" y="1329"/>
                  <a:pt x="335" y="1329"/>
                  <a:pt x="335" y="1329"/>
                </a:cubicBezTo>
                <a:cubicBezTo>
                  <a:pt x="348" y="1341"/>
                  <a:pt x="348" y="1341"/>
                  <a:pt x="348" y="1341"/>
                </a:cubicBezTo>
                <a:cubicBezTo>
                  <a:pt x="349" y="1342"/>
                  <a:pt x="351" y="1344"/>
                  <a:pt x="352" y="1345"/>
                </a:cubicBezTo>
                <a:cubicBezTo>
                  <a:pt x="355" y="1348"/>
                  <a:pt x="357" y="1350"/>
                  <a:pt x="360" y="1352"/>
                </a:cubicBezTo>
                <a:cubicBezTo>
                  <a:pt x="381" y="1370"/>
                  <a:pt x="381" y="1370"/>
                  <a:pt x="381" y="1370"/>
                </a:cubicBezTo>
                <a:cubicBezTo>
                  <a:pt x="382" y="1371"/>
                  <a:pt x="383" y="1372"/>
                  <a:pt x="385" y="1373"/>
                </a:cubicBezTo>
                <a:cubicBezTo>
                  <a:pt x="386" y="1374"/>
                  <a:pt x="386" y="1375"/>
                  <a:pt x="387" y="1375"/>
                </a:cubicBezTo>
                <a:cubicBezTo>
                  <a:pt x="401" y="1386"/>
                  <a:pt x="401" y="1386"/>
                  <a:pt x="401" y="1386"/>
                </a:cubicBezTo>
                <a:cubicBezTo>
                  <a:pt x="405" y="1389"/>
                  <a:pt x="409" y="1392"/>
                  <a:pt x="412" y="1394"/>
                </a:cubicBezTo>
                <a:cubicBezTo>
                  <a:pt x="430" y="1407"/>
                  <a:pt x="430" y="1407"/>
                  <a:pt x="430" y="1407"/>
                </a:cubicBezTo>
                <a:cubicBezTo>
                  <a:pt x="468" y="1432"/>
                  <a:pt x="510" y="1454"/>
                  <a:pt x="555" y="1470"/>
                </a:cubicBezTo>
                <a:cubicBezTo>
                  <a:pt x="641" y="1503"/>
                  <a:pt x="737" y="1516"/>
                  <a:pt x="832" y="1508"/>
                </a:cubicBezTo>
                <a:cubicBezTo>
                  <a:pt x="878" y="1503"/>
                  <a:pt x="924" y="1494"/>
                  <a:pt x="969" y="1479"/>
                </a:cubicBezTo>
                <a:cubicBezTo>
                  <a:pt x="977" y="1476"/>
                  <a:pt x="985" y="1473"/>
                  <a:pt x="993" y="1470"/>
                </a:cubicBezTo>
                <a:cubicBezTo>
                  <a:pt x="996" y="1469"/>
                  <a:pt x="999" y="1468"/>
                  <a:pt x="1003" y="1467"/>
                </a:cubicBezTo>
                <a:cubicBezTo>
                  <a:pt x="1007" y="1465"/>
                  <a:pt x="1011" y="1464"/>
                  <a:pt x="1015" y="1462"/>
                </a:cubicBezTo>
                <a:cubicBezTo>
                  <a:pt x="1039" y="1451"/>
                  <a:pt x="1039" y="1451"/>
                  <a:pt x="1039" y="1451"/>
                </a:cubicBezTo>
                <a:cubicBezTo>
                  <a:pt x="1048" y="1447"/>
                  <a:pt x="1057" y="1442"/>
                  <a:pt x="1066" y="1437"/>
                </a:cubicBezTo>
                <a:cubicBezTo>
                  <a:pt x="1089" y="1424"/>
                  <a:pt x="1089" y="1424"/>
                  <a:pt x="1089" y="1424"/>
                </a:cubicBezTo>
                <a:cubicBezTo>
                  <a:pt x="1091" y="1424"/>
                  <a:pt x="1092" y="1423"/>
                  <a:pt x="1094" y="1422"/>
                </a:cubicBezTo>
                <a:cubicBezTo>
                  <a:pt x="1097" y="1420"/>
                  <a:pt x="1097" y="1420"/>
                  <a:pt x="1097" y="1420"/>
                </a:cubicBezTo>
                <a:cubicBezTo>
                  <a:pt x="1137" y="1396"/>
                  <a:pt x="1174" y="1367"/>
                  <a:pt x="1208" y="1334"/>
                </a:cubicBezTo>
                <a:cubicBezTo>
                  <a:pt x="1230" y="1312"/>
                  <a:pt x="1252" y="1290"/>
                  <a:pt x="1273" y="1269"/>
                </a:cubicBezTo>
                <a:cubicBezTo>
                  <a:pt x="1285" y="1257"/>
                  <a:pt x="1297" y="1245"/>
                  <a:pt x="1309" y="1233"/>
                </a:cubicBezTo>
                <a:cubicBezTo>
                  <a:pt x="1314" y="1228"/>
                  <a:pt x="1322" y="1228"/>
                  <a:pt x="1327" y="1233"/>
                </a:cubicBezTo>
                <a:cubicBezTo>
                  <a:pt x="1332" y="1238"/>
                  <a:pt x="1332" y="1246"/>
                  <a:pt x="1327" y="1251"/>
                </a:cubicBezTo>
                <a:cubicBezTo>
                  <a:pt x="1315" y="1263"/>
                  <a:pt x="1303" y="1275"/>
                  <a:pt x="1291" y="1287"/>
                </a:cubicBezTo>
                <a:cubicBezTo>
                  <a:pt x="1270" y="1308"/>
                  <a:pt x="1248" y="1330"/>
                  <a:pt x="1225" y="1352"/>
                </a:cubicBezTo>
                <a:cubicBezTo>
                  <a:pt x="1190" y="1386"/>
                  <a:pt x="1151" y="1416"/>
                  <a:pt x="1110" y="1442"/>
                </a:cubicBezTo>
                <a:cubicBezTo>
                  <a:pt x="1107" y="1443"/>
                  <a:pt x="1107" y="1443"/>
                  <a:pt x="1107" y="1443"/>
                </a:cubicBezTo>
                <a:cubicBezTo>
                  <a:pt x="1106" y="1444"/>
                  <a:pt x="1104" y="1446"/>
                  <a:pt x="1102" y="1447"/>
                </a:cubicBezTo>
                <a:cubicBezTo>
                  <a:pt x="1078" y="1460"/>
                  <a:pt x="1078" y="1460"/>
                  <a:pt x="1078" y="1460"/>
                </a:cubicBezTo>
                <a:cubicBezTo>
                  <a:pt x="1069" y="1465"/>
                  <a:pt x="1059" y="1470"/>
                  <a:pt x="1050" y="1474"/>
                </a:cubicBezTo>
                <a:cubicBezTo>
                  <a:pt x="1045" y="1476"/>
                  <a:pt x="1045" y="1476"/>
                  <a:pt x="1045" y="1476"/>
                </a:cubicBezTo>
                <a:cubicBezTo>
                  <a:pt x="1025" y="1485"/>
                  <a:pt x="1025" y="1485"/>
                  <a:pt x="1025" y="1485"/>
                </a:cubicBezTo>
                <a:cubicBezTo>
                  <a:pt x="1021" y="1487"/>
                  <a:pt x="1016" y="1489"/>
                  <a:pt x="1011" y="1491"/>
                </a:cubicBezTo>
                <a:cubicBezTo>
                  <a:pt x="1008" y="1492"/>
                  <a:pt x="1005" y="1493"/>
                  <a:pt x="1002" y="1494"/>
                </a:cubicBezTo>
                <a:cubicBezTo>
                  <a:pt x="994" y="1497"/>
                  <a:pt x="986" y="1500"/>
                  <a:pt x="977" y="1503"/>
                </a:cubicBezTo>
                <a:cubicBezTo>
                  <a:pt x="930" y="1518"/>
                  <a:pt x="882" y="1528"/>
                  <a:pt x="834" y="1533"/>
                </a:cubicBezTo>
                <a:cubicBezTo>
                  <a:pt x="814" y="1535"/>
                  <a:pt x="795" y="1536"/>
                  <a:pt x="775" y="1536"/>
                </a:cubicBezTo>
                <a:close/>
              </a:path>
            </a:pathLst>
          </a:custGeom>
          <a:solidFill>
            <a:srgbClr val="377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81" name="Freeform 41">
            <a:extLst>
              <a:ext uri="{FF2B5EF4-FFF2-40B4-BE49-F238E27FC236}">
                <a16:creationId xmlns:a16="http://schemas.microsoft.com/office/drawing/2014/main" id="{624C7793-5765-4971-A601-E5B1655CC2D6}"/>
              </a:ext>
            </a:extLst>
          </p:cNvPr>
          <p:cNvSpPr>
            <a:spLocks noEditPoints="1"/>
          </p:cNvSpPr>
          <p:nvPr/>
        </p:nvSpPr>
        <p:spPr bwMode="auto">
          <a:xfrm>
            <a:off x="2089879" y="2178848"/>
            <a:ext cx="2491575" cy="2496812"/>
          </a:xfrm>
          <a:custGeom>
            <a:avLst/>
            <a:gdLst>
              <a:gd name="T0" fmla="*/ 766 w 1426"/>
              <a:gd name="T1" fmla="*/ 1400 h 1428"/>
              <a:gd name="T2" fmla="*/ 922 w 1426"/>
              <a:gd name="T3" fmla="*/ 1363 h 1428"/>
              <a:gd name="T4" fmla="*/ 946 w 1426"/>
              <a:gd name="T5" fmla="*/ 1380 h 1428"/>
              <a:gd name="T6" fmla="*/ 864 w 1426"/>
              <a:gd name="T7" fmla="*/ 1408 h 1428"/>
              <a:gd name="T8" fmla="*/ 563 w 1426"/>
              <a:gd name="T9" fmla="*/ 1408 h 1428"/>
              <a:gd name="T10" fmla="*/ 580 w 1426"/>
              <a:gd name="T11" fmla="*/ 1400 h 1428"/>
              <a:gd name="T12" fmla="*/ 443 w 1426"/>
              <a:gd name="T13" fmla="*/ 1363 h 1428"/>
              <a:gd name="T14" fmla="*/ 344 w 1426"/>
              <a:gd name="T15" fmla="*/ 1299 h 1428"/>
              <a:gd name="T16" fmla="*/ 306 w 1426"/>
              <a:gd name="T17" fmla="*/ 1266 h 1428"/>
              <a:gd name="T18" fmla="*/ 260 w 1426"/>
              <a:gd name="T19" fmla="*/ 1184 h 1428"/>
              <a:gd name="T20" fmla="*/ 354 w 1426"/>
              <a:gd name="T21" fmla="*/ 1274 h 1428"/>
              <a:gd name="T22" fmla="*/ 386 w 1426"/>
              <a:gd name="T23" fmla="*/ 1298 h 1428"/>
              <a:gd name="T24" fmla="*/ 539 w 1426"/>
              <a:gd name="T25" fmla="*/ 1388 h 1428"/>
              <a:gd name="T26" fmla="*/ 980 w 1426"/>
              <a:gd name="T27" fmla="*/ 1337 h 1428"/>
              <a:gd name="T28" fmla="*/ 1006 w 1426"/>
              <a:gd name="T29" fmla="*/ 1336 h 1428"/>
              <a:gd name="T30" fmla="*/ 1228 w 1426"/>
              <a:gd name="T31" fmla="*/ 1140 h 1428"/>
              <a:gd name="T32" fmla="*/ 221 w 1426"/>
              <a:gd name="T33" fmla="*/ 1176 h 1428"/>
              <a:gd name="T34" fmla="*/ 191 w 1426"/>
              <a:gd name="T35" fmla="*/ 1146 h 1428"/>
              <a:gd name="T36" fmla="*/ 145 w 1426"/>
              <a:gd name="T37" fmla="*/ 1103 h 1428"/>
              <a:gd name="T38" fmla="*/ 114 w 1426"/>
              <a:gd name="T39" fmla="*/ 1064 h 1428"/>
              <a:gd name="T40" fmla="*/ 15 w 1426"/>
              <a:gd name="T41" fmla="*/ 844 h 1428"/>
              <a:gd name="T42" fmla="*/ 116 w 1426"/>
              <a:gd name="T43" fmla="*/ 1023 h 1428"/>
              <a:gd name="T44" fmla="*/ 164 w 1426"/>
              <a:gd name="T45" fmla="*/ 1086 h 1428"/>
              <a:gd name="T46" fmla="*/ 200 w 1426"/>
              <a:gd name="T47" fmla="*/ 1124 h 1428"/>
              <a:gd name="T48" fmla="*/ 1306 w 1426"/>
              <a:gd name="T49" fmla="*/ 1029 h 1428"/>
              <a:gd name="T50" fmla="*/ 1274 w 1426"/>
              <a:gd name="T51" fmla="*/ 1111 h 1428"/>
              <a:gd name="T52" fmla="*/ 1327 w 1426"/>
              <a:gd name="T53" fmla="*/ 994 h 1428"/>
              <a:gd name="T54" fmla="*/ 1349 w 1426"/>
              <a:gd name="T55" fmla="*/ 1006 h 1428"/>
              <a:gd name="T56" fmla="*/ 1378 w 1426"/>
              <a:gd name="T57" fmla="*/ 872 h 1428"/>
              <a:gd name="T58" fmla="*/ 1405 w 1426"/>
              <a:gd name="T59" fmla="*/ 618 h 1428"/>
              <a:gd name="T60" fmla="*/ 1369 w 1426"/>
              <a:gd name="T61" fmla="*/ 967 h 1428"/>
              <a:gd name="T62" fmla="*/ 7 w 1426"/>
              <a:gd name="T63" fmla="*/ 801 h 1428"/>
              <a:gd name="T64" fmla="*/ 21 w 1426"/>
              <a:gd name="T65" fmla="*/ 812 h 1428"/>
              <a:gd name="T66" fmla="*/ 2 w 1426"/>
              <a:gd name="T67" fmla="*/ 672 h 1428"/>
              <a:gd name="T68" fmla="*/ 98 w 1426"/>
              <a:gd name="T69" fmla="*/ 437 h 1428"/>
              <a:gd name="T70" fmla="*/ 16 w 1426"/>
              <a:gd name="T71" fmla="*/ 770 h 1428"/>
              <a:gd name="T72" fmla="*/ 1410 w 1426"/>
              <a:gd name="T73" fmla="*/ 596 h 1428"/>
              <a:gd name="T74" fmla="*/ 1293 w 1426"/>
              <a:gd name="T75" fmla="*/ 382 h 1428"/>
              <a:gd name="T76" fmla="*/ 1253 w 1426"/>
              <a:gd name="T77" fmla="*/ 332 h 1428"/>
              <a:gd name="T78" fmla="*/ 1197 w 1426"/>
              <a:gd name="T79" fmla="*/ 276 h 1428"/>
              <a:gd name="T80" fmla="*/ 1271 w 1426"/>
              <a:gd name="T81" fmla="*/ 315 h 1428"/>
              <a:gd name="T82" fmla="*/ 1293 w 1426"/>
              <a:gd name="T83" fmla="*/ 341 h 1428"/>
              <a:gd name="T84" fmla="*/ 109 w 1426"/>
              <a:gd name="T85" fmla="*/ 407 h 1428"/>
              <a:gd name="T86" fmla="*/ 122 w 1426"/>
              <a:gd name="T87" fmla="*/ 392 h 1428"/>
              <a:gd name="T88" fmla="*/ 124 w 1426"/>
              <a:gd name="T89" fmla="*/ 352 h 1428"/>
              <a:gd name="T90" fmla="*/ 312 w 1426"/>
              <a:gd name="T91" fmla="*/ 157 h 1428"/>
              <a:gd name="T92" fmla="*/ 356 w 1426"/>
              <a:gd name="T93" fmla="*/ 121 h 1428"/>
              <a:gd name="T94" fmla="*/ 383 w 1426"/>
              <a:gd name="T95" fmla="*/ 133 h 1428"/>
              <a:gd name="T96" fmla="*/ 342 w 1426"/>
              <a:gd name="T97" fmla="*/ 165 h 1428"/>
              <a:gd name="T98" fmla="*/ 306 w 1426"/>
              <a:gd name="T99" fmla="*/ 198 h 1428"/>
              <a:gd name="T100" fmla="*/ 1167 w 1426"/>
              <a:gd name="T101" fmla="*/ 246 h 1428"/>
              <a:gd name="T102" fmla="*/ 1146 w 1426"/>
              <a:gd name="T103" fmla="*/ 220 h 1428"/>
              <a:gd name="T104" fmla="*/ 1002 w 1426"/>
              <a:gd name="T105" fmla="*/ 106 h 1428"/>
              <a:gd name="T106" fmla="*/ 857 w 1426"/>
              <a:gd name="T107" fmla="*/ 46 h 1428"/>
              <a:gd name="T108" fmla="*/ 892 w 1426"/>
              <a:gd name="T109" fmla="*/ 29 h 1428"/>
              <a:gd name="T110" fmla="*/ 1121 w 1426"/>
              <a:gd name="T111" fmla="*/ 165 h 1428"/>
              <a:gd name="T112" fmla="*/ 411 w 1426"/>
              <a:gd name="T113" fmla="*/ 112 h 1428"/>
              <a:gd name="T114" fmla="*/ 422 w 1426"/>
              <a:gd name="T115" fmla="*/ 92 h 1428"/>
              <a:gd name="T116" fmla="*/ 442 w 1426"/>
              <a:gd name="T117" fmla="*/ 67 h 1428"/>
              <a:gd name="T118" fmla="*/ 774 w 1426"/>
              <a:gd name="T119" fmla="*/ 5 h 1428"/>
              <a:gd name="T120" fmla="*/ 774 w 1426"/>
              <a:gd name="T121" fmla="*/ 30 h 1428"/>
              <a:gd name="T122" fmla="*/ 453 w 1426"/>
              <a:gd name="T123" fmla="*/ 90 h 1428"/>
              <a:gd name="T124" fmla="*/ 808 w 1426"/>
              <a:gd name="T125" fmla="*/ 31 h 1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426" h="1428">
                <a:moveTo>
                  <a:pt x="714" y="1428"/>
                </a:moveTo>
                <a:cubicBezTo>
                  <a:pt x="678" y="1428"/>
                  <a:pt x="641" y="1424"/>
                  <a:pt x="606" y="1418"/>
                </a:cubicBezTo>
                <a:cubicBezTo>
                  <a:pt x="600" y="1417"/>
                  <a:pt x="595" y="1410"/>
                  <a:pt x="596" y="1403"/>
                </a:cubicBezTo>
                <a:cubicBezTo>
                  <a:pt x="597" y="1397"/>
                  <a:pt x="603" y="1393"/>
                  <a:pt x="609" y="1393"/>
                </a:cubicBezTo>
                <a:cubicBezTo>
                  <a:pt x="609" y="1393"/>
                  <a:pt x="610" y="1393"/>
                  <a:pt x="611" y="1393"/>
                </a:cubicBezTo>
                <a:cubicBezTo>
                  <a:pt x="661" y="1402"/>
                  <a:pt x="714" y="1404"/>
                  <a:pt x="766" y="1400"/>
                </a:cubicBezTo>
                <a:cubicBezTo>
                  <a:pt x="796" y="1397"/>
                  <a:pt x="827" y="1391"/>
                  <a:pt x="858" y="1383"/>
                </a:cubicBezTo>
                <a:cubicBezTo>
                  <a:pt x="869" y="1381"/>
                  <a:pt x="880" y="1377"/>
                  <a:pt x="891" y="1373"/>
                </a:cubicBezTo>
                <a:cubicBezTo>
                  <a:pt x="892" y="1373"/>
                  <a:pt x="892" y="1373"/>
                  <a:pt x="892" y="1373"/>
                </a:cubicBezTo>
                <a:cubicBezTo>
                  <a:pt x="898" y="1371"/>
                  <a:pt x="905" y="1369"/>
                  <a:pt x="912" y="1366"/>
                </a:cubicBezTo>
                <a:cubicBezTo>
                  <a:pt x="915" y="1365"/>
                  <a:pt x="918" y="1364"/>
                  <a:pt x="922" y="1363"/>
                </a:cubicBezTo>
                <a:cubicBezTo>
                  <a:pt x="922" y="1363"/>
                  <a:pt x="922" y="1363"/>
                  <a:pt x="922" y="1363"/>
                </a:cubicBezTo>
                <a:cubicBezTo>
                  <a:pt x="922" y="1362"/>
                  <a:pt x="922" y="1362"/>
                  <a:pt x="922" y="1362"/>
                </a:cubicBezTo>
                <a:cubicBezTo>
                  <a:pt x="925" y="1361"/>
                  <a:pt x="929" y="1360"/>
                  <a:pt x="933" y="1358"/>
                </a:cubicBezTo>
                <a:cubicBezTo>
                  <a:pt x="934" y="1357"/>
                  <a:pt x="935" y="1357"/>
                  <a:pt x="936" y="1357"/>
                </a:cubicBezTo>
                <a:cubicBezTo>
                  <a:pt x="938" y="1356"/>
                  <a:pt x="939" y="1356"/>
                  <a:pt x="941" y="1356"/>
                </a:cubicBezTo>
                <a:cubicBezTo>
                  <a:pt x="946" y="1356"/>
                  <a:pt x="951" y="1359"/>
                  <a:pt x="953" y="1363"/>
                </a:cubicBezTo>
                <a:cubicBezTo>
                  <a:pt x="956" y="1370"/>
                  <a:pt x="953" y="1377"/>
                  <a:pt x="946" y="1380"/>
                </a:cubicBezTo>
                <a:cubicBezTo>
                  <a:pt x="945" y="1380"/>
                  <a:pt x="944" y="1381"/>
                  <a:pt x="943" y="1381"/>
                </a:cubicBezTo>
                <a:cubicBezTo>
                  <a:pt x="939" y="1383"/>
                  <a:pt x="935" y="1385"/>
                  <a:pt x="931" y="1386"/>
                </a:cubicBezTo>
                <a:cubicBezTo>
                  <a:pt x="928" y="1387"/>
                  <a:pt x="925" y="1389"/>
                  <a:pt x="922" y="1390"/>
                </a:cubicBezTo>
                <a:cubicBezTo>
                  <a:pt x="914" y="1393"/>
                  <a:pt x="907" y="1395"/>
                  <a:pt x="899" y="1398"/>
                </a:cubicBezTo>
                <a:cubicBezTo>
                  <a:pt x="899" y="1398"/>
                  <a:pt x="899" y="1398"/>
                  <a:pt x="899" y="1398"/>
                </a:cubicBezTo>
                <a:cubicBezTo>
                  <a:pt x="888" y="1401"/>
                  <a:pt x="876" y="1405"/>
                  <a:pt x="864" y="1408"/>
                </a:cubicBezTo>
                <a:cubicBezTo>
                  <a:pt x="832" y="1416"/>
                  <a:pt x="800" y="1422"/>
                  <a:pt x="768" y="1425"/>
                </a:cubicBezTo>
                <a:cubicBezTo>
                  <a:pt x="750" y="1427"/>
                  <a:pt x="732" y="1428"/>
                  <a:pt x="714" y="1428"/>
                </a:cubicBezTo>
                <a:close/>
                <a:moveTo>
                  <a:pt x="567" y="1409"/>
                </a:moveTo>
                <a:cubicBezTo>
                  <a:pt x="566" y="1409"/>
                  <a:pt x="565" y="1409"/>
                  <a:pt x="564" y="1409"/>
                </a:cubicBezTo>
                <a:cubicBezTo>
                  <a:pt x="563" y="1408"/>
                  <a:pt x="563" y="1408"/>
                  <a:pt x="563" y="1408"/>
                </a:cubicBezTo>
                <a:cubicBezTo>
                  <a:pt x="563" y="1408"/>
                  <a:pt x="563" y="1408"/>
                  <a:pt x="563" y="1408"/>
                </a:cubicBezTo>
                <a:cubicBezTo>
                  <a:pt x="560" y="1407"/>
                  <a:pt x="558" y="1405"/>
                  <a:pt x="556" y="1403"/>
                </a:cubicBezTo>
                <a:cubicBezTo>
                  <a:pt x="555" y="1400"/>
                  <a:pt x="554" y="1397"/>
                  <a:pt x="555" y="1393"/>
                </a:cubicBezTo>
                <a:cubicBezTo>
                  <a:pt x="557" y="1387"/>
                  <a:pt x="564" y="1382"/>
                  <a:pt x="570" y="1384"/>
                </a:cubicBezTo>
                <a:cubicBezTo>
                  <a:pt x="570" y="1384"/>
                  <a:pt x="570" y="1384"/>
                  <a:pt x="570" y="1384"/>
                </a:cubicBezTo>
                <a:cubicBezTo>
                  <a:pt x="570" y="1384"/>
                  <a:pt x="570" y="1384"/>
                  <a:pt x="570" y="1384"/>
                </a:cubicBezTo>
                <a:cubicBezTo>
                  <a:pt x="577" y="1386"/>
                  <a:pt x="581" y="1393"/>
                  <a:pt x="580" y="1400"/>
                </a:cubicBezTo>
                <a:cubicBezTo>
                  <a:pt x="578" y="1405"/>
                  <a:pt x="573" y="1409"/>
                  <a:pt x="567" y="1409"/>
                </a:cubicBezTo>
                <a:close/>
                <a:moveTo>
                  <a:pt x="527" y="1397"/>
                </a:moveTo>
                <a:cubicBezTo>
                  <a:pt x="525" y="1397"/>
                  <a:pt x="524" y="1397"/>
                  <a:pt x="522" y="1396"/>
                </a:cubicBezTo>
                <a:cubicBezTo>
                  <a:pt x="516" y="1394"/>
                  <a:pt x="510" y="1392"/>
                  <a:pt x="504" y="1390"/>
                </a:cubicBezTo>
                <a:cubicBezTo>
                  <a:pt x="483" y="1382"/>
                  <a:pt x="462" y="1373"/>
                  <a:pt x="443" y="1363"/>
                </a:cubicBezTo>
                <a:cubicBezTo>
                  <a:pt x="443" y="1363"/>
                  <a:pt x="443" y="1363"/>
                  <a:pt x="443" y="1363"/>
                </a:cubicBezTo>
                <a:cubicBezTo>
                  <a:pt x="443" y="1363"/>
                  <a:pt x="442" y="1363"/>
                  <a:pt x="442" y="1362"/>
                </a:cubicBezTo>
                <a:cubicBezTo>
                  <a:pt x="422" y="1352"/>
                  <a:pt x="403" y="1341"/>
                  <a:pt x="385" y="1329"/>
                </a:cubicBezTo>
                <a:cubicBezTo>
                  <a:pt x="371" y="1319"/>
                  <a:pt x="371" y="1319"/>
                  <a:pt x="371" y="1319"/>
                </a:cubicBezTo>
                <a:cubicBezTo>
                  <a:pt x="370" y="1319"/>
                  <a:pt x="369" y="1318"/>
                  <a:pt x="368" y="1317"/>
                </a:cubicBezTo>
                <a:cubicBezTo>
                  <a:pt x="365" y="1315"/>
                  <a:pt x="361" y="1312"/>
                  <a:pt x="357" y="1309"/>
                </a:cubicBezTo>
                <a:cubicBezTo>
                  <a:pt x="344" y="1299"/>
                  <a:pt x="344" y="1299"/>
                  <a:pt x="344" y="1299"/>
                </a:cubicBezTo>
                <a:cubicBezTo>
                  <a:pt x="344" y="1299"/>
                  <a:pt x="343" y="1298"/>
                  <a:pt x="342" y="1298"/>
                </a:cubicBezTo>
                <a:cubicBezTo>
                  <a:pt x="341" y="1296"/>
                  <a:pt x="339" y="1295"/>
                  <a:pt x="337" y="1294"/>
                </a:cubicBezTo>
                <a:cubicBezTo>
                  <a:pt x="337" y="1294"/>
                  <a:pt x="337" y="1294"/>
                  <a:pt x="337" y="1294"/>
                </a:cubicBezTo>
                <a:cubicBezTo>
                  <a:pt x="319" y="1278"/>
                  <a:pt x="319" y="1278"/>
                  <a:pt x="319" y="1278"/>
                </a:cubicBezTo>
                <a:cubicBezTo>
                  <a:pt x="316" y="1275"/>
                  <a:pt x="313" y="1272"/>
                  <a:pt x="310" y="1270"/>
                </a:cubicBezTo>
                <a:cubicBezTo>
                  <a:pt x="309" y="1269"/>
                  <a:pt x="308" y="1267"/>
                  <a:pt x="306" y="1266"/>
                </a:cubicBezTo>
                <a:cubicBezTo>
                  <a:pt x="306" y="1266"/>
                  <a:pt x="306" y="1266"/>
                  <a:pt x="306" y="1266"/>
                </a:cubicBezTo>
                <a:cubicBezTo>
                  <a:pt x="294" y="1255"/>
                  <a:pt x="294" y="1255"/>
                  <a:pt x="294" y="1255"/>
                </a:cubicBezTo>
                <a:cubicBezTo>
                  <a:pt x="242" y="1202"/>
                  <a:pt x="242" y="1202"/>
                  <a:pt x="242" y="1202"/>
                </a:cubicBezTo>
                <a:cubicBezTo>
                  <a:pt x="239" y="1200"/>
                  <a:pt x="238" y="1197"/>
                  <a:pt x="238" y="1193"/>
                </a:cubicBezTo>
                <a:cubicBezTo>
                  <a:pt x="238" y="1190"/>
                  <a:pt x="239" y="1187"/>
                  <a:pt x="242" y="1184"/>
                </a:cubicBezTo>
                <a:cubicBezTo>
                  <a:pt x="247" y="1179"/>
                  <a:pt x="255" y="1179"/>
                  <a:pt x="260" y="1184"/>
                </a:cubicBezTo>
                <a:cubicBezTo>
                  <a:pt x="312" y="1236"/>
                  <a:pt x="312" y="1236"/>
                  <a:pt x="312" y="1236"/>
                </a:cubicBezTo>
                <a:cubicBezTo>
                  <a:pt x="324" y="1248"/>
                  <a:pt x="324" y="1248"/>
                  <a:pt x="324" y="1248"/>
                </a:cubicBezTo>
                <a:cubicBezTo>
                  <a:pt x="325" y="1249"/>
                  <a:pt x="327" y="1250"/>
                  <a:pt x="328" y="1252"/>
                </a:cubicBezTo>
                <a:cubicBezTo>
                  <a:pt x="331" y="1254"/>
                  <a:pt x="333" y="1256"/>
                  <a:pt x="335" y="1258"/>
                </a:cubicBezTo>
                <a:cubicBezTo>
                  <a:pt x="335" y="1258"/>
                  <a:pt x="335" y="1258"/>
                  <a:pt x="335" y="1258"/>
                </a:cubicBezTo>
                <a:cubicBezTo>
                  <a:pt x="354" y="1274"/>
                  <a:pt x="354" y="1274"/>
                  <a:pt x="354" y="1274"/>
                </a:cubicBezTo>
                <a:cubicBezTo>
                  <a:pt x="355" y="1275"/>
                  <a:pt x="356" y="1276"/>
                  <a:pt x="357" y="1277"/>
                </a:cubicBezTo>
                <a:cubicBezTo>
                  <a:pt x="358" y="1278"/>
                  <a:pt x="359" y="1278"/>
                  <a:pt x="360" y="1279"/>
                </a:cubicBezTo>
                <a:cubicBezTo>
                  <a:pt x="360" y="1279"/>
                  <a:pt x="360" y="1279"/>
                  <a:pt x="360" y="1279"/>
                </a:cubicBezTo>
                <a:cubicBezTo>
                  <a:pt x="373" y="1289"/>
                  <a:pt x="373" y="1289"/>
                  <a:pt x="373" y="1289"/>
                </a:cubicBezTo>
                <a:cubicBezTo>
                  <a:pt x="376" y="1292"/>
                  <a:pt x="379" y="1294"/>
                  <a:pt x="383" y="1296"/>
                </a:cubicBezTo>
                <a:cubicBezTo>
                  <a:pt x="384" y="1297"/>
                  <a:pt x="385" y="1298"/>
                  <a:pt x="386" y="1298"/>
                </a:cubicBezTo>
                <a:cubicBezTo>
                  <a:pt x="399" y="1308"/>
                  <a:pt x="399" y="1308"/>
                  <a:pt x="399" y="1308"/>
                </a:cubicBezTo>
                <a:cubicBezTo>
                  <a:pt x="416" y="1319"/>
                  <a:pt x="435" y="1330"/>
                  <a:pt x="454" y="1340"/>
                </a:cubicBezTo>
                <a:cubicBezTo>
                  <a:pt x="454" y="1340"/>
                  <a:pt x="454" y="1340"/>
                  <a:pt x="454" y="1340"/>
                </a:cubicBezTo>
                <a:cubicBezTo>
                  <a:pt x="473" y="1350"/>
                  <a:pt x="493" y="1358"/>
                  <a:pt x="513" y="1366"/>
                </a:cubicBezTo>
                <a:cubicBezTo>
                  <a:pt x="519" y="1368"/>
                  <a:pt x="524" y="1370"/>
                  <a:pt x="531" y="1372"/>
                </a:cubicBezTo>
                <a:cubicBezTo>
                  <a:pt x="537" y="1374"/>
                  <a:pt x="541" y="1382"/>
                  <a:pt x="539" y="1388"/>
                </a:cubicBezTo>
                <a:cubicBezTo>
                  <a:pt x="537" y="1394"/>
                  <a:pt x="532" y="1397"/>
                  <a:pt x="527" y="1397"/>
                </a:cubicBezTo>
                <a:close/>
                <a:moveTo>
                  <a:pt x="980" y="1363"/>
                </a:moveTo>
                <a:cubicBezTo>
                  <a:pt x="975" y="1363"/>
                  <a:pt x="970" y="1360"/>
                  <a:pt x="968" y="1356"/>
                </a:cubicBezTo>
                <a:cubicBezTo>
                  <a:pt x="967" y="1353"/>
                  <a:pt x="966" y="1349"/>
                  <a:pt x="968" y="1346"/>
                </a:cubicBezTo>
                <a:cubicBezTo>
                  <a:pt x="969" y="1343"/>
                  <a:pt x="971" y="1340"/>
                  <a:pt x="974" y="1339"/>
                </a:cubicBezTo>
                <a:cubicBezTo>
                  <a:pt x="976" y="1338"/>
                  <a:pt x="978" y="1337"/>
                  <a:pt x="980" y="1337"/>
                </a:cubicBezTo>
                <a:cubicBezTo>
                  <a:pt x="984" y="1337"/>
                  <a:pt x="989" y="1340"/>
                  <a:pt x="991" y="1344"/>
                </a:cubicBezTo>
                <a:cubicBezTo>
                  <a:pt x="994" y="1351"/>
                  <a:pt x="992" y="1358"/>
                  <a:pt x="985" y="1362"/>
                </a:cubicBezTo>
                <a:cubicBezTo>
                  <a:pt x="985" y="1362"/>
                  <a:pt x="985" y="1362"/>
                  <a:pt x="985" y="1362"/>
                </a:cubicBezTo>
                <a:cubicBezTo>
                  <a:pt x="984" y="1362"/>
                  <a:pt x="982" y="1363"/>
                  <a:pt x="980" y="1363"/>
                </a:cubicBezTo>
                <a:close/>
                <a:moveTo>
                  <a:pt x="1017" y="1342"/>
                </a:moveTo>
                <a:cubicBezTo>
                  <a:pt x="1012" y="1342"/>
                  <a:pt x="1008" y="1340"/>
                  <a:pt x="1006" y="1336"/>
                </a:cubicBezTo>
                <a:cubicBezTo>
                  <a:pt x="1004" y="1333"/>
                  <a:pt x="1003" y="1330"/>
                  <a:pt x="1004" y="1326"/>
                </a:cubicBezTo>
                <a:cubicBezTo>
                  <a:pt x="1005" y="1323"/>
                  <a:pt x="1007" y="1320"/>
                  <a:pt x="1010" y="1319"/>
                </a:cubicBezTo>
                <a:cubicBezTo>
                  <a:pt x="1045" y="1297"/>
                  <a:pt x="1079" y="1271"/>
                  <a:pt x="1109" y="1241"/>
                </a:cubicBezTo>
                <a:cubicBezTo>
                  <a:pt x="1121" y="1229"/>
                  <a:pt x="1121" y="1229"/>
                  <a:pt x="1121" y="1229"/>
                </a:cubicBezTo>
                <a:cubicBezTo>
                  <a:pt x="1210" y="1140"/>
                  <a:pt x="1210" y="1140"/>
                  <a:pt x="1210" y="1140"/>
                </a:cubicBezTo>
                <a:cubicBezTo>
                  <a:pt x="1215" y="1136"/>
                  <a:pt x="1223" y="1136"/>
                  <a:pt x="1228" y="1140"/>
                </a:cubicBezTo>
                <a:cubicBezTo>
                  <a:pt x="1233" y="1145"/>
                  <a:pt x="1233" y="1153"/>
                  <a:pt x="1228" y="1158"/>
                </a:cubicBezTo>
                <a:cubicBezTo>
                  <a:pt x="1133" y="1254"/>
                  <a:pt x="1133" y="1254"/>
                  <a:pt x="1133" y="1254"/>
                </a:cubicBezTo>
                <a:cubicBezTo>
                  <a:pt x="1127" y="1259"/>
                  <a:pt x="1127" y="1259"/>
                  <a:pt x="1127" y="1259"/>
                </a:cubicBezTo>
                <a:cubicBezTo>
                  <a:pt x="1095" y="1290"/>
                  <a:pt x="1060" y="1317"/>
                  <a:pt x="1023" y="1340"/>
                </a:cubicBezTo>
                <a:cubicBezTo>
                  <a:pt x="1021" y="1341"/>
                  <a:pt x="1019" y="1342"/>
                  <a:pt x="1017" y="1342"/>
                </a:cubicBezTo>
                <a:close/>
                <a:moveTo>
                  <a:pt x="221" y="1176"/>
                </a:moveTo>
                <a:cubicBezTo>
                  <a:pt x="217" y="1176"/>
                  <a:pt x="214" y="1175"/>
                  <a:pt x="212" y="1172"/>
                </a:cubicBezTo>
                <a:cubicBezTo>
                  <a:pt x="207" y="1167"/>
                  <a:pt x="207" y="1159"/>
                  <a:pt x="212" y="1154"/>
                </a:cubicBezTo>
                <a:cubicBezTo>
                  <a:pt x="217" y="1149"/>
                  <a:pt x="225" y="1149"/>
                  <a:pt x="230" y="1154"/>
                </a:cubicBezTo>
                <a:cubicBezTo>
                  <a:pt x="235" y="1159"/>
                  <a:pt x="235" y="1167"/>
                  <a:pt x="230" y="1172"/>
                </a:cubicBezTo>
                <a:cubicBezTo>
                  <a:pt x="227" y="1175"/>
                  <a:pt x="224" y="1176"/>
                  <a:pt x="221" y="1176"/>
                </a:cubicBezTo>
                <a:close/>
                <a:moveTo>
                  <a:pt x="191" y="1146"/>
                </a:moveTo>
                <a:cubicBezTo>
                  <a:pt x="191" y="1146"/>
                  <a:pt x="191" y="1146"/>
                  <a:pt x="191" y="1146"/>
                </a:cubicBezTo>
                <a:cubicBezTo>
                  <a:pt x="187" y="1146"/>
                  <a:pt x="184" y="1145"/>
                  <a:pt x="182" y="1142"/>
                </a:cubicBezTo>
                <a:cubicBezTo>
                  <a:pt x="173" y="1134"/>
                  <a:pt x="173" y="1134"/>
                  <a:pt x="173" y="1134"/>
                </a:cubicBezTo>
                <a:cubicBezTo>
                  <a:pt x="156" y="1116"/>
                  <a:pt x="156" y="1116"/>
                  <a:pt x="156" y="1116"/>
                </a:cubicBezTo>
                <a:cubicBezTo>
                  <a:pt x="153" y="1113"/>
                  <a:pt x="151" y="1110"/>
                  <a:pt x="148" y="1107"/>
                </a:cubicBezTo>
                <a:cubicBezTo>
                  <a:pt x="147" y="1106"/>
                  <a:pt x="146" y="1104"/>
                  <a:pt x="145" y="1103"/>
                </a:cubicBezTo>
                <a:cubicBezTo>
                  <a:pt x="134" y="1090"/>
                  <a:pt x="134" y="1090"/>
                  <a:pt x="134" y="1090"/>
                </a:cubicBezTo>
                <a:cubicBezTo>
                  <a:pt x="133" y="1089"/>
                  <a:pt x="132" y="1087"/>
                  <a:pt x="130" y="1086"/>
                </a:cubicBezTo>
                <a:cubicBezTo>
                  <a:pt x="128" y="1083"/>
                  <a:pt x="126" y="1080"/>
                  <a:pt x="124" y="1078"/>
                </a:cubicBezTo>
                <a:cubicBezTo>
                  <a:pt x="124" y="1078"/>
                  <a:pt x="124" y="1078"/>
                  <a:pt x="124" y="1078"/>
                </a:cubicBezTo>
                <a:cubicBezTo>
                  <a:pt x="124" y="1078"/>
                  <a:pt x="124" y="1077"/>
                  <a:pt x="124" y="1077"/>
                </a:cubicBezTo>
                <a:cubicBezTo>
                  <a:pt x="120" y="1072"/>
                  <a:pt x="117" y="1068"/>
                  <a:pt x="114" y="1064"/>
                </a:cubicBezTo>
                <a:cubicBezTo>
                  <a:pt x="114" y="1064"/>
                  <a:pt x="114" y="1064"/>
                  <a:pt x="114" y="1064"/>
                </a:cubicBezTo>
                <a:cubicBezTo>
                  <a:pt x="104" y="1050"/>
                  <a:pt x="104" y="1050"/>
                  <a:pt x="104" y="1050"/>
                </a:cubicBezTo>
                <a:cubicBezTo>
                  <a:pt x="103" y="1049"/>
                  <a:pt x="103" y="1048"/>
                  <a:pt x="102" y="1048"/>
                </a:cubicBezTo>
                <a:cubicBezTo>
                  <a:pt x="100" y="1044"/>
                  <a:pt x="97" y="1040"/>
                  <a:pt x="94" y="1036"/>
                </a:cubicBezTo>
                <a:cubicBezTo>
                  <a:pt x="70" y="998"/>
                  <a:pt x="51" y="958"/>
                  <a:pt x="35" y="916"/>
                </a:cubicBezTo>
                <a:cubicBezTo>
                  <a:pt x="27" y="893"/>
                  <a:pt x="20" y="869"/>
                  <a:pt x="15" y="844"/>
                </a:cubicBezTo>
                <a:cubicBezTo>
                  <a:pt x="14" y="841"/>
                  <a:pt x="14" y="837"/>
                  <a:pt x="16" y="834"/>
                </a:cubicBezTo>
                <a:cubicBezTo>
                  <a:pt x="18" y="832"/>
                  <a:pt x="21" y="830"/>
                  <a:pt x="24" y="829"/>
                </a:cubicBezTo>
                <a:cubicBezTo>
                  <a:pt x="31" y="827"/>
                  <a:pt x="38" y="832"/>
                  <a:pt x="39" y="839"/>
                </a:cubicBezTo>
                <a:cubicBezTo>
                  <a:pt x="45" y="862"/>
                  <a:pt x="51" y="886"/>
                  <a:pt x="59" y="907"/>
                </a:cubicBezTo>
                <a:cubicBezTo>
                  <a:pt x="74" y="948"/>
                  <a:pt x="93" y="986"/>
                  <a:pt x="116" y="1022"/>
                </a:cubicBezTo>
                <a:cubicBezTo>
                  <a:pt x="116" y="1023"/>
                  <a:pt x="116" y="1023"/>
                  <a:pt x="116" y="1023"/>
                </a:cubicBezTo>
                <a:cubicBezTo>
                  <a:pt x="118" y="1026"/>
                  <a:pt x="121" y="1030"/>
                  <a:pt x="124" y="1034"/>
                </a:cubicBezTo>
                <a:cubicBezTo>
                  <a:pt x="134" y="1049"/>
                  <a:pt x="134" y="1049"/>
                  <a:pt x="134" y="1049"/>
                </a:cubicBezTo>
                <a:cubicBezTo>
                  <a:pt x="137" y="1053"/>
                  <a:pt x="140" y="1057"/>
                  <a:pt x="144" y="1062"/>
                </a:cubicBezTo>
                <a:cubicBezTo>
                  <a:pt x="146" y="1064"/>
                  <a:pt x="148" y="1067"/>
                  <a:pt x="150" y="1069"/>
                </a:cubicBezTo>
                <a:cubicBezTo>
                  <a:pt x="151" y="1071"/>
                  <a:pt x="152" y="1072"/>
                  <a:pt x="154" y="1074"/>
                </a:cubicBezTo>
                <a:cubicBezTo>
                  <a:pt x="164" y="1086"/>
                  <a:pt x="164" y="1086"/>
                  <a:pt x="164" y="1086"/>
                </a:cubicBezTo>
                <a:cubicBezTo>
                  <a:pt x="164" y="1086"/>
                  <a:pt x="164" y="1086"/>
                  <a:pt x="164" y="1086"/>
                </a:cubicBezTo>
                <a:cubicBezTo>
                  <a:pt x="166" y="1088"/>
                  <a:pt x="167" y="1090"/>
                  <a:pt x="168" y="1091"/>
                </a:cubicBezTo>
                <a:cubicBezTo>
                  <a:pt x="170" y="1094"/>
                  <a:pt x="172" y="1096"/>
                  <a:pt x="174" y="1098"/>
                </a:cubicBezTo>
                <a:cubicBezTo>
                  <a:pt x="175" y="1098"/>
                  <a:pt x="175" y="1098"/>
                  <a:pt x="175" y="1098"/>
                </a:cubicBezTo>
                <a:cubicBezTo>
                  <a:pt x="192" y="1116"/>
                  <a:pt x="192" y="1116"/>
                  <a:pt x="192" y="1116"/>
                </a:cubicBezTo>
                <a:cubicBezTo>
                  <a:pt x="200" y="1124"/>
                  <a:pt x="200" y="1124"/>
                  <a:pt x="200" y="1124"/>
                </a:cubicBezTo>
                <a:cubicBezTo>
                  <a:pt x="205" y="1129"/>
                  <a:pt x="205" y="1137"/>
                  <a:pt x="200" y="1142"/>
                </a:cubicBezTo>
                <a:cubicBezTo>
                  <a:pt x="197" y="1145"/>
                  <a:pt x="194" y="1146"/>
                  <a:pt x="191" y="1146"/>
                </a:cubicBezTo>
                <a:close/>
                <a:moveTo>
                  <a:pt x="1264" y="1116"/>
                </a:moveTo>
                <a:cubicBezTo>
                  <a:pt x="1261" y="1116"/>
                  <a:pt x="1258" y="1115"/>
                  <a:pt x="1256" y="1112"/>
                </a:cubicBezTo>
                <a:cubicBezTo>
                  <a:pt x="1251" y="1108"/>
                  <a:pt x="1250" y="1100"/>
                  <a:pt x="1255" y="1094"/>
                </a:cubicBezTo>
                <a:cubicBezTo>
                  <a:pt x="1273" y="1074"/>
                  <a:pt x="1290" y="1052"/>
                  <a:pt x="1306" y="1029"/>
                </a:cubicBezTo>
                <a:cubicBezTo>
                  <a:pt x="1308" y="1025"/>
                  <a:pt x="1312" y="1023"/>
                  <a:pt x="1316" y="1023"/>
                </a:cubicBezTo>
                <a:cubicBezTo>
                  <a:pt x="1319" y="1023"/>
                  <a:pt x="1321" y="1024"/>
                  <a:pt x="1323" y="1025"/>
                </a:cubicBezTo>
                <a:cubicBezTo>
                  <a:pt x="1326" y="1027"/>
                  <a:pt x="1328" y="1030"/>
                  <a:pt x="1329" y="1033"/>
                </a:cubicBezTo>
                <a:cubicBezTo>
                  <a:pt x="1329" y="1037"/>
                  <a:pt x="1329" y="1040"/>
                  <a:pt x="1327" y="1043"/>
                </a:cubicBezTo>
                <a:cubicBezTo>
                  <a:pt x="1311" y="1067"/>
                  <a:pt x="1293" y="1090"/>
                  <a:pt x="1274" y="1111"/>
                </a:cubicBezTo>
                <a:cubicBezTo>
                  <a:pt x="1274" y="1111"/>
                  <a:pt x="1274" y="1111"/>
                  <a:pt x="1274" y="1111"/>
                </a:cubicBezTo>
                <a:cubicBezTo>
                  <a:pt x="1271" y="1114"/>
                  <a:pt x="1268" y="1116"/>
                  <a:pt x="1264" y="1116"/>
                </a:cubicBezTo>
                <a:close/>
                <a:moveTo>
                  <a:pt x="1338" y="1012"/>
                </a:moveTo>
                <a:cubicBezTo>
                  <a:pt x="1336" y="1012"/>
                  <a:pt x="1334" y="1012"/>
                  <a:pt x="1332" y="1011"/>
                </a:cubicBezTo>
                <a:cubicBezTo>
                  <a:pt x="1329" y="1009"/>
                  <a:pt x="1327" y="1006"/>
                  <a:pt x="1326" y="1003"/>
                </a:cubicBezTo>
                <a:cubicBezTo>
                  <a:pt x="1325" y="1000"/>
                  <a:pt x="1326" y="997"/>
                  <a:pt x="1327" y="994"/>
                </a:cubicBezTo>
                <a:cubicBezTo>
                  <a:pt x="1327" y="994"/>
                  <a:pt x="1327" y="994"/>
                  <a:pt x="1327" y="994"/>
                </a:cubicBezTo>
                <a:cubicBezTo>
                  <a:pt x="1327" y="993"/>
                  <a:pt x="1327" y="993"/>
                  <a:pt x="1327" y="993"/>
                </a:cubicBezTo>
                <a:cubicBezTo>
                  <a:pt x="1329" y="989"/>
                  <a:pt x="1334" y="987"/>
                  <a:pt x="1338" y="987"/>
                </a:cubicBezTo>
                <a:cubicBezTo>
                  <a:pt x="1341" y="987"/>
                  <a:pt x="1343" y="988"/>
                  <a:pt x="1345" y="989"/>
                </a:cubicBezTo>
                <a:cubicBezTo>
                  <a:pt x="1348" y="990"/>
                  <a:pt x="1350" y="993"/>
                  <a:pt x="1351" y="996"/>
                </a:cubicBezTo>
                <a:cubicBezTo>
                  <a:pt x="1351" y="1000"/>
                  <a:pt x="1351" y="1003"/>
                  <a:pt x="1349" y="1006"/>
                </a:cubicBezTo>
                <a:cubicBezTo>
                  <a:pt x="1349" y="1006"/>
                  <a:pt x="1349" y="1006"/>
                  <a:pt x="1349" y="1006"/>
                </a:cubicBezTo>
                <a:cubicBezTo>
                  <a:pt x="1347" y="1010"/>
                  <a:pt x="1343" y="1012"/>
                  <a:pt x="1338" y="1012"/>
                </a:cubicBezTo>
                <a:close/>
                <a:moveTo>
                  <a:pt x="1358" y="975"/>
                </a:moveTo>
                <a:cubicBezTo>
                  <a:pt x="1356" y="975"/>
                  <a:pt x="1354" y="974"/>
                  <a:pt x="1352" y="974"/>
                </a:cubicBezTo>
                <a:cubicBezTo>
                  <a:pt x="1349" y="972"/>
                  <a:pt x="1347" y="970"/>
                  <a:pt x="1346" y="966"/>
                </a:cubicBezTo>
                <a:cubicBezTo>
                  <a:pt x="1345" y="963"/>
                  <a:pt x="1345" y="960"/>
                  <a:pt x="1346" y="957"/>
                </a:cubicBezTo>
                <a:cubicBezTo>
                  <a:pt x="1359" y="929"/>
                  <a:pt x="1370" y="900"/>
                  <a:pt x="1378" y="872"/>
                </a:cubicBezTo>
                <a:cubicBezTo>
                  <a:pt x="1390" y="830"/>
                  <a:pt x="1397" y="788"/>
                  <a:pt x="1399" y="745"/>
                </a:cubicBezTo>
                <a:cubicBezTo>
                  <a:pt x="1400" y="735"/>
                  <a:pt x="1400" y="725"/>
                  <a:pt x="1400" y="716"/>
                </a:cubicBezTo>
                <a:cubicBezTo>
                  <a:pt x="1400" y="715"/>
                  <a:pt x="1400" y="715"/>
                  <a:pt x="1400" y="715"/>
                </a:cubicBezTo>
                <a:cubicBezTo>
                  <a:pt x="1400" y="688"/>
                  <a:pt x="1398" y="660"/>
                  <a:pt x="1394" y="633"/>
                </a:cubicBezTo>
                <a:cubicBezTo>
                  <a:pt x="1394" y="629"/>
                  <a:pt x="1395" y="626"/>
                  <a:pt x="1397" y="623"/>
                </a:cubicBezTo>
                <a:cubicBezTo>
                  <a:pt x="1399" y="621"/>
                  <a:pt x="1402" y="619"/>
                  <a:pt x="1405" y="618"/>
                </a:cubicBezTo>
                <a:cubicBezTo>
                  <a:pt x="1412" y="617"/>
                  <a:pt x="1418" y="622"/>
                  <a:pt x="1419" y="629"/>
                </a:cubicBezTo>
                <a:cubicBezTo>
                  <a:pt x="1424" y="658"/>
                  <a:pt x="1426" y="687"/>
                  <a:pt x="1426" y="715"/>
                </a:cubicBezTo>
                <a:cubicBezTo>
                  <a:pt x="1426" y="716"/>
                  <a:pt x="1426" y="716"/>
                  <a:pt x="1426" y="716"/>
                </a:cubicBezTo>
                <a:cubicBezTo>
                  <a:pt x="1426" y="726"/>
                  <a:pt x="1425" y="736"/>
                  <a:pt x="1425" y="746"/>
                </a:cubicBezTo>
                <a:cubicBezTo>
                  <a:pt x="1422" y="791"/>
                  <a:pt x="1415" y="836"/>
                  <a:pt x="1403" y="879"/>
                </a:cubicBezTo>
                <a:cubicBezTo>
                  <a:pt x="1394" y="909"/>
                  <a:pt x="1383" y="939"/>
                  <a:pt x="1369" y="967"/>
                </a:cubicBezTo>
                <a:cubicBezTo>
                  <a:pt x="1369" y="968"/>
                  <a:pt x="1369" y="968"/>
                  <a:pt x="1369" y="968"/>
                </a:cubicBezTo>
                <a:cubicBezTo>
                  <a:pt x="1369" y="968"/>
                  <a:pt x="1369" y="968"/>
                  <a:pt x="1369" y="968"/>
                </a:cubicBezTo>
                <a:cubicBezTo>
                  <a:pt x="1367" y="972"/>
                  <a:pt x="1362" y="975"/>
                  <a:pt x="1358" y="975"/>
                </a:cubicBezTo>
                <a:close/>
                <a:moveTo>
                  <a:pt x="19" y="812"/>
                </a:moveTo>
                <a:cubicBezTo>
                  <a:pt x="19" y="812"/>
                  <a:pt x="19" y="812"/>
                  <a:pt x="19" y="812"/>
                </a:cubicBezTo>
                <a:cubicBezTo>
                  <a:pt x="13" y="812"/>
                  <a:pt x="8" y="808"/>
                  <a:pt x="7" y="801"/>
                </a:cubicBezTo>
                <a:cubicBezTo>
                  <a:pt x="7" y="801"/>
                  <a:pt x="7" y="801"/>
                  <a:pt x="7" y="801"/>
                </a:cubicBezTo>
                <a:cubicBezTo>
                  <a:pt x="6" y="798"/>
                  <a:pt x="7" y="795"/>
                  <a:pt x="9" y="792"/>
                </a:cubicBezTo>
                <a:cubicBezTo>
                  <a:pt x="11" y="789"/>
                  <a:pt x="14" y="788"/>
                  <a:pt x="18" y="787"/>
                </a:cubicBezTo>
                <a:cubicBezTo>
                  <a:pt x="24" y="786"/>
                  <a:pt x="31" y="791"/>
                  <a:pt x="32" y="798"/>
                </a:cubicBezTo>
                <a:cubicBezTo>
                  <a:pt x="33" y="801"/>
                  <a:pt x="32" y="804"/>
                  <a:pt x="30" y="807"/>
                </a:cubicBezTo>
                <a:cubicBezTo>
                  <a:pt x="28" y="810"/>
                  <a:pt x="25" y="812"/>
                  <a:pt x="21" y="812"/>
                </a:cubicBezTo>
                <a:cubicBezTo>
                  <a:pt x="21" y="812"/>
                  <a:pt x="20" y="812"/>
                  <a:pt x="19" y="812"/>
                </a:cubicBezTo>
                <a:close/>
                <a:moveTo>
                  <a:pt x="15" y="770"/>
                </a:moveTo>
                <a:cubicBezTo>
                  <a:pt x="15" y="770"/>
                  <a:pt x="15" y="770"/>
                  <a:pt x="15" y="770"/>
                </a:cubicBezTo>
                <a:cubicBezTo>
                  <a:pt x="8" y="770"/>
                  <a:pt x="2" y="765"/>
                  <a:pt x="2" y="758"/>
                </a:cubicBezTo>
                <a:cubicBezTo>
                  <a:pt x="1" y="744"/>
                  <a:pt x="0" y="729"/>
                  <a:pt x="0" y="715"/>
                </a:cubicBezTo>
                <a:cubicBezTo>
                  <a:pt x="0" y="701"/>
                  <a:pt x="1" y="686"/>
                  <a:pt x="2" y="672"/>
                </a:cubicBezTo>
                <a:cubicBezTo>
                  <a:pt x="6" y="620"/>
                  <a:pt x="16" y="569"/>
                  <a:pt x="33" y="520"/>
                </a:cubicBezTo>
                <a:cubicBezTo>
                  <a:pt x="44" y="487"/>
                  <a:pt x="59" y="455"/>
                  <a:pt x="76" y="425"/>
                </a:cubicBezTo>
                <a:cubicBezTo>
                  <a:pt x="78" y="421"/>
                  <a:pt x="82" y="418"/>
                  <a:pt x="87" y="418"/>
                </a:cubicBezTo>
                <a:cubicBezTo>
                  <a:pt x="89" y="418"/>
                  <a:pt x="91" y="419"/>
                  <a:pt x="93" y="420"/>
                </a:cubicBezTo>
                <a:cubicBezTo>
                  <a:pt x="96" y="421"/>
                  <a:pt x="98" y="424"/>
                  <a:pt x="99" y="427"/>
                </a:cubicBezTo>
                <a:cubicBezTo>
                  <a:pt x="100" y="431"/>
                  <a:pt x="100" y="434"/>
                  <a:pt x="98" y="437"/>
                </a:cubicBezTo>
                <a:cubicBezTo>
                  <a:pt x="82" y="466"/>
                  <a:pt x="68" y="497"/>
                  <a:pt x="57" y="529"/>
                </a:cubicBezTo>
                <a:cubicBezTo>
                  <a:pt x="41" y="576"/>
                  <a:pt x="31" y="624"/>
                  <a:pt x="27" y="674"/>
                </a:cubicBezTo>
                <a:cubicBezTo>
                  <a:pt x="26" y="687"/>
                  <a:pt x="26" y="701"/>
                  <a:pt x="26" y="715"/>
                </a:cubicBezTo>
                <a:cubicBezTo>
                  <a:pt x="26" y="729"/>
                  <a:pt x="26" y="743"/>
                  <a:pt x="27" y="757"/>
                </a:cubicBezTo>
                <a:cubicBezTo>
                  <a:pt x="28" y="760"/>
                  <a:pt x="27" y="763"/>
                  <a:pt x="24" y="766"/>
                </a:cubicBezTo>
                <a:cubicBezTo>
                  <a:pt x="22" y="768"/>
                  <a:pt x="19" y="770"/>
                  <a:pt x="16" y="770"/>
                </a:cubicBezTo>
                <a:cubicBezTo>
                  <a:pt x="15" y="770"/>
                  <a:pt x="15" y="770"/>
                  <a:pt x="15" y="770"/>
                </a:cubicBezTo>
                <a:close/>
                <a:moveTo>
                  <a:pt x="1399" y="602"/>
                </a:moveTo>
                <a:cubicBezTo>
                  <a:pt x="1393" y="602"/>
                  <a:pt x="1388" y="598"/>
                  <a:pt x="1387" y="592"/>
                </a:cubicBezTo>
                <a:cubicBezTo>
                  <a:pt x="1385" y="585"/>
                  <a:pt x="1390" y="578"/>
                  <a:pt x="1397" y="577"/>
                </a:cubicBezTo>
                <a:cubicBezTo>
                  <a:pt x="1403" y="575"/>
                  <a:pt x="1410" y="580"/>
                  <a:pt x="1412" y="587"/>
                </a:cubicBezTo>
                <a:cubicBezTo>
                  <a:pt x="1412" y="590"/>
                  <a:pt x="1412" y="593"/>
                  <a:pt x="1410" y="596"/>
                </a:cubicBezTo>
                <a:cubicBezTo>
                  <a:pt x="1408" y="599"/>
                  <a:pt x="1405" y="601"/>
                  <a:pt x="1402" y="602"/>
                </a:cubicBezTo>
                <a:cubicBezTo>
                  <a:pt x="1401" y="602"/>
                  <a:pt x="1400" y="602"/>
                  <a:pt x="1399" y="602"/>
                </a:cubicBezTo>
                <a:close/>
                <a:moveTo>
                  <a:pt x="1389" y="561"/>
                </a:moveTo>
                <a:cubicBezTo>
                  <a:pt x="1389" y="561"/>
                  <a:pt x="1389" y="561"/>
                  <a:pt x="1389" y="561"/>
                </a:cubicBezTo>
                <a:cubicBezTo>
                  <a:pt x="1383" y="561"/>
                  <a:pt x="1378" y="557"/>
                  <a:pt x="1377" y="552"/>
                </a:cubicBezTo>
                <a:cubicBezTo>
                  <a:pt x="1359" y="491"/>
                  <a:pt x="1330" y="434"/>
                  <a:pt x="1293" y="382"/>
                </a:cubicBezTo>
                <a:cubicBezTo>
                  <a:pt x="1289" y="377"/>
                  <a:pt x="1285" y="372"/>
                  <a:pt x="1281" y="366"/>
                </a:cubicBezTo>
                <a:cubicBezTo>
                  <a:pt x="1278" y="363"/>
                  <a:pt x="1276" y="360"/>
                  <a:pt x="1273" y="356"/>
                </a:cubicBezTo>
                <a:cubicBezTo>
                  <a:pt x="1271" y="354"/>
                  <a:pt x="1269" y="352"/>
                  <a:pt x="1267" y="349"/>
                </a:cubicBezTo>
                <a:cubicBezTo>
                  <a:pt x="1264" y="345"/>
                  <a:pt x="1260" y="341"/>
                  <a:pt x="1256" y="337"/>
                </a:cubicBezTo>
                <a:cubicBezTo>
                  <a:pt x="1256" y="336"/>
                  <a:pt x="1256" y="336"/>
                  <a:pt x="1256" y="336"/>
                </a:cubicBezTo>
                <a:cubicBezTo>
                  <a:pt x="1255" y="335"/>
                  <a:pt x="1254" y="334"/>
                  <a:pt x="1253" y="332"/>
                </a:cubicBezTo>
                <a:cubicBezTo>
                  <a:pt x="1253" y="332"/>
                  <a:pt x="1253" y="332"/>
                  <a:pt x="1253" y="332"/>
                </a:cubicBezTo>
                <a:cubicBezTo>
                  <a:pt x="1241" y="320"/>
                  <a:pt x="1241" y="320"/>
                  <a:pt x="1241" y="320"/>
                </a:cubicBezTo>
                <a:cubicBezTo>
                  <a:pt x="1240" y="319"/>
                  <a:pt x="1239" y="318"/>
                  <a:pt x="1238" y="317"/>
                </a:cubicBezTo>
                <a:cubicBezTo>
                  <a:pt x="1236" y="314"/>
                  <a:pt x="1233" y="312"/>
                  <a:pt x="1230" y="309"/>
                </a:cubicBezTo>
                <a:cubicBezTo>
                  <a:pt x="1230" y="308"/>
                  <a:pt x="1230" y="308"/>
                  <a:pt x="1230" y="308"/>
                </a:cubicBezTo>
                <a:cubicBezTo>
                  <a:pt x="1197" y="276"/>
                  <a:pt x="1197" y="276"/>
                  <a:pt x="1197" y="276"/>
                </a:cubicBezTo>
                <a:cubicBezTo>
                  <a:pt x="1192" y="271"/>
                  <a:pt x="1192" y="263"/>
                  <a:pt x="1197" y="258"/>
                </a:cubicBezTo>
                <a:cubicBezTo>
                  <a:pt x="1202" y="253"/>
                  <a:pt x="1210" y="253"/>
                  <a:pt x="1215" y="258"/>
                </a:cubicBezTo>
                <a:cubicBezTo>
                  <a:pt x="1248" y="291"/>
                  <a:pt x="1248" y="291"/>
                  <a:pt x="1248" y="291"/>
                </a:cubicBezTo>
                <a:cubicBezTo>
                  <a:pt x="1251" y="294"/>
                  <a:pt x="1254" y="297"/>
                  <a:pt x="1257" y="300"/>
                </a:cubicBezTo>
                <a:cubicBezTo>
                  <a:pt x="1258" y="301"/>
                  <a:pt x="1259" y="302"/>
                  <a:pt x="1260" y="303"/>
                </a:cubicBezTo>
                <a:cubicBezTo>
                  <a:pt x="1271" y="315"/>
                  <a:pt x="1271" y="315"/>
                  <a:pt x="1271" y="315"/>
                </a:cubicBezTo>
                <a:cubicBezTo>
                  <a:pt x="1272" y="316"/>
                  <a:pt x="1274" y="318"/>
                  <a:pt x="1275" y="319"/>
                </a:cubicBezTo>
                <a:cubicBezTo>
                  <a:pt x="1275" y="319"/>
                  <a:pt x="1275" y="319"/>
                  <a:pt x="1275" y="319"/>
                </a:cubicBezTo>
                <a:cubicBezTo>
                  <a:pt x="1275" y="319"/>
                  <a:pt x="1275" y="320"/>
                  <a:pt x="1275" y="320"/>
                </a:cubicBezTo>
                <a:cubicBezTo>
                  <a:pt x="1279" y="324"/>
                  <a:pt x="1283" y="329"/>
                  <a:pt x="1287" y="333"/>
                </a:cubicBezTo>
                <a:cubicBezTo>
                  <a:pt x="1289" y="336"/>
                  <a:pt x="1291" y="338"/>
                  <a:pt x="1293" y="340"/>
                </a:cubicBezTo>
                <a:cubicBezTo>
                  <a:pt x="1293" y="341"/>
                  <a:pt x="1293" y="341"/>
                  <a:pt x="1293" y="341"/>
                </a:cubicBezTo>
                <a:cubicBezTo>
                  <a:pt x="1296" y="344"/>
                  <a:pt x="1298" y="347"/>
                  <a:pt x="1301" y="350"/>
                </a:cubicBezTo>
                <a:cubicBezTo>
                  <a:pt x="1305" y="356"/>
                  <a:pt x="1309" y="361"/>
                  <a:pt x="1314" y="367"/>
                </a:cubicBezTo>
                <a:cubicBezTo>
                  <a:pt x="1353" y="422"/>
                  <a:pt x="1382" y="481"/>
                  <a:pt x="1401" y="545"/>
                </a:cubicBezTo>
                <a:cubicBezTo>
                  <a:pt x="1403" y="551"/>
                  <a:pt x="1399" y="558"/>
                  <a:pt x="1392" y="560"/>
                </a:cubicBezTo>
                <a:cubicBezTo>
                  <a:pt x="1391" y="561"/>
                  <a:pt x="1390" y="561"/>
                  <a:pt x="1389" y="561"/>
                </a:cubicBezTo>
                <a:close/>
                <a:moveTo>
                  <a:pt x="109" y="407"/>
                </a:moveTo>
                <a:cubicBezTo>
                  <a:pt x="107" y="407"/>
                  <a:pt x="104" y="407"/>
                  <a:pt x="102" y="405"/>
                </a:cubicBezTo>
                <a:cubicBezTo>
                  <a:pt x="99" y="403"/>
                  <a:pt x="97" y="400"/>
                  <a:pt x="97" y="397"/>
                </a:cubicBezTo>
                <a:cubicBezTo>
                  <a:pt x="96" y="394"/>
                  <a:pt x="97" y="390"/>
                  <a:pt x="98" y="388"/>
                </a:cubicBezTo>
                <a:cubicBezTo>
                  <a:pt x="101" y="384"/>
                  <a:pt x="105" y="382"/>
                  <a:pt x="109" y="382"/>
                </a:cubicBezTo>
                <a:cubicBezTo>
                  <a:pt x="112" y="382"/>
                  <a:pt x="114" y="383"/>
                  <a:pt x="116" y="384"/>
                </a:cubicBezTo>
                <a:cubicBezTo>
                  <a:pt x="119" y="386"/>
                  <a:pt x="121" y="389"/>
                  <a:pt x="122" y="392"/>
                </a:cubicBezTo>
                <a:cubicBezTo>
                  <a:pt x="122" y="395"/>
                  <a:pt x="122" y="399"/>
                  <a:pt x="120" y="402"/>
                </a:cubicBezTo>
                <a:cubicBezTo>
                  <a:pt x="117" y="405"/>
                  <a:pt x="113" y="407"/>
                  <a:pt x="109" y="407"/>
                </a:cubicBezTo>
                <a:close/>
                <a:moveTo>
                  <a:pt x="134" y="373"/>
                </a:moveTo>
                <a:cubicBezTo>
                  <a:pt x="131" y="373"/>
                  <a:pt x="128" y="372"/>
                  <a:pt x="126" y="370"/>
                </a:cubicBezTo>
                <a:cubicBezTo>
                  <a:pt x="123" y="368"/>
                  <a:pt x="122" y="365"/>
                  <a:pt x="121" y="362"/>
                </a:cubicBezTo>
                <a:cubicBezTo>
                  <a:pt x="121" y="358"/>
                  <a:pt x="122" y="355"/>
                  <a:pt x="124" y="352"/>
                </a:cubicBezTo>
                <a:cubicBezTo>
                  <a:pt x="139" y="332"/>
                  <a:pt x="156" y="313"/>
                  <a:pt x="174" y="295"/>
                </a:cubicBezTo>
                <a:cubicBezTo>
                  <a:pt x="288" y="180"/>
                  <a:pt x="288" y="180"/>
                  <a:pt x="288" y="180"/>
                </a:cubicBezTo>
                <a:cubicBezTo>
                  <a:pt x="289" y="180"/>
                  <a:pt x="290" y="179"/>
                  <a:pt x="290" y="178"/>
                </a:cubicBezTo>
                <a:cubicBezTo>
                  <a:pt x="292" y="177"/>
                  <a:pt x="293" y="175"/>
                  <a:pt x="295" y="174"/>
                </a:cubicBezTo>
                <a:cubicBezTo>
                  <a:pt x="295" y="174"/>
                  <a:pt x="295" y="174"/>
                  <a:pt x="295" y="174"/>
                </a:cubicBezTo>
                <a:cubicBezTo>
                  <a:pt x="312" y="157"/>
                  <a:pt x="312" y="157"/>
                  <a:pt x="312" y="157"/>
                </a:cubicBezTo>
                <a:cubicBezTo>
                  <a:pt x="316" y="154"/>
                  <a:pt x="319" y="152"/>
                  <a:pt x="321" y="149"/>
                </a:cubicBezTo>
                <a:cubicBezTo>
                  <a:pt x="323" y="148"/>
                  <a:pt x="324" y="147"/>
                  <a:pt x="325" y="146"/>
                </a:cubicBezTo>
                <a:cubicBezTo>
                  <a:pt x="325" y="146"/>
                  <a:pt x="325" y="146"/>
                  <a:pt x="325" y="146"/>
                </a:cubicBezTo>
                <a:cubicBezTo>
                  <a:pt x="338" y="135"/>
                  <a:pt x="338" y="135"/>
                  <a:pt x="338" y="135"/>
                </a:cubicBezTo>
                <a:cubicBezTo>
                  <a:pt x="352" y="124"/>
                  <a:pt x="352" y="124"/>
                  <a:pt x="352" y="124"/>
                </a:cubicBezTo>
                <a:cubicBezTo>
                  <a:pt x="353" y="123"/>
                  <a:pt x="354" y="122"/>
                  <a:pt x="356" y="121"/>
                </a:cubicBezTo>
                <a:cubicBezTo>
                  <a:pt x="359" y="119"/>
                  <a:pt x="362" y="116"/>
                  <a:pt x="365" y="114"/>
                </a:cubicBezTo>
                <a:cubicBezTo>
                  <a:pt x="368" y="112"/>
                  <a:pt x="368" y="112"/>
                  <a:pt x="368" y="112"/>
                </a:cubicBezTo>
                <a:cubicBezTo>
                  <a:pt x="370" y="111"/>
                  <a:pt x="373" y="110"/>
                  <a:pt x="375" y="110"/>
                </a:cubicBezTo>
                <a:cubicBezTo>
                  <a:pt x="379" y="110"/>
                  <a:pt x="383" y="112"/>
                  <a:pt x="386" y="115"/>
                </a:cubicBezTo>
                <a:cubicBezTo>
                  <a:pt x="388" y="118"/>
                  <a:pt x="388" y="121"/>
                  <a:pt x="388" y="125"/>
                </a:cubicBezTo>
                <a:cubicBezTo>
                  <a:pt x="387" y="128"/>
                  <a:pt x="385" y="131"/>
                  <a:pt x="383" y="133"/>
                </a:cubicBezTo>
                <a:cubicBezTo>
                  <a:pt x="379" y="135"/>
                  <a:pt x="379" y="135"/>
                  <a:pt x="379" y="135"/>
                </a:cubicBezTo>
                <a:cubicBezTo>
                  <a:pt x="377" y="137"/>
                  <a:pt x="375" y="139"/>
                  <a:pt x="372" y="141"/>
                </a:cubicBezTo>
                <a:cubicBezTo>
                  <a:pt x="371" y="142"/>
                  <a:pt x="369" y="143"/>
                  <a:pt x="367" y="145"/>
                </a:cubicBezTo>
                <a:cubicBezTo>
                  <a:pt x="367" y="145"/>
                  <a:pt x="367" y="145"/>
                  <a:pt x="367" y="145"/>
                </a:cubicBezTo>
                <a:cubicBezTo>
                  <a:pt x="354" y="155"/>
                  <a:pt x="354" y="155"/>
                  <a:pt x="354" y="155"/>
                </a:cubicBezTo>
                <a:cubicBezTo>
                  <a:pt x="342" y="165"/>
                  <a:pt x="342" y="165"/>
                  <a:pt x="342" y="165"/>
                </a:cubicBezTo>
                <a:cubicBezTo>
                  <a:pt x="341" y="166"/>
                  <a:pt x="339" y="168"/>
                  <a:pt x="337" y="169"/>
                </a:cubicBezTo>
                <a:cubicBezTo>
                  <a:pt x="335" y="171"/>
                  <a:pt x="332" y="173"/>
                  <a:pt x="330" y="175"/>
                </a:cubicBezTo>
                <a:cubicBezTo>
                  <a:pt x="330" y="175"/>
                  <a:pt x="330" y="175"/>
                  <a:pt x="330" y="175"/>
                </a:cubicBezTo>
                <a:cubicBezTo>
                  <a:pt x="312" y="193"/>
                  <a:pt x="312" y="193"/>
                  <a:pt x="312" y="193"/>
                </a:cubicBezTo>
                <a:cubicBezTo>
                  <a:pt x="311" y="193"/>
                  <a:pt x="310" y="195"/>
                  <a:pt x="309" y="196"/>
                </a:cubicBezTo>
                <a:cubicBezTo>
                  <a:pt x="308" y="197"/>
                  <a:pt x="307" y="198"/>
                  <a:pt x="306" y="198"/>
                </a:cubicBezTo>
                <a:cubicBezTo>
                  <a:pt x="306" y="198"/>
                  <a:pt x="306" y="198"/>
                  <a:pt x="306" y="198"/>
                </a:cubicBezTo>
                <a:cubicBezTo>
                  <a:pt x="192" y="313"/>
                  <a:pt x="192" y="313"/>
                  <a:pt x="192" y="313"/>
                </a:cubicBezTo>
                <a:cubicBezTo>
                  <a:pt x="175" y="330"/>
                  <a:pt x="159" y="348"/>
                  <a:pt x="144" y="368"/>
                </a:cubicBezTo>
                <a:cubicBezTo>
                  <a:pt x="141" y="371"/>
                  <a:pt x="138" y="373"/>
                  <a:pt x="134" y="373"/>
                </a:cubicBezTo>
                <a:close/>
                <a:moveTo>
                  <a:pt x="1176" y="250"/>
                </a:moveTo>
                <a:cubicBezTo>
                  <a:pt x="1173" y="250"/>
                  <a:pt x="1170" y="248"/>
                  <a:pt x="1167" y="246"/>
                </a:cubicBezTo>
                <a:cubicBezTo>
                  <a:pt x="1162" y="241"/>
                  <a:pt x="1162" y="233"/>
                  <a:pt x="1167" y="228"/>
                </a:cubicBezTo>
                <a:cubicBezTo>
                  <a:pt x="1172" y="223"/>
                  <a:pt x="1181" y="223"/>
                  <a:pt x="1185" y="228"/>
                </a:cubicBezTo>
                <a:cubicBezTo>
                  <a:pt x="1188" y="230"/>
                  <a:pt x="1189" y="234"/>
                  <a:pt x="1189" y="237"/>
                </a:cubicBezTo>
                <a:cubicBezTo>
                  <a:pt x="1189" y="240"/>
                  <a:pt x="1188" y="244"/>
                  <a:pt x="1185" y="246"/>
                </a:cubicBezTo>
                <a:cubicBezTo>
                  <a:pt x="1183" y="248"/>
                  <a:pt x="1180" y="250"/>
                  <a:pt x="1176" y="250"/>
                </a:cubicBezTo>
                <a:close/>
                <a:moveTo>
                  <a:pt x="1146" y="220"/>
                </a:moveTo>
                <a:cubicBezTo>
                  <a:pt x="1146" y="220"/>
                  <a:pt x="1146" y="220"/>
                  <a:pt x="1146" y="220"/>
                </a:cubicBezTo>
                <a:cubicBezTo>
                  <a:pt x="1143" y="220"/>
                  <a:pt x="1140" y="218"/>
                  <a:pt x="1137" y="216"/>
                </a:cubicBezTo>
                <a:cubicBezTo>
                  <a:pt x="1116" y="194"/>
                  <a:pt x="1116" y="194"/>
                  <a:pt x="1116" y="194"/>
                </a:cubicBezTo>
                <a:cubicBezTo>
                  <a:pt x="1104" y="183"/>
                  <a:pt x="1104" y="183"/>
                  <a:pt x="1104" y="183"/>
                </a:cubicBezTo>
                <a:cubicBezTo>
                  <a:pt x="1073" y="153"/>
                  <a:pt x="1038" y="127"/>
                  <a:pt x="1002" y="106"/>
                </a:cubicBezTo>
                <a:cubicBezTo>
                  <a:pt x="1002" y="106"/>
                  <a:pt x="1002" y="106"/>
                  <a:pt x="1002" y="106"/>
                </a:cubicBezTo>
                <a:cubicBezTo>
                  <a:pt x="981" y="93"/>
                  <a:pt x="958" y="82"/>
                  <a:pt x="936" y="72"/>
                </a:cubicBezTo>
                <a:cubicBezTo>
                  <a:pt x="935" y="72"/>
                  <a:pt x="935" y="72"/>
                  <a:pt x="935" y="72"/>
                </a:cubicBezTo>
                <a:cubicBezTo>
                  <a:pt x="919" y="65"/>
                  <a:pt x="902" y="59"/>
                  <a:pt x="884" y="53"/>
                </a:cubicBezTo>
                <a:cubicBezTo>
                  <a:pt x="884" y="53"/>
                  <a:pt x="884" y="53"/>
                  <a:pt x="884" y="53"/>
                </a:cubicBezTo>
                <a:cubicBezTo>
                  <a:pt x="877" y="51"/>
                  <a:pt x="870" y="49"/>
                  <a:pt x="863" y="47"/>
                </a:cubicBezTo>
                <a:cubicBezTo>
                  <a:pt x="861" y="47"/>
                  <a:pt x="859" y="46"/>
                  <a:pt x="857" y="46"/>
                </a:cubicBezTo>
                <a:cubicBezTo>
                  <a:pt x="850" y="44"/>
                  <a:pt x="846" y="37"/>
                  <a:pt x="848" y="30"/>
                </a:cubicBezTo>
                <a:cubicBezTo>
                  <a:pt x="849" y="24"/>
                  <a:pt x="854" y="21"/>
                  <a:pt x="860" y="21"/>
                </a:cubicBezTo>
                <a:cubicBezTo>
                  <a:pt x="861" y="21"/>
                  <a:pt x="862" y="21"/>
                  <a:pt x="863" y="21"/>
                </a:cubicBezTo>
                <a:cubicBezTo>
                  <a:pt x="865" y="22"/>
                  <a:pt x="867" y="22"/>
                  <a:pt x="869" y="23"/>
                </a:cubicBezTo>
                <a:cubicBezTo>
                  <a:pt x="877" y="25"/>
                  <a:pt x="884" y="27"/>
                  <a:pt x="892" y="29"/>
                </a:cubicBezTo>
                <a:cubicBezTo>
                  <a:pt x="892" y="29"/>
                  <a:pt x="892" y="29"/>
                  <a:pt x="892" y="29"/>
                </a:cubicBezTo>
                <a:cubicBezTo>
                  <a:pt x="910" y="35"/>
                  <a:pt x="928" y="41"/>
                  <a:pt x="945" y="49"/>
                </a:cubicBezTo>
                <a:cubicBezTo>
                  <a:pt x="945" y="49"/>
                  <a:pt x="945" y="49"/>
                  <a:pt x="945" y="49"/>
                </a:cubicBezTo>
                <a:cubicBezTo>
                  <a:pt x="945" y="49"/>
                  <a:pt x="946" y="49"/>
                  <a:pt x="946" y="49"/>
                </a:cubicBezTo>
                <a:cubicBezTo>
                  <a:pt x="969" y="59"/>
                  <a:pt x="992" y="71"/>
                  <a:pt x="1014" y="84"/>
                </a:cubicBezTo>
                <a:cubicBezTo>
                  <a:pt x="1015" y="84"/>
                  <a:pt x="1015" y="84"/>
                  <a:pt x="1015" y="84"/>
                </a:cubicBezTo>
                <a:cubicBezTo>
                  <a:pt x="1053" y="106"/>
                  <a:pt x="1089" y="134"/>
                  <a:pt x="1121" y="165"/>
                </a:cubicBezTo>
                <a:cubicBezTo>
                  <a:pt x="1133" y="176"/>
                  <a:pt x="1133" y="176"/>
                  <a:pt x="1133" y="176"/>
                </a:cubicBezTo>
                <a:cubicBezTo>
                  <a:pt x="1155" y="198"/>
                  <a:pt x="1155" y="198"/>
                  <a:pt x="1155" y="198"/>
                </a:cubicBezTo>
                <a:cubicBezTo>
                  <a:pt x="1158" y="200"/>
                  <a:pt x="1159" y="204"/>
                  <a:pt x="1159" y="207"/>
                </a:cubicBezTo>
                <a:cubicBezTo>
                  <a:pt x="1159" y="210"/>
                  <a:pt x="1158" y="214"/>
                  <a:pt x="1155" y="216"/>
                </a:cubicBezTo>
                <a:cubicBezTo>
                  <a:pt x="1153" y="218"/>
                  <a:pt x="1150" y="220"/>
                  <a:pt x="1146" y="220"/>
                </a:cubicBezTo>
                <a:close/>
                <a:moveTo>
                  <a:pt x="411" y="112"/>
                </a:moveTo>
                <a:cubicBezTo>
                  <a:pt x="406" y="112"/>
                  <a:pt x="402" y="110"/>
                  <a:pt x="400" y="106"/>
                </a:cubicBezTo>
                <a:cubicBezTo>
                  <a:pt x="398" y="103"/>
                  <a:pt x="397" y="99"/>
                  <a:pt x="398" y="96"/>
                </a:cubicBezTo>
                <a:cubicBezTo>
                  <a:pt x="399" y="93"/>
                  <a:pt x="401" y="90"/>
                  <a:pt x="404" y="88"/>
                </a:cubicBezTo>
                <a:cubicBezTo>
                  <a:pt x="404" y="88"/>
                  <a:pt x="404" y="88"/>
                  <a:pt x="404" y="88"/>
                </a:cubicBezTo>
                <a:cubicBezTo>
                  <a:pt x="406" y="87"/>
                  <a:pt x="408" y="86"/>
                  <a:pt x="411" y="86"/>
                </a:cubicBezTo>
                <a:cubicBezTo>
                  <a:pt x="415" y="86"/>
                  <a:pt x="419" y="89"/>
                  <a:pt x="422" y="92"/>
                </a:cubicBezTo>
                <a:cubicBezTo>
                  <a:pt x="425" y="98"/>
                  <a:pt x="423" y="106"/>
                  <a:pt x="417" y="110"/>
                </a:cubicBezTo>
                <a:cubicBezTo>
                  <a:pt x="415" y="111"/>
                  <a:pt x="413" y="112"/>
                  <a:pt x="411" y="112"/>
                </a:cubicBezTo>
                <a:close/>
                <a:moveTo>
                  <a:pt x="448" y="91"/>
                </a:moveTo>
                <a:cubicBezTo>
                  <a:pt x="443" y="91"/>
                  <a:pt x="438" y="88"/>
                  <a:pt x="436" y="84"/>
                </a:cubicBezTo>
                <a:cubicBezTo>
                  <a:pt x="435" y="81"/>
                  <a:pt x="434" y="78"/>
                  <a:pt x="436" y="74"/>
                </a:cubicBezTo>
                <a:cubicBezTo>
                  <a:pt x="437" y="71"/>
                  <a:pt x="439" y="68"/>
                  <a:pt x="442" y="67"/>
                </a:cubicBezTo>
                <a:cubicBezTo>
                  <a:pt x="467" y="54"/>
                  <a:pt x="494" y="43"/>
                  <a:pt x="522" y="33"/>
                </a:cubicBezTo>
                <a:cubicBezTo>
                  <a:pt x="556" y="22"/>
                  <a:pt x="591" y="13"/>
                  <a:pt x="627" y="8"/>
                </a:cubicBezTo>
                <a:cubicBezTo>
                  <a:pt x="670" y="2"/>
                  <a:pt x="716" y="0"/>
                  <a:pt x="760" y="4"/>
                </a:cubicBezTo>
                <a:cubicBezTo>
                  <a:pt x="760" y="4"/>
                  <a:pt x="760" y="4"/>
                  <a:pt x="760" y="4"/>
                </a:cubicBezTo>
                <a:cubicBezTo>
                  <a:pt x="769" y="4"/>
                  <a:pt x="769" y="4"/>
                  <a:pt x="769" y="4"/>
                </a:cubicBezTo>
                <a:cubicBezTo>
                  <a:pt x="771" y="4"/>
                  <a:pt x="773" y="5"/>
                  <a:pt x="774" y="5"/>
                </a:cubicBezTo>
                <a:cubicBezTo>
                  <a:pt x="775" y="5"/>
                  <a:pt x="776" y="5"/>
                  <a:pt x="777" y="5"/>
                </a:cubicBezTo>
                <a:cubicBezTo>
                  <a:pt x="778" y="5"/>
                  <a:pt x="778" y="5"/>
                  <a:pt x="778" y="5"/>
                </a:cubicBezTo>
                <a:cubicBezTo>
                  <a:pt x="785" y="6"/>
                  <a:pt x="790" y="12"/>
                  <a:pt x="789" y="19"/>
                </a:cubicBezTo>
                <a:cubicBezTo>
                  <a:pt x="789" y="26"/>
                  <a:pt x="782" y="31"/>
                  <a:pt x="775" y="31"/>
                </a:cubicBezTo>
                <a:cubicBezTo>
                  <a:pt x="774" y="30"/>
                  <a:pt x="774" y="30"/>
                  <a:pt x="774" y="30"/>
                </a:cubicBezTo>
                <a:cubicBezTo>
                  <a:pt x="774" y="30"/>
                  <a:pt x="774" y="30"/>
                  <a:pt x="774" y="30"/>
                </a:cubicBezTo>
                <a:cubicBezTo>
                  <a:pt x="773" y="30"/>
                  <a:pt x="772" y="30"/>
                  <a:pt x="771" y="30"/>
                </a:cubicBezTo>
                <a:cubicBezTo>
                  <a:pt x="769" y="30"/>
                  <a:pt x="768" y="30"/>
                  <a:pt x="767" y="30"/>
                </a:cubicBezTo>
                <a:cubicBezTo>
                  <a:pt x="759" y="29"/>
                  <a:pt x="759" y="29"/>
                  <a:pt x="759" y="29"/>
                </a:cubicBezTo>
                <a:cubicBezTo>
                  <a:pt x="715" y="26"/>
                  <a:pt x="672" y="27"/>
                  <a:pt x="630" y="33"/>
                </a:cubicBezTo>
                <a:cubicBezTo>
                  <a:pt x="596" y="38"/>
                  <a:pt x="562" y="46"/>
                  <a:pt x="530" y="57"/>
                </a:cubicBezTo>
                <a:cubicBezTo>
                  <a:pt x="503" y="66"/>
                  <a:pt x="478" y="77"/>
                  <a:pt x="453" y="90"/>
                </a:cubicBezTo>
                <a:cubicBezTo>
                  <a:pt x="452" y="91"/>
                  <a:pt x="450" y="91"/>
                  <a:pt x="448" y="91"/>
                </a:cubicBezTo>
                <a:close/>
                <a:moveTo>
                  <a:pt x="819" y="37"/>
                </a:moveTo>
                <a:cubicBezTo>
                  <a:pt x="819" y="37"/>
                  <a:pt x="819" y="37"/>
                  <a:pt x="819" y="37"/>
                </a:cubicBezTo>
                <a:cubicBezTo>
                  <a:pt x="819" y="37"/>
                  <a:pt x="819" y="37"/>
                  <a:pt x="819" y="37"/>
                </a:cubicBezTo>
                <a:cubicBezTo>
                  <a:pt x="818" y="37"/>
                  <a:pt x="817" y="37"/>
                  <a:pt x="817" y="37"/>
                </a:cubicBezTo>
                <a:cubicBezTo>
                  <a:pt x="813" y="36"/>
                  <a:pt x="810" y="34"/>
                  <a:pt x="808" y="31"/>
                </a:cubicBezTo>
                <a:cubicBezTo>
                  <a:pt x="806" y="29"/>
                  <a:pt x="806" y="25"/>
                  <a:pt x="806" y="22"/>
                </a:cubicBezTo>
                <a:cubicBezTo>
                  <a:pt x="807" y="15"/>
                  <a:pt x="814" y="10"/>
                  <a:pt x="821" y="11"/>
                </a:cubicBezTo>
                <a:cubicBezTo>
                  <a:pt x="828" y="13"/>
                  <a:pt x="832" y="19"/>
                  <a:pt x="831" y="26"/>
                </a:cubicBezTo>
                <a:cubicBezTo>
                  <a:pt x="830" y="32"/>
                  <a:pt x="825" y="37"/>
                  <a:pt x="819" y="37"/>
                </a:cubicBezTo>
                <a:close/>
              </a:path>
            </a:pathLst>
          </a:custGeom>
          <a:solidFill>
            <a:srgbClr val="377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82" name="Freeform 42">
            <a:extLst>
              <a:ext uri="{FF2B5EF4-FFF2-40B4-BE49-F238E27FC236}">
                <a16:creationId xmlns:a16="http://schemas.microsoft.com/office/drawing/2014/main" id="{32D10E20-837B-4E00-A39E-F387032B59EC}"/>
              </a:ext>
            </a:extLst>
          </p:cNvPr>
          <p:cNvSpPr>
            <a:spLocks noEditPoints="1"/>
          </p:cNvSpPr>
          <p:nvPr/>
        </p:nvSpPr>
        <p:spPr bwMode="auto">
          <a:xfrm>
            <a:off x="2184165" y="2276625"/>
            <a:ext cx="2303004" cy="2304750"/>
          </a:xfrm>
          <a:custGeom>
            <a:avLst/>
            <a:gdLst>
              <a:gd name="T0" fmla="*/ 661 w 1318"/>
              <a:gd name="T1" fmla="*/ 1292 h 1318"/>
              <a:gd name="T2" fmla="*/ 474 w 1318"/>
              <a:gd name="T3" fmla="*/ 1285 h 1318"/>
              <a:gd name="T4" fmla="*/ 324 w 1318"/>
              <a:gd name="T5" fmla="*/ 1201 h 1318"/>
              <a:gd name="T6" fmla="*/ 340 w 1318"/>
              <a:gd name="T7" fmla="*/ 1181 h 1318"/>
              <a:gd name="T8" fmla="*/ 483 w 1318"/>
              <a:gd name="T9" fmla="*/ 1261 h 1318"/>
              <a:gd name="T10" fmla="*/ 691 w 1318"/>
              <a:gd name="T11" fmla="*/ 1304 h 1318"/>
              <a:gd name="T12" fmla="*/ 848 w 1318"/>
              <a:gd name="T13" fmla="*/ 1256 h 1318"/>
              <a:gd name="T14" fmla="*/ 874 w 1318"/>
              <a:gd name="T15" fmla="*/ 1245 h 1318"/>
              <a:gd name="T16" fmla="*/ 983 w 1318"/>
              <a:gd name="T17" fmla="*/ 1177 h 1318"/>
              <a:gd name="T18" fmla="*/ 937 w 1318"/>
              <a:gd name="T19" fmla="*/ 1241 h 1318"/>
              <a:gd name="T20" fmla="*/ 873 w 1318"/>
              <a:gd name="T21" fmla="*/ 1274 h 1318"/>
              <a:gd name="T22" fmla="*/ 848 w 1318"/>
              <a:gd name="T23" fmla="*/ 1283 h 1318"/>
              <a:gd name="T24" fmla="*/ 299 w 1318"/>
              <a:gd name="T25" fmla="*/ 1175 h 1318"/>
              <a:gd name="T26" fmla="*/ 312 w 1318"/>
              <a:gd name="T27" fmla="*/ 1162 h 1318"/>
              <a:gd name="T28" fmla="*/ 1014 w 1318"/>
              <a:gd name="T29" fmla="*/ 1150 h 1318"/>
              <a:gd name="T30" fmla="*/ 260 w 1318"/>
              <a:gd name="T31" fmla="*/ 1142 h 1318"/>
              <a:gd name="T32" fmla="*/ 132 w 1318"/>
              <a:gd name="T33" fmla="*/ 1012 h 1318"/>
              <a:gd name="T34" fmla="*/ 93 w 1318"/>
              <a:gd name="T35" fmla="*/ 961 h 1318"/>
              <a:gd name="T36" fmla="*/ 107 w 1318"/>
              <a:gd name="T37" fmla="*/ 937 h 1318"/>
              <a:gd name="T38" fmla="*/ 151 w 1318"/>
              <a:gd name="T39" fmla="*/ 995 h 1318"/>
              <a:gd name="T40" fmla="*/ 278 w 1318"/>
              <a:gd name="T41" fmla="*/ 1124 h 1318"/>
              <a:gd name="T42" fmla="*/ 1044 w 1318"/>
              <a:gd name="T43" fmla="*/ 1120 h 1318"/>
              <a:gd name="T44" fmla="*/ 1170 w 1318"/>
              <a:gd name="T45" fmla="*/ 1024 h 1318"/>
              <a:gd name="T46" fmla="*/ 1262 w 1318"/>
              <a:gd name="T47" fmla="*/ 897 h 1318"/>
              <a:gd name="T48" fmla="*/ 39 w 1318"/>
              <a:gd name="T49" fmla="*/ 860 h 1318"/>
              <a:gd name="T50" fmla="*/ 56 w 1318"/>
              <a:gd name="T51" fmla="*/ 867 h 1318"/>
              <a:gd name="T52" fmla="*/ 1256 w 1318"/>
              <a:gd name="T53" fmla="*/ 848 h 1318"/>
              <a:gd name="T54" fmla="*/ 1268 w 1318"/>
              <a:gd name="T55" fmla="*/ 866 h 1318"/>
              <a:gd name="T56" fmla="*/ 23 w 1318"/>
              <a:gd name="T57" fmla="*/ 503 h 1318"/>
              <a:gd name="T58" fmla="*/ 26 w 1318"/>
              <a:gd name="T59" fmla="*/ 659 h 1318"/>
              <a:gd name="T60" fmla="*/ 37 w 1318"/>
              <a:gd name="T61" fmla="*/ 828 h 1318"/>
              <a:gd name="T62" fmla="*/ 1292 w 1318"/>
              <a:gd name="T63" fmla="*/ 659 h 1318"/>
              <a:gd name="T64" fmla="*/ 1282 w 1318"/>
              <a:gd name="T65" fmla="*/ 491 h 1318"/>
              <a:gd name="T66" fmla="*/ 1317 w 1318"/>
              <a:gd name="T67" fmla="*/ 687 h 1318"/>
              <a:gd name="T68" fmla="*/ 45 w 1318"/>
              <a:gd name="T69" fmla="*/ 477 h 1318"/>
              <a:gd name="T70" fmla="*/ 54 w 1318"/>
              <a:gd name="T71" fmla="*/ 454 h 1318"/>
              <a:gd name="T72" fmla="*/ 1256 w 1318"/>
              <a:gd name="T73" fmla="*/ 468 h 1318"/>
              <a:gd name="T74" fmla="*/ 1279 w 1318"/>
              <a:gd name="T75" fmla="*/ 469 h 1318"/>
              <a:gd name="T76" fmla="*/ 137 w 1318"/>
              <a:gd name="T77" fmla="*/ 299 h 1318"/>
              <a:gd name="T78" fmla="*/ 176 w 1318"/>
              <a:gd name="T79" fmla="*/ 295 h 1318"/>
              <a:gd name="T80" fmla="*/ 1195 w 1318"/>
              <a:gd name="T81" fmla="*/ 358 h 1318"/>
              <a:gd name="T82" fmla="*/ 1146 w 1318"/>
              <a:gd name="T83" fmla="*/ 299 h 1318"/>
              <a:gd name="T84" fmla="*/ 1037 w 1318"/>
              <a:gd name="T85" fmla="*/ 185 h 1318"/>
              <a:gd name="T86" fmla="*/ 1167 w 1318"/>
              <a:gd name="T87" fmla="*/ 284 h 1318"/>
              <a:gd name="T88" fmla="*/ 1216 w 1318"/>
              <a:gd name="T89" fmla="*/ 343 h 1318"/>
              <a:gd name="T90" fmla="*/ 297 w 1318"/>
              <a:gd name="T91" fmla="*/ 170 h 1318"/>
              <a:gd name="T92" fmla="*/ 297 w 1318"/>
              <a:gd name="T93" fmla="*/ 170 h 1318"/>
              <a:gd name="T94" fmla="*/ 1029 w 1318"/>
              <a:gd name="T95" fmla="*/ 164 h 1318"/>
              <a:gd name="T96" fmla="*/ 331 w 1318"/>
              <a:gd name="T97" fmla="*/ 111 h 1318"/>
              <a:gd name="T98" fmla="*/ 580 w 1318"/>
              <a:gd name="T99" fmla="*/ 5 h 1318"/>
              <a:gd name="T100" fmla="*/ 457 w 1318"/>
              <a:gd name="T101" fmla="*/ 66 h 1318"/>
              <a:gd name="T102" fmla="*/ 336 w 1318"/>
              <a:gd name="T103" fmla="*/ 139 h 1318"/>
              <a:gd name="T104" fmla="*/ 836 w 1318"/>
              <a:gd name="T105" fmla="*/ 57 h 1318"/>
              <a:gd name="T106" fmla="*/ 776 w 1318"/>
              <a:gd name="T107" fmla="*/ 39 h 1318"/>
              <a:gd name="T108" fmla="*/ 730 w 1318"/>
              <a:gd name="T109" fmla="*/ 30 h 1318"/>
              <a:gd name="T110" fmla="*/ 691 w 1318"/>
              <a:gd name="T111" fmla="*/ 22 h 1318"/>
              <a:gd name="T112" fmla="*/ 733 w 1318"/>
              <a:gd name="T113" fmla="*/ 5 h 1318"/>
              <a:gd name="T114" fmla="*/ 781 w 1318"/>
              <a:gd name="T115" fmla="*/ 14 h 1318"/>
              <a:gd name="T116" fmla="*/ 933 w 1318"/>
              <a:gd name="T117" fmla="*/ 74 h 1318"/>
              <a:gd name="T118" fmla="*/ 988 w 1318"/>
              <a:gd name="T119" fmla="*/ 140 h 1318"/>
              <a:gd name="T120" fmla="*/ 658 w 1318"/>
              <a:gd name="T121" fmla="*/ 25 h 1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318" h="1318">
                <a:moveTo>
                  <a:pt x="662" y="1318"/>
                </a:moveTo>
                <a:cubicBezTo>
                  <a:pt x="661" y="1318"/>
                  <a:pt x="661" y="1318"/>
                  <a:pt x="661" y="1318"/>
                </a:cubicBezTo>
                <a:cubicBezTo>
                  <a:pt x="654" y="1318"/>
                  <a:pt x="649" y="1312"/>
                  <a:pt x="649" y="1305"/>
                </a:cubicBezTo>
                <a:cubicBezTo>
                  <a:pt x="649" y="1301"/>
                  <a:pt x="650" y="1298"/>
                  <a:pt x="652" y="1296"/>
                </a:cubicBezTo>
                <a:cubicBezTo>
                  <a:pt x="655" y="1293"/>
                  <a:pt x="658" y="1292"/>
                  <a:pt x="661" y="1292"/>
                </a:cubicBezTo>
                <a:cubicBezTo>
                  <a:pt x="661" y="1292"/>
                  <a:pt x="661" y="1292"/>
                  <a:pt x="661" y="1292"/>
                </a:cubicBezTo>
                <a:cubicBezTo>
                  <a:pt x="668" y="1292"/>
                  <a:pt x="674" y="1298"/>
                  <a:pt x="674" y="1305"/>
                </a:cubicBezTo>
                <a:cubicBezTo>
                  <a:pt x="674" y="1308"/>
                  <a:pt x="673" y="1311"/>
                  <a:pt x="670" y="1314"/>
                </a:cubicBezTo>
                <a:cubicBezTo>
                  <a:pt x="668" y="1316"/>
                  <a:pt x="665" y="1318"/>
                  <a:pt x="662" y="1318"/>
                </a:cubicBezTo>
                <a:close/>
                <a:moveTo>
                  <a:pt x="619" y="1316"/>
                </a:moveTo>
                <a:cubicBezTo>
                  <a:pt x="619" y="1316"/>
                  <a:pt x="618" y="1316"/>
                  <a:pt x="618" y="1316"/>
                </a:cubicBezTo>
                <a:cubicBezTo>
                  <a:pt x="568" y="1312"/>
                  <a:pt x="520" y="1302"/>
                  <a:pt x="474" y="1285"/>
                </a:cubicBezTo>
                <a:cubicBezTo>
                  <a:pt x="472" y="1284"/>
                  <a:pt x="471" y="1284"/>
                  <a:pt x="469" y="1283"/>
                </a:cubicBezTo>
                <a:cubicBezTo>
                  <a:pt x="430" y="1268"/>
                  <a:pt x="394" y="1250"/>
                  <a:pt x="361" y="1228"/>
                </a:cubicBezTo>
                <a:cubicBezTo>
                  <a:pt x="348" y="1219"/>
                  <a:pt x="348" y="1219"/>
                  <a:pt x="348" y="1219"/>
                </a:cubicBezTo>
                <a:cubicBezTo>
                  <a:pt x="347" y="1219"/>
                  <a:pt x="347" y="1218"/>
                  <a:pt x="346" y="1217"/>
                </a:cubicBezTo>
                <a:cubicBezTo>
                  <a:pt x="343" y="1215"/>
                  <a:pt x="339" y="1213"/>
                  <a:pt x="336" y="1210"/>
                </a:cubicBezTo>
                <a:cubicBezTo>
                  <a:pt x="324" y="1201"/>
                  <a:pt x="324" y="1201"/>
                  <a:pt x="324" y="1201"/>
                </a:cubicBezTo>
                <a:cubicBezTo>
                  <a:pt x="324" y="1201"/>
                  <a:pt x="324" y="1201"/>
                  <a:pt x="324" y="1201"/>
                </a:cubicBezTo>
                <a:cubicBezTo>
                  <a:pt x="323" y="1200"/>
                  <a:pt x="323" y="1200"/>
                  <a:pt x="323" y="1200"/>
                </a:cubicBezTo>
                <a:cubicBezTo>
                  <a:pt x="318" y="1196"/>
                  <a:pt x="317" y="1188"/>
                  <a:pt x="321" y="1183"/>
                </a:cubicBezTo>
                <a:cubicBezTo>
                  <a:pt x="324" y="1179"/>
                  <a:pt x="327" y="1178"/>
                  <a:pt x="331" y="1178"/>
                </a:cubicBezTo>
                <a:cubicBezTo>
                  <a:pt x="334" y="1178"/>
                  <a:pt x="337" y="1179"/>
                  <a:pt x="339" y="1180"/>
                </a:cubicBezTo>
                <a:cubicBezTo>
                  <a:pt x="339" y="1180"/>
                  <a:pt x="339" y="1181"/>
                  <a:pt x="340" y="1181"/>
                </a:cubicBezTo>
                <a:cubicBezTo>
                  <a:pt x="352" y="1190"/>
                  <a:pt x="352" y="1190"/>
                  <a:pt x="352" y="1190"/>
                </a:cubicBezTo>
                <a:cubicBezTo>
                  <a:pt x="354" y="1192"/>
                  <a:pt x="357" y="1194"/>
                  <a:pt x="360" y="1196"/>
                </a:cubicBezTo>
                <a:cubicBezTo>
                  <a:pt x="361" y="1197"/>
                  <a:pt x="362" y="1198"/>
                  <a:pt x="363" y="1198"/>
                </a:cubicBezTo>
                <a:cubicBezTo>
                  <a:pt x="375" y="1207"/>
                  <a:pt x="375" y="1207"/>
                  <a:pt x="375" y="1207"/>
                </a:cubicBezTo>
                <a:cubicBezTo>
                  <a:pt x="406" y="1228"/>
                  <a:pt x="441" y="1245"/>
                  <a:pt x="478" y="1259"/>
                </a:cubicBezTo>
                <a:cubicBezTo>
                  <a:pt x="480" y="1260"/>
                  <a:pt x="481" y="1260"/>
                  <a:pt x="483" y="1261"/>
                </a:cubicBezTo>
                <a:cubicBezTo>
                  <a:pt x="526" y="1277"/>
                  <a:pt x="572" y="1287"/>
                  <a:pt x="620" y="1291"/>
                </a:cubicBezTo>
                <a:cubicBezTo>
                  <a:pt x="623" y="1291"/>
                  <a:pt x="626" y="1292"/>
                  <a:pt x="629" y="1295"/>
                </a:cubicBezTo>
                <a:cubicBezTo>
                  <a:pt x="631" y="1298"/>
                  <a:pt x="632" y="1301"/>
                  <a:pt x="632" y="1304"/>
                </a:cubicBezTo>
                <a:cubicBezTo>
                  <a:pt x="631" y="1311"/>
                  <a:pt x="626" y="1316"/>
                  <a:pt x="619" y="1316"/>
                </a:cubicBezTo>
                <a:close/>
                <a:moveTo>
                  <a:pt x="704" y="1316"/>
                </a:moveTo>
                <a:cubicBezTo>
                  <a:pt x="697" y="1316"/>
                  <a:pt x="692" y="1311"/>
                  <a:pt x="691" y="1304"/>
                </a:cubicBezTo>
                <a:cubicBezTo>
                  <a:pt x="691" y="1297"/>
                  <a:pt x="696" y="1291"/>
                  <a:pt x="703" y="1290"/>
                </a:cubicBezTo>
                <a:cubicBezTo>
                  <a:pt x="704" y="1290"/>
                  <a:pt x="705" y="1290"/>
                  <a:pt x="707" y="1290"/>
                </a:cubicBezTo>
                <a:cubicBezTo>
                  <a:pt x="745" y="1286"/>
                  <a:pt x="783" y="1278"/>
                  <a:pt x="820" y="1266"/>
                </a:cubicBezTo>
                <a:cubicBezTo>
                  <a:pt x="821" y="1266"/>
                  <a:pt x="821" y="1266"/>
                  <a:pt x="821" y="1266"/>
                </a:cubicBezTo>
                <a:cubicBezTo>
                  <a:pt x="827" y="1264"/>
                  <a:pt x="833" y="1262"/>
                  <a:pt x="839" y="1260"/>
                </a:cubicBezTo>
                <a:cubicBezTo>
                  <a:pt x="842" y="1259"/>
                  <a:pt x="845" y="1257"/>
                  <a:pt x="848" y="1256"/>
                </a:cubicBezTo>
                <a:cubicBezTo>
                  <a:pt x="848" y="1256"/>
                  <a:pt x="848" y="1256"/>
                  <a:pt x="848" y="1256"/>
                </a:cubicBezTo>
                <a:cubicBezTo>
                  <a:pt x="851" y="1255"/>
                  <a:pt x="854" y="1254"/>
                  <a:pt x="858" y="1252"/>
                </a:cubicBezTo>
                <a:cubicBezTo>
                  <a:pt x="859" y="1252"/>
                  <a:pt x="860" y="1251"/>
                  <a:pt x="861" y="1251"/>
                </a:cubicBezTo>
                <a:cubicBezTo>
                  <a:pt x="862" y="1250"/>
                  <a:pt x="862" y="1250"/>
                  <a:pt x="862" y="1250"/>
                </a:cubicBezTo>
                <a:cubicBezTo>
                  <a:pt x="863" y="1250"/>
                  <a:pt x="863" y="1250"/>
                  <a:pt x="863" y="1250"/>
                </a:cubicBezTo>
                <a:cubicBezTo>
                  <a:pt x="874" y="1245"/>
                  <a:pt x="874" y="1245"/>
                  <a:pt x="874" y="1245"/>
                </a:cubicBezTo>
                <a:cubicBezTo>
                  <a:pt x="877" y="1244"/>
                  <a:pt x="879" y="1243"/>
                  <a:pt x="881" y="1242"/>
                </a:cubicBezTo>
                <a:cubicBezTo>
                  <a:pt x="888" y="1238"/>
                  <a:pt x="894" y="1235"/>
                  <a:pt x="900" y="1232"/>
                </a:cubicBezTo>
                <a:cubicBezTo>
                  <a:pt x="920" y="1221"/>
                  <a:pt x="920" y="1221"/>
                  <a:pt x="920" y="1221"/>
                </a:cubicBezTo>
                <a:cubicBezTo>
                  <a:pt x="921" y="1221"/>
                  <a:pt x="922" y="1220"/>
                  <a:pt x="923" y="1219"/>
                </a:cubicBezTo>
                <a:cubicBezTo>
                  <a:pt x="924" y="1219"/>
                  <a:pt x="925" y="1218"/>
                  <a:pt x="926" y="1218"/>
                </a:cubicBezTo>
                <a:cubicBezTo>
                  <a:pt x="945" y="1206"/>
                  <a:pt x="965" y="1192"/>
                  <a:pt x="983" y="1177"/>
                </a:cubicBezTo>
                <a:cubicBezTo>
                  <a:pt x="985" y="1176"/>
                  <a:pt x="988" y="1175"/>
                  <a:pt x="991" y="1175"/>
                </a:cubicBezTo>
                <a:cubicBezTo>
                  <a:pt x="994" y="1175"/>
                  <a:pt x="998" y="1176"/>
                  <a:pt x="1001" y="1179"/>
                </a:cubicBezTo>
                <a:cubicBezTo>
                  <a:pt x="1003" y="1182"/>
                  <a:pt x="1004" y="1185"/>
                  <a:pt x="1003" y="1189"/>
                </a:cubicBezTo>
                <a:cubicBezTo>
                  <a:pt x="1003" y="1192"/>
                  <a:pt x="1001" y="1195"/>
                  <a:pt x="999" y="1197"/>
                </a:cubicBezTo>
                <a:cubicBezTo>
                  <a:pt x="980" y="1213"/>
                  <a:pt x="960" y="1227"/>
                  <a:pt x="939" y="1239"/>
                </a:cubicBezTo>
                <a:cubicBezTo>
                  <a:pt x="938" y="1240"/>
                  <a:pt x="938" y="1240"/>
                  <a:pt x="937" y="1241"/>
                </a:cubicBezTo>
                <a:cubicBezTo>
                  <a:pt x="935" y="1242"/>
                  <a:pt x="934" y="1243"/>
                  <a:pt x="932" y="1244"/>
                </a:cubicBezTo>
                <a:cubicBezTo>
                  <a:pt x="912" y="1255"/>
                  <a:pt x="912" y="1255"/>
                  <a:pt x="912" y="1255"/>
                </a:cubicBezTo>
                <a:cubicBezTo>
                  <a:pt x="906" y="1258"/>
                  <a:pt x="899" y="1261"/>
                  <a:pt x="892" y="1265"/>
                </a:cubicBezTo>
                <a:cubicBezTo>
                  <a:pt x="890" y="1266"/>
                  <a:pt x="888" y="1267"/>
                  <a:pt x="885" y="1268"/>
                </a:cubicBezTo>
                <a:cubicBezTo>
                  <a:pt x="885" y="1268"/>
                  <a:pt x="885" y="1268"/>
                  <a:pt x="885" y="1268"/>
                </a:cubicBezTo>
                <a:cubicBezTo>
                  <a:pt x="873" y="1274"/>
                  <a:pt x="873" y="1274"/>
                  <a:pt x="873" y="1274"/>
                </a:cubicBezTo>
                <a:cubicBezTo>
                  <a:pt x="873" y="1274"/>
                  <a:pt x="872" y="1274"/>
                  <a:pt x="872" y="1274"/>
                </a:cubicBezTo>
                <a:cubicBezTo>
                  <a:pt x="871" y="1274"/>
                  <a:pt x="871" y="1274"/>
                  <a:pt x="871" y="1274"/>
                </a:cubicBezTo>
                <a:cubicBezTo>
                  <a:pt x="870" y="1275"/>
                  <a:pt x="869" y="1275"/>
                  <a:pt x="868" y="1276"/>
                </a:cubicBezTo>
                <a:cubicBezTo>
                  <a:pt x="865" y="1277"/>
                  <a:pt x="861" y="1279"/>
                  <a:pt x="857" y="1280"/>
                </a:cubicBezTo>
                <a:cubicBezTo>
                  <a:pt x="857" y="1280"/>
                  <a:pt x="857" y="1280"/>
                  <a:pt x="857" y="1280"/>
                </a:cubicBezTo>
                <a:cubicBezTo>
                  <a:pt x="854" y="1281"/>
                  <a:pt x="851" y="1282"/>
                  <a:pt x="848" y="1283"/>
                </a:cubicBezTo>
                <a:cubicBezTo>
                  <a:pt x="842" y="1286"/>
                  <a:pt x="835" y="1288"/>
                  <a:pt x="828" y="1290"/>
                </a:cubicBezTo>
                <a:cubicBezTo>
                  <a:pt x="789" y="1303"/>
                  <a:pt x="749" y="1312"/>
                  <a:pt x="709" y="1315"/>
                </a:cubicBezTo>
                <a:cubicBezTo>
                  <a:pt x="708" y="1315"/>
                  <a:pt x="708" y="1315"/>
                  <a:pt x="708" y="1315"/>
                </a:cubicBezTo>
                <a:cubicBezTo>
                  <a:pt x="707" y="1316"/>
                  <a:pt x="706" y="1316"/>
                  <a:pt x="705" y="1316"/>
                </a:cubicBezTo>
                <a:cubicBezTo>
                  <a:pt x="705" y="1316"/>
                  <a:pt x="704" y="1316"/>
                  <a:pt x="704" y="1316"/>
                </a:cubicBezTo>
                <a:close/>
                <a:moveTo>
                  <a:pt x="299" y="1175"/>
                </a:moveTo>
                <a:cubicBezTo>
                  <a:pt x="296" y="1175"/>
                  <a:pt x="293" y="1174"/>
                  <a:pt x="290" y="1172"/>
                </a:cubicBezTo>
                <a:cubicBezTo>
                  <a:pt x="290" y="1172"/>
                  <a:pt x="290" y="1172"/>
                  <a:pt x="290" y="1172"/>
                </a:cubicBezTo>
                <a:cubicBezTo>
                  <a:pt x="288" y="1170"/>
                  <a:pt x="287" y="1166"/>
                  <a:pt x="286" y="1163"/>
                </a:cubicBezTo>
                <a:cubicBezTo>
                  <a:pt x="286" y="1160"/>
                  <a:pt x="288" y="1156"/>
                  <a:pt x="290" y="1154"/>
                </a:cubicBezTo>
                <a:cubicBezTo>
                  <a:pt x="295" y="1149"/>
                  <a:pt x="303" y="1149"/>
                  <a:pt x="308" y="1153"/>
                </a:cubicBezTo>
                <a:cubicBezTo>
                  <a:pt x="310" y="1156"/>
                  <a:pt x="312" y="1159"/>
                  <a:pt x="312" y="1162"/>
                </a:cubicBezTo>
                <a:cubicBezTo>
                  <a:pt x="312" y="1166"/>
                  <a:pt x="311" y="1169"/>
                  <a:pt x="308" y="1171"/>
                </a:cubicBezTo>
                <a:cubicBezTo>
                  <a:pt x="306" y="1174"/>
                  <a:pt x="303" y="1175"/>
                  <a:pt x="299" y="1175"/>
                </a:cubicBezTo>
                <a:close/>
                <a:moveTo>
                  <a:pt x="1022" y="1172"/>
                </a:moveTo>
                <a:cubicBezTo>
                  <a:pt x="1019" y="1172"/>
                  <a:pt x="1016" y="1171"/>
                  <a:pt x="1013" y="1168"/>
                </a:cubicBezTo>
                <a:cubicBezTo>
                  <a:pt x="1008" y="1163"/>
                  <a:pt x="1009" y="1155"/>
                  <a:pt x="1014" y="1150"/>
                </a:cubicBezTo>
                <a:cubicBezTo>
                  <a:pt x="1014" y="1150"/>
                  <a:pt x="1014" y="1150"/>
                  <a:pt x="1014" y="1150"/>
                </a:cubicBezTo>
                <a:cubicBezTo>
                  <a:pt x="1014" y="1150"/>
                  <a:pt x="1014" y="1150"/>
                  <a:pt x="1014" y="1150"/>
                </a:cubicBezTo>
                <a:cubicBezTo>
                  <a:pt x="1019" y="1145"/>
                  <a:pt x="1027" y="1146"/>
                  <a:pt x="1032" y="1150"/>
                </a:cubicBezTo>
                <a:cubicBezTo>
                  <a:pt x="1037" y="1156"/>
                  <a:pt x="1036" y="1164"/>
                  <a:pt x="1031" y="1168"/>
                </a:cubicBezTo>
                <a:cubicBezTo>
                  <a:pt x="1029" y="1171"/>
                  <a:pt x="1026" y="1172"/>
                  <a:pt x="1022" y="1172"/>
                </a:cubicBezTo>
                <a:close/>
                <a:moveTo>
                  <a:pt x="269" y="1146"/>
                </a:moveTo>
                <a:cubicBezTo>
                  <a:pt x="265" y="1146"/>
                  <a:pt x="262" y="1144"/>
                  <a:pt x="260" y="1142"/>
                </a:cubicBezTo>
                <a:cubicBezTo>
                  <a:pt x="158" y="1040"/>
                  <a:pt x="158" y="1040"/>
                  <a:pt x="158" y="1040"/>
                </a:cubicBezTo>
                <a:cubicBezTo>
                  <a:pt x="158" y="1040"/>
                  <a:pt x="158" y="1040"/>
                  <a:pt x="157" y="1039"/>
                </a:cubicBezTo>
                <a:cubicBezTo>
                  <a:pt x="142" y="1023"/>
                  <a:pt x="142" y="1023"/>
                  <a:pt x="142" y="1023"/>
                </a:cubicBezTo>
                <a:cubicBezTo>
                  <a:pt x="139" y="1021"/>
                  <a:pt x="137" y="1018"/>
                  <a:pt x="135" y="1015"/>
                </a:cubicBezTo>
                <a:cubicBezTo>
                  <a:pt x="134" y="1014"/>
                  <a:pt x="133" y="1013"/>
                  <a:pt x="132" y="1012"/>
                </a:cubicBezTo>
                <a:cubicBezTo>
                  <a:pt x="132" y="1012"/>
                  <a:pt x="132" y="1012"/>
                  <a:pt x="132" y="1012"/>
                </a:cubicBezTo>
                <a:cubicBezTo>
                  <a:pt x="122" y="1000"/>
                  <a:pt x="122" y="1000"/>
                  <a:pt x="122" y="1000"/>
                </a:cubicBezTo>
                <a:cubicBezTo>
                  <a:pt x="120" y="998"/>
                  <a:pt x="119" y="996"/>
                  <a:pt x="117" y="994"/>
                </a:cubicBezTo>
                <a:cubicBezTo>
                  <a:pt x="113" y="988"/>
                  <a:pt x="108" y="982"/>
                  <a:pt x="103" y="976"/>
                </a:cubicBezTo>
                <a:cubicBezTo>
                  <a:pt x="103" y="976"/>
                  <a:pt x="103" y="976"/>
                  <a:pt x="103" y="976"/>
                </a:cubicBezTo>
                <a:cubicBezTo>
                  <a:pt x="95" y="963"/>
                  <a:pt x="95" y="963"/>
                  <a:pt x="95" y="963"/>
                </a:cubicBezTo>
                <a:cubicBezTo>
                  <a:pt x="94" y="963"/>
                  <a:pt x="94" y="962"/>
                  <a:pt x="93" y="961"/>
                </a:cubicBezTo>
                <a:cubicBezTo>
                  <a:pt x="91" y="958"/>
                  <a:pt x="88" y="955"/>
                  <a:pt x="86" y="951"/>
                </a:cubicBezTo>
                <a:cubicBezTo>
                  <a:pt x="75" y="934"/>
                  <a:pt x="66" y="917"/>
                  <a:pt x="57" y="899"/>
                </a:cubicBezTo>
                <a:cubicBezTo>
                  <a:pt x="54" y="893"/>
                  <a:pt x="56" y="885"/>
                  <a:pt x="63" y="882"/>
                </a:cubicBezTo>
                <a:cubicBezTo>
                  <a:pt x="64" y="881"/>
                  <a:pt x="66" y="881"/>
                  <a:pt x="68" y="881"/>
                </a:cubicBezTo>
                <a:cubicBezTo>
                  <a:pt x="73" y="881"/>
                  <a:pt x="78" y="884"/>
                  <a:pt x="80" y="888"/>
                </a:cubicBezTo>
                <a:cubicBezTo>
                  <a:pt x="88" y="905"/>
                  <a:pt x="97" y="921"/>
                  <a:pt x="107" y="937"/>
                </a:cubicBezTo>
                <a:cubicBezTo>
                  <a:pt x="108" y="937"/>
                  <a:pt x="108" y="937"/>
                  <a:pt x="108" y="937"/>
                </a:cubicBezTo>
                <a:cubicBezTo>
                  <a:pt x="110" y="940"/>
                  <a:pt x="112" y="944"/>
                  <a:pt x="114" y="947"/>
                </a:cubicBezTo>
                <a:cubicBezTo>
                  <a:pt x="124" y="961"/>
                  <a:pt x="124" y="961"/>
                  <a:pt x="124" y="961"/>
                </a:cubicBezTo>
                <a:cubicBezTo>
                  <a:pt x="128" y="967"/>
                  <a:pt x="133" y="972"/>
                  <a:pt x="137" y="978"/>
                </a:cubicBezTo>
                <a:cubicBezTo>
                  <a:pt x="139" y="980"/>
                  <a:pt x="140" y="982"/>
                  <a:pt x="141" y="984"/>
                </a:cubicBezTo>
                <a:cubicBezTo>
                  <a:pt x="151" y="995"/>
                  <a:pt x="151" y="995"/>
                  <a:pt x="151" y="995"/>
                </a:cubicBezTo>
                <a:cubicBezTo>
                  <a:pt x="152" y="997"/>
                  <a:pt x="154" y="998"/>
                  <a:pt x="155" y="999"/>
                </a:cubicBezTo>
                <a:cubicBezTo>
                  <a:pt x="157" y="1002"/>
                  <a:pt x="159" y="1004"/>
                  <a:pt x="160" y="1005"/>
                </a:cubicBezTo>
                <a:cubicBezTo>
                  <a:pt x="160" y="1006"/>
                  <a:pt x="160" y="1006"/>
                  <a:pt x="160" y="1006"/>
                </a:cubicBezTo>
                <a:cubicBezTo>
                  <a:pt x="176" y="1022"/>
                  <a:pt x="176" y="1022"/>
                  <a:pt x="176" y="1022"/>
                </a:cubicBezTo>
                <a:cubicBezTo>
                  <a:pt x="176" y="1022"/>
                  <a:pt x="176" y="1022"/>
                  <a:pt x="176" y="1022"/>
                </a:cubicBezTo>
                <a:cubicBezTo>
                  <a:pt x="278" y="1124"/>
                  <a:pt x="278" y="1124"/>
                  <a:pt x="278" y="1124"/>
                </a:cubicBezTo>
                <a:cubicBezTo>
                  <a:pt x="283" y="1129"/>
                  <a:pt x="283" y="1137"/>
                  <a:pt x="278" y="1142"/>
                </a:cubicBezTo>
                <a:cubicBezTo>
                  <a:pt x="275" y="1144"/>
                  <a:pt x="272" y="1146"/>
                  <a:pt x="269" y="1146"/>
                </a:cubicBezTo>
                <a:close/>
                <a:moveTo>
                  <a:pt x="1053" y="1142"/>
                </a:moveTo>
                <a:cubicBezTo>
                  <a:pt x="1049" y="1142"/>
                  <a:pt x="1046" y="1141"/>
                  <a:pt x="1044" y="1138"/>
                </a:cubicBezTo>
                <a:cubicBezTo>
                  <a:pt x="1041" y="1136"/>
                  <a:pt x="1040" y="1133"/>
                  <a:pt x="1040" y="1129"/>
                </a:cubicBezTo>
                <a:cubicBezTo>
                  <a:pt x="1040" y="1126"/>
                  <a:pt x="1041" y="1123"/>
                  <a:pt x="1044" y="1120"/>
                </a:cubicBezTo>
                <a:cubicBezTo>
                  <a:pt x="1118" y="1046"/>
                  <a:pt x="1118" y="1046"/>
                  <a:pt x="1118" y="1046"/>
                </a:cubicBezTo>
                <a:cubicBezTo>
                  <a:pt x="1123" y="1041"/>
                  <a:pt x="1131" y="1041"/>
                  <a:pt x="1136" y="1046"/>
                </a:cubicBezTo>
                <a:cubicBezTo>
                  <a:pt x="1141" y="1051"/>
                  <a:pt x="1141" y="1059"/>
                  <a:pt x="1136" y="1064"/>
                </a:cubicBezTo>
                <a:cubicBezTo>
                  <a:pt x="1062" y="1138"/>
                  <a:pt x="1062" y="1138"/>
                  <a:pt x="1062" y="1138"/>
                </a:cubicBezTo>
                <a:cubicBezTo>
                  <a:pt x="1059" y="1141"/>
                  <a:pt x="1056" y="1142"/>
                  <a:pt x="1053" y="1142"/>
                </a:cubicBezTo>
                <a:close/>
                <a:moveTo>
                  <a:pt x="1170" y="1024"/>
                </a:moveTo>
                <a:cubicBezTo>
                  <a:pt x="1167" y="1024"/>
                  <a:pt x="1164" y="1022"/>
                  <a:pt x="1162" y="1020"/>
                </a:cubicBezTo>
                <a:cubicBezTo>
                  <a:pt x="1156" y="1016"/>
                  <a:pt x="1156" y="1008"/>
                  <a:pt x="1161" y="1002"/>
                </a:cubicBezTo>
                <a:cubicBezTo>
                  <a:pt x="1192" y="967"/>
                  <a:pt x="1219" y="928"/>
                  <a:pt x="1239" y="886"/>
                </a:cubicBezTo>
                <a:cubicBezTo>
                  <a:pt x="1242" y="882"/>
                  <a:pt x="1246" y="879"/>
                  <a:pt x="1251" y="879"/>
                </a:cubicBezTo>
                <a:cubicBezTo>
                  <a:pt x="1253" y="879"/>
                  <a:pt x="1255" y="879"/>
                  <a:pt x="1256" y="880"/>
                </a:cubicBezTo>
                <a:cubicBezTo>
                  <a:pt x="1263" y="883"/>
                  <a:pt x="1265" y="891"/>
                  <a:pt x="1262" y="897"/>
                </a:cubicBezTo>
                <a:cubicBezTo>
                  <a:pt x="1240" y="941"/>
                  <a:pt x="1213" y="982"/>
                  <a:pt x="1180" y="1019"/>
                </a:cubicBezTo>
                <a:cubicBezTo>
                  <a:pt x="1180" y="1019"/>
                  <a:pt x="1180" y="1019"/>
                  <a:pt x="1180" y="1019"/>
                </a:cubicBezTo>
                <a:cubicBezTo>
                  <a:pt x="1177" y="1022"/>
                  <a:pt x="1174" y="1024"/>
                  <a:pt x="1170" y="1024"/>
                </a:cubicBezTo>
                <a:close/>
                <a:moveTo>
                  <a:pt x="51" y="868"/>
                </a:moveTo>
                <a:cubicBezTo>
                  <a:pt x="51" y="868"/>
                  <a:pt x="51" y="868"/>
                  <a:pt x="51" y="868"/>
                </a:cubicBezTo>
                <a:cubicBezTo>
                  <a:pt x="46" y="868"/>
                  <a:pt x="41" y="865"/>
                  <a:pt x="39" y="860"/>
                </a:cubicBezTo>
                <a:cubicBezTo>
                  <a:pt x="36" y="853"/>
                  <a:pt x="40" y="846"/>
                  <a:pt x="46" y="843"/>
                </a:cubicBezTo>
                <a:cubicBezTo>
                  <a:pt x="48" y="843"/>
                  <a:pt x="49" y="842"/>
                  <a:pt x="51" y="842"/>
                </a:cubicBezTo>
                <a:cubicBezTo>
                  <a:pt x="56" y="842"/>
                  <a:pt x="60" y="845"/>
                  <a:pt x="62" y="849"/>
                </a:cubicBezTo>
                <a:cubicBezTo>
                  <a:pt x="62" y="849"/>
                  <a:pt x="62" y="849"/>
                  <a:pt x="62" y="849"/>
                </a:cubicBezTo>
                <a:cubicBezTo>
                  <a:pt x="63" y="850"/>
                  <a:pt x="63" y="850"/>
                  <a:pt x="63" y="850"/>
                </a:cubicBezTo>
                <a:cubicBezTo>
                  <a:pt x="65" y="857"/>
                  <a:pt x="62" y="864"/>
                  <a:pt x="56" y="867"/>
                </a:cubicBezTo>
                <a:cubicBezTo>
                  <a:pt x="54" y="867"/>
                  <a:pt x="53" y="868"/>
                  <a:pt x="51" y="868"/>
                </a:cubicBezTo>
                <a:close/>
                <a:moveTo>
                  <a:pt x="1268" y="866"/>
                </a:moveTo>
                <a:cubicBezTo>
                  <a:pt x="1266" y="866"/>
                  <a:pt x="1265" y="865"/>
                  <a:pt x="1263" y="865"/>
                </a:cubicBezTo>
                <a:cubicBezTo>
                  <a:pt x="1260" y="864"/>
                  <a:pt x="1258" y="861"/>
                  <a:pt x="1256" y="858"/>
                </a:cubicBezTo>
                <a:cubicBezTo>
                  <a:pt x="1255" y="855"/>
                  <a:pt x="1255" y="851"/>
                  <a:pt x="1256" y="848"/>
                </a:cubicBezTo>
                <a:cubicBezTo>
                  <a:pt x="1256" y="848"/>
                  <a:pt x="1256" y="848"/>
                  <a:pt x="1256" y="848"/>
                </a:cubicBezTo>
                <a:cubicBezTo>
                  <a:pt x="1258" y="843"/>
                  <a:pt x="1263" y="840"/>
                  <a:pt x="1268" y="840"/>
                </a:cubicBezTo>
                <a:cubicBezTo>
                  <a:pt x="1270" y="840"/>
                  <a:pt x="1271" y="841"/>
                  <a:pt x="1273" y="841"/>
                </a:cubicBezTo>
                <a:cubicBezTo>
                  <a:pt x="1279" y="844"/>
                  <a:pt x="1282" y="851"/>
                  <a:pt x="1280" y="857"/>
                </a:cubicBezTo>
                <a:cubicBezTo>
                  <a:pt x="1280" y="857"/>
                  <a:pt x="1280" y="857"/>
                  <a:pt x="1280" y="857"/>
                </a:cubicBezTo>
                <a:cubicBezTo>
                  <a:pt x="1280" y="858"/>
                  <a:pt x="1280" y="858"/>
                  <a:pt x="1280" y="858"/>
                </a:cubicBezTo>
                <a:cubicBezTo>
                  <a:pt x="1278" y="863"/>
                  <a:pt x="1273" y="866"/>
                  <a:pt x="1268" y="866"/>
                </a:cubicBezTo>
                <a:close/>
                <a:moveTo>
                  <a:pt x="37" y="828"/>
                </a:moveTo>
                <a:cubicBezTo>
                  <a:pt x="31" y="828"/>
                  <a:pt x="26" y="824"/>
                  <a:pt x="24" y="819"/>
                </a:cubicBezTo>
                <a:cubicBezTo>
                  <a:pt x="15" y="789"/>
                  <a:pt x="8" y="757"/>
                  <a:pt x="4" y="723"/>
                </a:cubicBezTo>
                <a:cubicBezTo>
                  <a:pt x="2" y="707"/>
                  <a:pt x="1" y="690"/>
                  <a:pt x="1" y="673"/>
                </a:cubicBezTo>
                <a:cubicBezTo>
                  <a:pt x="0" y="669"/>
                  <a:pt x="0" y="664"/>
                  <a:pt x="0" y="659"/>
                </a:cubicBezTo>
                <a:cubicBezTo>
                  <a:pt x="0" y="606"/>
                  <a:pt x="8" y="554"/>
                  <a:pt x="23" y="503"/>
                </a:cubicBezTo>
                <a:cubicBezTo>
                  <a:pt x="23" y="503"/>
                  <a:pt x="23" y="503"/>
                  <a:pt x="23" y="503"/>
                </a:cubicBezTo>
                <a:cubicBezTo>
                  <a:pt x="23" y="502"/>
                  <a:pt x="23" y="502"/>
                  <a:pt x="23" y="502"/>
                </a:cubicBezTo>
                <a:cubicBezTo>
                  <a:pt x="25" y="497"/>
                  <a:pt x="30" y="493"/>
                  <a:pt x="36" y="493"/>
                </a:cubicBezTo>
                <a:cubicBezTo>
                  <a:pt x="37" y="493"/>
                  <a:pt x="38" y="493"/>
                  <a:pt x="39" y="493"/>
                </a:cubicBezTo>
                <a:cubicBezTo>
                  <a:pt x="46" y="495"/>
                  <a:pt x="50" y="503"/>
                  <a:pt x="48" y="509"/>
                </a:cubicBezTo>
                <a:cubicBezTo>
                  <a:pt x="33" y="558"/>
                  <a:pt x="26" y="608"/>
                  <a:pt x="26" y="659"/>
                </a:cubicBezTo>
                <a:cubicBezTo>
                  <a:pt x="26" y="663"/>
                  <a:pt x="26" y="668"/>
                  <a:pt x="26" y="673"/>
                </a:cubicBezTo>
                <a:cubicBezTo>
                  <a:pt x="26" y="689"/>
                  <a:pt x="28" y="704"/>
                  <a:pt x="30" y="720"/>
                </a:cubicBezTo>
                <a:cubicBezTo>
                  <a:pt x="33" y="752"/>
                  <a:pt x="40" y="783"/>
                  <a:pt x="49" y="811"/>
                </a:cubicBezTo>
                <a:cubicBezTo>
                  <a:pt x="50" y="814"/>
                  <a:pt x="49" y="818"/>
                  <a:pt x="48" y="821"/>
                </a:cubicBezTo>
                <a:cubicBezTo>
                  <a:pt x="46" y="824"/>
                  <a:pt x="44" y="826"/>
                  <a:pt x="40" y="827"/>
                </a:cubicBezTo>
                <a:cubicBezTo>
                  <a:pt x="39" y="828"/>
                  <a:pt x="38" y="828"/>
                  <a:pt x="37" y="828"/>
                </a:cubicBezTo>
                <a:close/>
                <a:moveTo>
                  <a:pt x="1282" y="826"/>
                </a:moveTo>
                <a:cubicBezTo>
                  <a:pt x="1281" y="826"/>
                  <a:pt x="1279" y="825"/>
                  <a:pt x="1278" y="825"/>
                </a:cubicBezTo>
                <a:cubicBezTo>
                  <a:pt x="1272" y="823"/>
                  <a:pt x="1268" y="816"/>
                  <a:pt x="1270" y="809"/>
                </a:cubicBezTo>
                <a:cubicBezTo>
                  <a:pt x="1271" y="806"/>
                  <a:pt x="1272" y="803"/>
                  <a:pt x="1272" y="801"/>
                </a:cubicBezTo>
                <a:cubicBezTo>
                  <a:pt x="1283" y="763"/>
                  <a:pt x="1289" y="725"/>
                  <a:pt x="1291" y="686"/>
                </a:cubicBezTo>
                <a:cubicBezTo>
                  <a:pt x="1292" y="677"/>
                  <a:pt x="1292" y="668"/>
                  <a:pt x="1292" y="659"/>
                </a:cubicBezTo>
                <a:cubicBezTo>
                  <a:pt x="1292" y="655"/>
                  <a:pt x="1292" y="650"/>
                  <a:pt x="1292" y="646"/>
                </a:cubicBezTo>
                <a:cubicBezTo>
                  <a:pt x="1291" y="621"/>
                  <a:pt x="1289" y="596"/>
                  <a:pt x="1284" y="570"/>
                </a:cubicBezTo>
                <a:cubicBezTo>
                  <a:pt x="1281" y="549"/>
                  <a:pt x="1276" y="528"/>
                  <a:pt x="1270" y="507"/>
                </a:cubicBezTo>
                <a:cubicBezTo>
                  <a:pt x="1269" y="504"/>
                  <a:pt x="1269" y="501"/>
                  <a:pt x="1271" y="498"/>
                </a:cubicBezTo>
                <a:cubicBezTo>
                  <a:pt x="1272" y="495"/>
                  <a:pt x="1275" y="492"/>
                  <a:pt x="1278" y="491"/>
                </a:cubicBezTo>
                <a:cubicBezTo>
                  <a:pt x="1279" y="491"/>
                  <a:pt x="1281" y="491"/>
                  <a:pt x="1282" y="491"/>
                </a:cubicBezTo>
                <a:cubicBezTo>
                  <a:pt x="1287" y="491"/>
                  <a:pt x="1292" y="494"/>
                  <a:pt x="1294" y="500"/>
                </a:cubicBezTo>
                <a:cubicBezTo>
                  <a:pt x="1301" y="521"/>
                  <a:pt x="1306" y="544"/>
                  <a:pt x="1310" y="566"/>
                </a:cubicBezTo>
                <a:cubicBezTo>
                  <a:pt x="1314" y="592"/>
                  <a:pt x="1317" y="619"/>
                  <a:pt x="1317" y="645"/>
                </a:cubicBezTo>
                <a:cubicBezTo>
                  <a:pt x="1317" y="645"/>
                  <a:pt x="1317" y="645"/>
                  <a:pt x="1317" y="645"/>
                </a:cubicBezTo>
                <a:cubicBezTo>
                  <a:pt x="1318" y="650"/>
                  <a:pt x="1318" y="655"/>
                  <a:pt x="1318" y="659"/>
                </a:cubicBezTo>
                <a:cubicBezTo>
                  <a:pt x="1318" y="669"/>
                  <a:pt x="1317" y="678"/>
                  <a:pt x="1317" y="687"/>
                </a:cubicBezTo>
                <a:cubicBezTo>
                  <a:pt x="1315" y="728"/>
                  <a:pt x="1308" y="769"/>
                  <a:pt x="1297" y="808"/>
                </a:cubicBezTo>
                <a:cubicBezTo>
                  <a:pt x="1296" y="810"/>
                  <a:pt x="1295" y="813"/>
                  <a:pt x="1294" y="816"/>
                </a:cubicBezTo>
                <a:cubicBezTo>
                  <a:pt x="1294" y="817"/>
                  <a:pt x="1294" y="817"/>
                  <a:pt x="1294" y="817"/>
                </a:cubicBezTo>
                <a:cubicBezTo>
                  <a:pt x="1293" y="822"/>
                  <a:pt x="1288" y="826"/>
                  <a:pt x="1282" y="826"/>
                </a:cubicBezTo>
                <a:close/>
                <a:moveTo>
                  <a:pt x="50" y="478"/>
                </a:moveTo>
                <a:cubicBezTo>
                  <a:pt x="48" y="478"/>
                  <a:pt x="46" y="478"/>
                  <a:pt x="45" y="477"/>
                </a:cubicBezTo>
                <a:cubicBezTo>
                  <a:pt x="42" y="476"/>
                  <a:pt x="39" y="474"/>
                  <a:pt x="38" y="471"/>
                </a:cubicBezTo>
                <a:cubicBezTo>
                  <a:pt x="37" y="468"/>
                  <a:pt x="36" y="465"/>
                  <a:pt x="37" y="462"/>
                </a:cubicBezTo>
                <a:cubicBezTo>
                  <a:pt x="37" y="462"/>
                  <a:pt x="37" y="462"/>
                  <a:pt x="37" y="462"/>
                </a:cubicBezTo>
                <a:cubicBezTo>
                  <a:pt x="38" y="461"/>
                  <a:pt x="38" y="461"/>
                  <a:pt x="38" y="461"/>
                </a:cubicBezTo>
                <a:cubicBezTo>
                  <a:pt x="40" y="456"/>
                  <a:pt x="44" y="453"/>
                  <a:pt x="50" y="453"/>
                </a:cubicBezTo>
                <a:cubicBezTo>
                  <a:pt x="51" y="453"/>
                  <a:pt x="53" y="453"/>
                  <a:pt x="54" y="454"/>
                </a:cubicBezTo>
                <a:cubicBezTo>
                  <a:pt x="61" y="456"/>
                  <a:pt x="64" y="464"/>
                  <a:pt x="61" y="470"/>
                </a:cubicBezTo>
                <a:cubicBezTo>
                  <a:pt x="59" y="475"/>
                  <a:pt x="55" y="478"/>
                  <a:pt x="50" y="478"/>
                </a:cubicBezTo>
                <a:close/>
                <a:moveTo>
                  <a:pt x="1268" y="476"/>
                </a:moveTo>
                <a:cubicBezTo>
                  <a:pt x="1262" y="476"/>
                  <a:pt x="1258" y="473"/>
                  <a:pt x="1256" y="468"/>
                </a:cubicBezTo>
                <a:cubicBezTo>
                  <a:pt x="1256" y="468"/>
                  <a:pt x="1256" y="468"/>
                  <a:pt x="1256" y="468"/>
                </a:cubicBezTo>
                <a:cubicBezTo>
                  <a:pt x="1256" y="468"/>
                  <a:pt x="1256" y="468"/>
                  <a:pt x="1256" y="468"/>
                </a:cubicBezTo>
                <a:cubicBezTo>
                  <a:pt x="1255" y="465"/>
                  <a:pt x="1255" y="462"/>
                  <a:pt x="1256" y="458"/>
                </a:cubicBezTo>
                <a:cubicBezTo>
                  <a:pt x="1257" y="455"/>
                  <a:pt x="1260" y="453"/>
                  <a:pt x="1263" y="452"/>
                </a:cubicBezTo>
                <a:cubicBezTo>
                  <a:pt x="1264" y="451"/>
                  <a:pt x="1266" y="451"/>
                  <a:pt x="1268" y="451"/>
                </a:cubicBezTo>
                <a:cubicBezTo>
                  <a:pt x="1273" y="451"/>
                  <a:pt x="1277" y="454"/>
                  <a:pt x="1279" y="459"/>
                </a:cubicBezTo>
                <a:cubicBezTo>
                  <a:pt x="1279" y="459"/>
                  <a:pt x="1279" y="459"/>
                  <a:pt x="1279" y="459"/>
                </a:cubicBezTo>
                <a:cubicBezTo>
                  <a:pt x="1281" y="462"/>
                  <a:pt x="1281" y="465"/>
                  <a:pt x="1279" y="469"/>
                </a:cubicBezTo>
                <a:cubicBezTo>
                  <a:pt x="1278" y="472"/>
                  <a:pt x="1276" y="474"/>
                  <a:pt x="1272" y="475"/>
                </a:cubicBezTo>
                <a:cubicBezTo>
                  <a:pt x="1271" y="476"/>
                  <a:pt x="1269" y="476"/>
                  <a:pt x="1268" y="476"/>
                </a:cubicBezTo>
                <a:close/>
                <a:moveTo>
                  <a:pt x="67" y="439"/>
                </a:moveTo>
                <a:cubicBezTo>
                  <a:pt x="65" y="439"/>
                  <a:pt x="63" y="439"/>
                  <a:pt x="61" y="438"/>
                </a:cubicBezTo>
                <a:cubicBezTo>
                  <a:pt x="55" y="435"/>
                  <a:pt x="52" y="427"/>
                  <a:pt x="55" y="421"/>
                </a:cubicBezTo>
                <a:cubicBezTo>
                  <a:pt x="77" y="377"/>
                  <a:pt x="105" y="336"/>
                  <a:pt x="137" y="299"/>
                </a:cubicBezTo>
                <a:cubicBezTo>
                  <a:pt x="144" y="291"/>
                  <a:pt x="151" y="284"/>
                  <a:pt x="158" y="277"/>
                </a:cubicBezTo>
                <a:cubicBezTo>
                  <a:pt x="257" y="178"/>
                  <a:pt x="257" y="178"/>
                  <a:pt x="257" y="178"/>
                </a:cubicBezTo>
                <a:cubicBezTo>
                  <a:pt x="262" y="173"/>
                  <a:pt x="271" y="173"/>
                  <a:pt x="275" y="178"/>
                </a:cubicBezTo>
                <a:cubicBezTo>
                  <a:pt x="278" y="180"/>
                  <a:pt x="279" y="183"/>
                  <a:pt x="279" y="187"/>
                </a:cubicBezTo>
                <a:cubicBezTo>
                  <a:pt x="279" y="190"/>
                  <a:pt x="278" y="193"/>
                  <a:pt x="275" y="196"/>
                </a:cubicBezTo>
                <a:cubicBezTo>
                  <a:pt x="176" y="295"/>
                  <a:pt x="176" y="295"/>
                  <a:pt x="176" y="295"/>
                </a:cubicBezTo>
                <a:cubicBezTo>
                  <a:pt x="169" y="302"/>
                  <a:pt x="163" y="309"/>
                  <a:pt x="156" y="316"/>
                </a:cubicBezTo>
                <a:cubicBezTo>
                  <a:pt x="125" y="351"/>
                  <a:pt x="99" y="390"/>
                  <a:pt x="78" y="432"/>
                </a:cubicBezTo>
                <a:cubicBezTo>
                  <a:pt x="76" y="437"/>
                  <a:pt x="72" y="439"/>
                  <a:pt x="67" y="439"/>
                </a:cubicBezTo>
                <a:close/>
                <a:moveTo>
                  <a:pt x="1250" y="438"/>
                </a:moveTo>
                <a:cubicBezTo>
                  <a:pt x="1245" y="438"/>
                  <a:pt x="1241" y="435"/>
                  <a:pt x="1239" y="430"/>
                </a:cubicBezTo>
                <a:cubicBezTo>
                  <a:pt x="1226" y="405"/>
                  <a:pt x="1212" y="381"/>
                  <a:pt x="1195" y="358"/>
                </a:cubicBezTo>
                <a:cubicBezTo>
                  <a:pt x="1192" y="353"/>
                  <a:pt x="1188" y="349"/>
                  <a:pt x="1185" y="344"/>
                </a:cubicBezTo>
                <a:cubicBezTo>
                  <a:pt x="1182" y="341"/>
                  <a:pt x="1180" y="338"/>
                  <a:pt x="1177" y="334"/>
                </a:cubicBezTo>
                <a:cubicBezTo>
                  <a:pt x="1175" y="332"/>
                  <a:pt x="1173" y="330"/>
                  <a:pt x="1171" y="327"/>
                </a:cubicBezTo>
                <a:cubicBezTo>
                  <a:pt x="1167" y="322"/>
                  <a:pt x="1163" y="317"/>
                  <a:pt x="1159" y="313"/>
                </a:cubicBezTo>
                <a:cubicBezTo>
                  <a:pt x="1148" y="302"/>
                  <a:pt x="1148" y="302"/>
                  <a:pt x="1148" y="302"/>
                </a:cubicBezTo>
                <a:cubicBezTo>
                  <a:pt x="1147" y="301"/>
                  <a:pt x="1147" y="300"/>
                  <a:pt x="1146" y="299"/>
                </a:cubicBezTo>
                <a:cubicBezTo>
                  <a:pt x="1145" y="298"/>
                  <a:pt x="1144" y="297"/>
                  <a:pt x="1143" y="296"/>
                </a:cubicBezTo>
                <a:cubicBezTo>
                  <a:pt x="1143" y="296"/>
                  <a:pt x="1143" y="296"/>
                  <a:pt x="1143" y="296"/>
                </a:cubicBezTo>
                <a:cubicBezTo>
                  <a:pt x="1141" y="295"/>
                  <a:pt x="1140" y="293"/>
                  <a:pt x="1138" y="291"/>
                </a:cubicBezTo>
                <a:cubicBezTo>
                  <a:pt x="1138" y="291"/>
                  <a:pt x="1138" y="291"/>
                  <a:pt x="1138" y="291"/>
                </a:cubicBezTo>
                <a:cubicBezTo>
                  <a:pt x="1041" y="194"/>
                  <a:pt x="1041" y="194"/>
                  <a:pt x="1041" y="194"/>
                </a:cubicBezTo>
                <a:cubicBezTo>
                  <a:pt x="1039" y="192"/>
                  <a:pt x="1037" y="189"/>
                  <a:pt x="1037" y="185"/>
                </a:cubicBezTo>
                <a:cubicBezTo>
                  <a:pt x="1037" y="182"/>
                  <a:pt x="1039" y="179"/>
                  <a:pt x="1041" y="176"/>
                </a:cubicBezTo>
                <a:cubicBezTo>
                  <a:pt x="1046" y="171"/>
                  <a:pt x="1054" y="171"/>
                  <a:pt x="1059" y="176"/>
                </a:cubicBezTo>
                <a:cubicBezTo>
                  <a:pt x="1155" y="273"/>
                  <a:pt x="1155" y="273"/>
                  <a:pt x="1155" y="273"/>
                </a:cubicBezTo>
                <a:cubicBezTo>
                  <a:pt x="1158" y="275"/>
                  <a:pt x="1160" y="277"/>
                  <a:pt x="1161" y="279"/>
                </a:cubicBezTo>
                <a:cubicBezTo>
                  <a:pt x="1162" y="279"/>
                  <a:pt x="1163" y="280"/>
                  <a:pt x="1163" y="281"/>
                </a:cubicBezTo>
                <a:cubicBezTo>
                  <a:pt x="1164" y="282"/>
                  <a:pt x="1166" y="283"/>
                  <a:pt x="1167" y="284"/>
                </a:cubicBezTo>
                <a:cubicBezTo>
                  <a:pt x="1177" y="295"/>
                  <a:pt x="1177" y="295"/>
                  <a:pt x="1177" y="295"/>
                </a:cubicBezTo>
                <a:cubicBezTo>
                  <a:pt x="1182" y="301"/>
                  <a:pt x="1186" y="306"/>
                  <a:pt x="1191" y="311"/>
                </a:cubicBezTo>
                <a:cubicBezTo>
                  <a:pt x="1193" y="313"/>
                  <a:pt x="1195" y="316"/>
                  <a:pt x="1197" y="318"/>
                </a:cubicBezTo>
                <a:cubicBezTo>
                  <a:pt x="1198" y="319"/>
                  <a:pt x="1198" y="319"/>
                  <a:pt x="1198" y="319"/>
                </a:cubicBezTo>
                <a:cubicBezTo>
                  <a:pt x="1200" y="322"/>
                  <a:pt x="1202" y="325"/>
                  <a:pt x="1205" y="328"/>
                </a:cubicBezTo>
                <a:cubicBezTo>
                  <a:pt x="1208" y="333"/>
                  <a:pt x="1212" y="338"/>
                  <a:pt x="1216" y="343"/>
                </a:cubicBezTo>
                <a:cubicBezTo>
                  <a:pt x="1233" y="367"/>
                  <a:pt x="1249" y="393"/>
                  <a:pt x="1262" y="419"/>
                </a:cubicBezTo>
                <a:cubicBezTo>
                  <a:pt x="1262" y="419"/>
                  <a:pt x="1262" y="419"/>
                  <a:pt x="1262" y="419"/>
                </a:cubicBezTo>
                <a:cubicBezTo>
                  <a:pt x="1262" y="419"/>
                  <a:pt x="1262" y="419"/>
                  <a:pt x="1262" y="419"/>
                </a:cubicBezTo>
                <a:cubicBezTo>
                  <a:pt x="1265" y="426"/>
                  <a:pt x="1262" y="433"/>
                  <a:pt x="1256" y="436"/>
                </a:cubicBezTo>
                <a:cubicBezTo>
                  <a:pt x="1254" y="437"/>
                  <a:pt x="1252" y="438"/>
                  <a:pt x="1250" y="438"/>
                </a:cubicBezTo>
                <a:close/>
                <a:moveTo>
                  <a:pt x="297" y="170"/>
                </a:moveTo>
                <a:cubicBezTo>
                  <a:pt x="293" y="170"/>
                  <a:pt x="290" y="168"/>
                  <a:pt x="287" y="166"/>
                </a:cubicBezTo>
                <a:cubicBezTo>
                  <a:pt x="283" y="161"/>
                  <a:pt x="283" y="153"/>
                  <a:pt x="288" y="148"/>
                </a:cubicBezTo>
                <a:cubicBezTo>
                  <a:pt x="293" y="143"/>
                  <a:pt x="301" y="143"/>
                  <a:pt x="306" y="148"/>
                </a:cubicBezTo>
                <a:cubicBezTo>
                  <a:pt x="308" y="151"/>
                  <a:pt x="309" y="154"/>
                  <a:pt x="309" y="157"/>
                </a:cubicBezTo>
                <a:cubicBezTo>
                  <a:pt x="309" y="161"/>
                  <a:pt x="308" y="164"/>
                  <a:pt x="305" y="166"/>
                </a:cubicBezTo>
                <a:cubicBezTo>
                  <a:pt x="303" y="169"/>
                  <a:pt x="300" y="170"/>
                  <a:pt x="297" y="170"/>
                </a:cubicBezTo>
                <a:close/>
                <a:moveTo>
                  <a:pt x="1020" y="168"/>
                </a:moveTo>
                <a:cubicBezTo>
                  <a:pt x="1017" y="168"/>
                  <a:pt x="1014" y="167"/>
                  <a:pt x="1011" y="165"/>
                </a:cubicBezTo>
                <a:cubicBezTo>
                  <a:pt x="1009" y="162"/>
                  <a:pt x="1007" y="159"/>
                  <a:pt x="1007" y="156"/>
                </a:cubicBezTo>
                <a:cubicBezTo>
                  <a:pt x="1007" y="153"/>
                  <a:pt x="1008" y="149"/>
                  <a:pt x="1011" y="147"/>
                </a:cubicBezTo>
                <a:cubicBezTo>
                  <a:pt x="1015" y="142"/>
                  <a:pt x="1024" y="142"/>
                  <a:pt x="1029" y="146"/>
                </a:cubicBezTo>
                <a:cubicBezTo>
                  <a:pt x="1034" y="151"/>
                  <a:pt x="1034" y="159"/>
                  <a:pt x="1029" y="164"/>
                </a:cubicBezTo>
                <a:cubicBezTo>
                  <a:pt x="1027" y="167"/>
                  <a:pt x="1023" y="168"/>
                  <a:pt x="1020" y="168"/>
                </a:cubicBezTo>
                <a:close/>
                <a:moveTo>
                  <a:pt x="328" y="142"/>
                </a:moveTo>
                <a:cubicBezTo>
                  <a:pt x="324" y="142"/>
                  <a:pt x="321" y="140"/>
                  <a:pt x="318" y="137"/>
                </a:cubicBezTo>
                <a:cubicBezTo>
                  <a:pt x="316" y="134"/>
                  <a:pt x="315" y="131"/>
                  <a:pt x="316" y="127"/>
                </a:cubicBezTo>
                <a:cubicBezTo>
                  <a:pt x="316" y="124"/>
                  <a:pt x="318" y="121"/>
                  <a:pt x="321" y="119"/>
                </a:cubicBezTo>
                <a:cubicBezTo>
                  <a:pt x="331" y="111"/>
                  <a:pt x="331" y="111"/>
                  <a:pt x="331" y="111"/>
                </a:cubicBezTo>
                <a:cubicBezTo>
                  <a:pt x="332" y="110"/>
                  <a:pt x="333" y="109"/>
                  <a:pt x="334" y="108"/>
                </a:cubicBezTo>
                <a:cubicBezTo>
                  <a:pt x="337" y="106"/>
                  <a:pt x="340" y="104"/>
                  <a:pt x="343" y="102"/>
                </a:cubicBezTo>
                <a:cubicBezTo>
                  <a:pt x="343" y="102"/>
                  <a:pt x="343" y="102"/>
                  <a:pt x="343" y="102"/>
                </a:cubicBezTo>
                <a:cubicBezTo>
                  <a:pt x="355" y="93"/>
                  <a:pt x="355" y="93"/>
                  <a:pt x="355" y="93"/>
                </a:cubicBezTo>
                <a:cubicBezTo>
                  <a:pt x="383" y="74"/>
                  <a:pt x="414" y="57"/>
                  <a:pt x="447" y="43"/>
                </a:cubicBezTo>
                <a:cubicBezTo>
                  <a:pt x="489" y="25"/>
                  <a:pt x="534" y="12"/>
                  <a:pt x="580" y="5"/>
                </a:cubicBezTo>
                <a:cubicBezTo>
                  <a:pt x="592" y="4"/>
                  <a:pt x="603" y="2"/>
                  <a:pt x="615" y="1"/>
                </a:cubicBezTo>
                <a:cubicBezTo>
                  <a:pt x="615" y="1"/>
                  <a:pt x="615" y="1"/>
                  <a:pt x="615" y="1"/>
                </a:cubicBezTo>
                <a:cubicBezTo>
                  <a:pt x="621" y="1"/>
                  <a:pt x="628" y="6"/>
                  <a:pt x="628" y="13"/>
                </a:cubicBezTo>
                <a:cubicBezTo>
                  <a:pt x="629" y="20"/>
                  <a:pt x="624" y="26"/>
                  <a:pt x="617" y="27"/>
                </a:cubicBezTo>
                <a:cubicBezTo>
                  <a:pt x="606" y="28"/>
                  <a:pt x="595" y="29"/>
                  <a:pt x="584" y="30"/>
                </a:cubicBezTo>
                <a:cubicBezTo>
                  <a:pt x="540" y="37"/>
                  <a:pt x="497" y="49"/>
                  <a:pt x="457" y="66"/>
                </a:cubicBezTo>
                <a:cubicBezTo>
                  <a:pt x="456" y="67"/>
                  <a:pt x="456" y="67"/>
                  <a:pt x="456" y="67"/>
                </a:cubicBezTo>
                <a:cubicBezTo>
                  <a:pt x="425" y="80"/>
                  <a:pt x="396" y="96"/>
                  <a:pt x="370" y="114"/>
                </a:cubicBezTo>
                <a:cubicBezTo>
                  <a:pt x="357" y="123"/>
                  <a:pt x="357" y="123"/>
                  <a:pt x="357" y="123"/>
                </a:cubicBezTo>
                <a:cubicBezTo>
                  <a:pt x="355" y="124"/>
                  <a:pt x="353" y="126"/>
                  <a:pt x="351" y="128"/>
                </a:cubicBezTo>
                <a:cubicBezTo>
                  <a:pt x="349" y="129"/>
                  <a:pt x="348" y="130"/>
                  <a:pt x="346" y="132"/>
                </a:cubicBezTo>
                <a:cubicBezTo>
                  <a:pt x="336" y="139"/>
                  <a:pt x="336" y="139"/>
                  <a:pt x="336" y="139"/>
                </a:cubicBezTo>
                <a:cubicBezTo>
                  <a:pt x="334" y="141"/>
                  <a:pt x="331" y="142"/>
                  <a:pt x="328" y="142"/>
                </a:cubicBezTo>
                <a:close/>
                <a:moveTo>
                  <a:pt x="988" y="140"/>
                </a:moveTo>
                <a:cubicBezTo>
                  <a:pt x="985" y="140"/>
                  <a:pt x="982" y="139"/>
                  <a:pt x="980" y="138"/>
                </a:cubicBezTo>
                <a:cubicBezTo>
                  <a:pt x="961" y="122"/>
                  <a:pt x="941" y="108"/>
                  <a:pt x="920" y="96"/>
                </a:cubicBezTo>
                <a:cubicBezTo>
                  <a:pt x="920" y="96"/>
                  <a:pt x="920" y="96"/>
                  <a:pt x="920" y="96"/>
                </a:cubicBezTo>
                <a:cubicBezTo>
                  <a:pt x="893" y="80"/>
                  <a:pt x="865" y="67"/>
                  <a:pt x="836" y="57"/>
                </a:cubicBezTo>
                <a:cubicBezTo>
                  <a:pt x="829" y="54"/>
                  <a:pt x="822" y="51"/>
                  <a:pt x="814" y="49"/>
                </a:cubicBezTo>
                <a:cubicBezTo>
                  <a:pt x="814" y="49"/>
                  <a:pt x="814" y="49"/>
                  <a:pt x="814" y="49"/>
                </a:cubicBezTo>
                <a:cubicBezTo>
                  <a:pt x="808" y="47"/>
                  <a:pt x="802" y="45"/>
                  <a:pt x="795" y="43"/>
                </a:cubicBezTo>
                <a:cubicBezTo>
                  <a:pt x="792" y="43"/>
                  <a:pt x="789" y="42"/>
                  <a:pt x="786" y="41"/>
                </a:cubicBezTo>
                <a:cubicBezTo>
                  <a:pt x="786" y="41"/>
                  <a:pt x="786" y="41"/>
                  <a:pt x="786" y="41"/>
                </a:cubicBezTo>
                <a:cubicBezTo>
                  <a:pt x="783" y="40"/>
                  <a:pt x="780" y="39"/>
                  <a:pt x="776" y="39"/>
                </a:cubicBezTo>
                <a:cubicBezTo>
                  <a:pt x="775" y="38"/>
                  <a:pt x="773" y="38"/>
                  <a:pt x="772" y="38"/>
                </a:cubicBezTo>
                <a:cubicBezTo>
                  <a:pt x="758" y="35"/>
                  <a:pt x="758" y="35"/>
                  <a:pt x="758" y="35"/>
                </a:cubicBezTo>
                <a:cubicBezTo>
                  <a:pt x="743" y="32"/>
                  <a:pt x="743" y="32"/>
                  <a:pt x="743" y="32"/>
                </a:cubicBezTo>
                <a:cubicBezTo>
                  <a:pt x="741" y="32"/>
                  <a:pt x="740" y="31"/>
                  <a:pt x="738" y="31"/>
                </a:cubicBezTo>
                <a:cubicBezTo>
                  <a:pt x="735" y="31"/>
                  <a:pt x="732" y="30"/>
                  <a:pt x="730" y="30"/>
                </a:cubicBezTo>
                <a:cubicBezTo>
                  <a:pt x="730" y="30"/>
                  <a:pt x="730" y="30"/>
                  <a:pt x="730" y="30"/>
                </a:cubicBezTo>
                <a:cubicBezTo>
                  <a:pt x="715" y="28"/>
                  <a:pt x="715" y="28"/>
                  <a:pt x="715" y="28"/>
                </a:cubicBezTo>
                <a:cubicBezTo>
                  <a:pt x="714" y="28"/>
                  <a:pt x="712" y="28"/>
                  <a:pt x="711" y="28"/>
                </a:cubicBezTo>
                <a:cubicBezTo>
                  <a:pt x="710" y="28"/>
                  <a:pt x="709" y="27"/>
                  <a:pt x="708" y="27"/>
                </a:cubicBezTo>
                <a:cubicBezTo>
                  <a:pt x="708" y="27"/>
                  <a:pt x="708" y="27"/>
                  <a:pt x="708" y="27"/>
                </a:cubicBezTo>
                <a:cubicBezTo>
                  <a:pt x="699" y="27"/>
                  <a:pt x="699" y="27"/>
                  <a:pt x="699" y="27"/>
                </a:cubicBezTo>
                <a:cubicBezTo>
                  <a:pt x="696" y="26"/>
                  <a:pt x="693" y="25"/>
                  <a:pt x="691" y="22"/>
                </a:cubicBezTo>
                <a:cubicBezTo>
                  <a:pt x="688" y="20"/>
                  <a:pt x="687" y="16"/>
                  <a:pt x="688" y="13"/>
                </a:cubicBezTo>
                <a:cubicBezTo>
                  <a:pt x="688" y="6"/>
                  <a:pt x="694" y="1"/>
                  <a:pt x="701" y="1"/>
                </a:cubicBezTo>
                <a:cubicBezTo>
                  <a:pt x="710" y="2"/>
                  <a:pt x="710" y="2"/>
                  <a:pt x="710" y="2"/>
                </a:cubicBezTo>
                <a:cubicBezTo>
                  <a:pt x="712" y="2"/>
                  <a:pt x="714" y="2"/>
                  <a:pt x="715" y="3"/>
                </a:cubicBezTo>
                <a:cubicBezTo>
                  <a:pt x="716" y="3"/>
                  <a:pt x="717" y="3"/>
                  <a:pt x="718" y="3"/>
                </a:cubicBezTo>
                <a:cubicBezTo>
                  <a:pt x="733" y="5"/>
                  <a:pt x="733" y="5"/>
                  <a:pt x="733" y="5"/>
                </a:cubicBezTo>
                <a:cubicBezTo>
                  <a:pt x="736" y="5"/>
                  <a:pt x="740" y="6"/>
                  <a:pt x="743" y="6"/>
                </a:cubicBezTo>
                <a:cubicBezTo>
                  <a:pt x="744" y="6"/>
                  <a:pt x="746" y="7"/>
                  <a:pt x="747" y="7"/>
                </a:cubicBezTo>
                <a:cubicBezTo>
                  <a:pt x="747" y="7"/>
                  <a:pt x="747" y="7"/>
                  <a:pt x="747" y="7"/>
                </a:cubicBezTo>
                <a:cubicBezTo>
                  <a:pt x="763" y="10"/>
                  <a:pt x="763" y="10"/>
                  <a:pt x="763" y="10"/>
                </a:cubicBezTo>
                <a:cubicBezTo>
                  <a:pt x="778" y="13"/>
                  <a:pt x="778" y="13"/>
                  <a:pt x="778" y="13"/>
                </a:cubicBezTo>
                <a:cubicBezTo>
                  <a:pt x="779" y="13"/>
                  <a:pt x="780" y="13"/>
                  <a:pt x="781" y="14"/>
                </a:cubicBezTo>
                <a:cubicBezTo>
                  <a:pt x="785" y="14"/>
                  <a:pt x="789" y="15"/>
                  <a:pt x="793" y="16"/>
                </a:cubicBezTo>
                <a:cubicBezTo>
                  <a:pt x="793" y="16"/>
                  <a:pt x="793" y="16"/>
                  <a:pt x="793" y="16"/>
                </a:cubicBezTo>
                <a:cubicBezTo>
                  <a:pt x="796" y="17"/>
                  <a:pt x="799" y="18"/>
                  <a:pt x="802" y="19"/>
                </a:cubicBezTo>
                <a:cubicBezTo>
                  <a:pt x="808" y="21"/>
                  <a:pt x="815" y="22"/>
                  <a:pt x="822" y="25"/>
                </a:cubicBezTo>
                <a:cubicBezTo>
                  <a:pt x="830" y="27"/>
                  <a:pt x="838" y="30"/>
                  <a:pt x="845" y="33"/>
                </a:cubicBezTo>
                <a:cubicBezTo>
                  <a:pt x="876" y="44"/>
                  <a:pt x="905" y="58"/>
                  <a:pt x="933" y="74"/>
                </a:cubicBezTo>
                <a:cubicBezTo>
                  <a:pt x="933" y="74"/>
                  <a:pt x="933" y="74"/>
                  <a:pt x="933" y="74"/>
                </a:cubicBezTo>
                <a:cubicBezTo>
                  <a:pt x="955" y="87"/>
                  <a:pt x="976" y="102"/>
                  <a:pt x="996" y="118"/>
                </a:cubicBezTo>
                <a:cubicBezTo>
                  <a:pt x="996" y="118"/>
                  <a:pt x="996" y="118"/>
                  <a:pt x="996" y="118"/>
                </a:cubicBezTo>
                <a:cubicBezTo>
                  <a:pt x="999" y="120"/>
                  <a:pt x="1000" y="123"/>
                  <a:pt x="1001" y="126"/>
                </a:cubicBezTo>
                <a:cubicBezTo>
                  <a:pt x="1001" y="130"/>
                  <a:pt x="1000" y="133"/>
                  <a:pt x="998" y="136"/>
                </a:cubicBezTo>
                <a:cubicBezTo>
                  <a:pt x="995" y="139"/>
                  <a:pt x="992" y="140"/>
                  <a:pt x="988" y="140"/>
                </a:cubicBezTo>
                <a:close/>
                <a:moveTo>
                  <a:pt x="658" y="25"/>
                </a:moveTo>
                <a:cubicBezTo>
                  <a:pt x="658" y="25"/>
                  <a:pt x="658" y="25"/>
                  <a:pt x="658" y="25"/>
                </a:cubicBezTo>
                <a:cubicBezTo>
                  <a:pt x="651" y="25"/>
                  <a:pt x="645" y="19"/>
                  <a:pt x="645" y="12"/>
                </a:cubicBezTo>
                <a:cubicBezTo>
                  <a:pt x="645" y="5"/>
                  <a:pt x="651" y="0"/>
                  <a:pt x="658" y="0"/>
                </a:cubicBezTo>
                <a:cubicBezTo>
                  <a:pt x="665" y="0"/>
                  <a:pt x="671" y="5"/>
                  <a:pt x="671" y="12"/>
                </a:cubicBezTo>
                <a:cubicBezTo>
                  <a:pt x="671" y="19"/>
                  <a:pt x="665" y="25"/>
                  <a:pt x="658" y="25"/>
                </a:cubicBezTo>
                <a:close/>
              </a:path>
            </a:pathLst>
          </a:custGeom>
          <a:solidFill>
            <a:srgbClr val="377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83" name="Freeform 43">
            <a:extLst>
              <a:ext uri="{FF2B5EF4-FFF2-40B4-BE49-F238E27FC236}">
                <a16:creationId xmlns:a16="http://schemas.microsoft.com/office/drawing/2014/main" id="{BAA02137-4B68-4F14-BB14-750F2D43DD9A}"/>
              </a:ext>
            </a:extLst>
          </p:cNvPr>
          <p:cNvSpPr>
            <a:spLocks noEditPoints="1"/>
          </p:cNvSpPr>
          <p:nvPr/>
        </p:nvSpPr>
        <p:spPr bwMode="auto">
          <a:xfrm>
            <a:off x="2278450" y="2370911"/>
            <a:ext cx="2114434" cy="2116179"/>
          </a:xfrm>
          <a:custGeom>
            <a:avLst/>
            <a:gdLst>
              <a:gd name="T0" fmla="*/ 434 w 1210"/>
              <a:gd name="T1" fmla="*/ 1179 h 1210"/>
              <a:gd name="T2" fmla="*/ 304 w 1210"/>
              <a:gd name="T3" fmla="*/ 1105 h 1210"/>
              <a:gd name="T4" fmla="*/ 284 w 1210"/>
              <a:gd name="T5" fmla="*/ 1072 h 1210"/>
              <a:gd name="T6" fmla="*/ 319 w 1210"/>
              <a:gd name="T7" fmla="*/ 1085 h 1210"/>
              <a:gd name="T8" fmla="*/ 443 w 1210"/>
              <a:gd name="T9" fmla="*/ 1155 h 1210"/>
              <a:gd name="T10" fmla="*/ 648 w 1210"/>
              <a:gd name="T11" fmla="*/ 1182 h 1210"/>
              <a:gd name="T12" fmla="*/ 774 w 1210"/>
              <a:gd name="T13" fmla="*/ 1152 h 1210"/>
              <a:gd name="T14" fmla="*/ 807 w 1210"/>
              <a:gd name="T15" fmla="*/ 1166 h 1210"/>
              <a:gd name="T16" fmla="*/ 757 w 1210"/>
              <a:gd name="T17" fmla="*/ 1185 h 1210"/>
              <a:gd name="T18" fmla="*/ 843 w 1210"/>
              <a:gd name="T19" fmla="*/ 1133 h 1210"/>
              <a:gd name="T20" fmla="*/ 890 w 1210"/>
              <a:gd name="T21" fmla="*/ 1117 h 1210"/>
              <a:gd name="T22" fmla="*/ 943 w 1210"/>
              <a:gd name="T23" fmla="*/ 1054 h 1210"/>
              <a:gd name="T24" fmla="*/ 1044 w 1210"/>
              <a:gd name="T25" fmla="*/ 972 h 1210"/>
              <a:gd name="T26" fmla="*/ 218 w 1210"/>
              <a:gd name="T27" fmla="*/ 1024 h 1210"/>
              <a:gd name="T28" fmla="*/ 236 w 1210"/>
              <a:gd name="T29" fmla="*/ 1006 h 1210"/>
              <a:gd name="T30" fmla="*/ 152 w 1210"/>
              <a:gd name="T31" fmla="*/ 958 h 1210"/>
              <a:gd name="T32" fmla="*/ 119 w 1210"/>
              <a:gd name="T33" fmla="*/ 922 h 1210"/>
              <a:gd name="T34" fmla="*/ 93 w 1210"/>
              <a:gd name="T35" fmla="*/ 890 h 1210"/>
              <a:gd name="T36" fmla="*/ 4 w 1210"/>
              <a:gd name="T37" fmla="*/ 663 h 1210"/>
              <a:gd name="T38" fmla="*/ 27 w 1210"/>
              <a:gd name="T39" fmla="*/ 446 h 1210"/>
              <a:gd name="T40" fmla="*/ 51 w 1210"/>
              <a:gd name="T41" fmla="*/ 454 h 1210"/>
              <a:gd name="T42" fmla="*/ 29 w 1210"/>
              <a:gd name="T43" fmla="*/ 660 h 1210"/>
              <a:gd name="T44" fmla="*/ 105 w 1210"/>
              <a:gd name="T45" fmla="*/ 862 h 1210"/>
              <a:gd name="T46" fmla="*/ 138 w 1210"/>
              <a:gd name="T47" fmla="*/ 906 h 1210"/>
              <a:gd name="T48" fmla="*/ 170 w 1210"/>
              <a:gd name="T49" fmla="*/ 940 h 1210"/>
              <a:gd name="T50" fmla="*/ 1068 w 1210"/>
              <a:gd name="T51" fmla="*/ 930 h 1210"/>
              <a:gd name="T52" fmla="*/ 1184 w 1210"/>
              <a:gd name="T53" fmla="*/ 605 h 1210"/>
              <a:gd name="T54" fmla="*/ 1210 w 1210"/>
              <a:gd name="T55" fmla="*/ 605 h 1210"/>
              <a:gd name="T56" fmla="*/ 1076 w 1210"/>
              <a:gd name="T57" fmla="*/ 933 h 1210"/>
              <a:gd name="T58" fmla="*/ 1171 w 1210"/>
              <a:gd name="T59" fmla="*/ 496 h 1210"/>
              <a:gd name="T60" fmla="*/ 1203 w 1210"/>
              <a:gd name="T61" fmla="*/ 525 h 1210"/>
              <a:gd name="T62" fmla="*/ 1142 w 1210"/>
              <a:gd name="T63" fmla="*/ 411 h 1210"/>
              <a:gd name="T64" fmla="*/ 1075 w 1210"/>
              <a:gd name="T65" fmla="*/ 307 h 1210"/>
              <a:gd name="T66" fmla="*/ 1045 w 1210"/>
              <a:gd name="T67" fmla="*/ 275 h 1210"/>
              <a:gd name="T68" fmla="*/ 931 w 1210"/>
              <a:gd name="T69" fmla="*/ 161 h 1210"/>
              <a:gd name="T70" fmla="*/ 753 w 1210"/>
              <a:gd name="T71" fmla="*/ 36 h 1210"/>
              <a:gd name="T72" fmla="*/ 949 w 1210"/>
              <a:gd name="T73" fmla="*/ 142 h 1210"/>
              <a:gd name="T74" fmla="*/ 1071 w 1210"/>
              <a:gd name="T75" fmla="*/ 265 h 1210"/>
              <a:gd name="T76" fmla="*/ 1102 w 1210"/>
              <a:gd name="T77" fmla="*/ 299 h 1210"/>
              <a:gd name="T78" fmla="*/ 1159 w 1210"/>
              <a:gd name="T79" fmla="*/ 417 h 1210"/>
              <a:gd name="T80" fmla="*/ 67 w 1210"/>
              <a:gd name="T81" fmla="*/ 358 h 1210"/>
              <a:gd name="T82" fmla="*/ 89 w 1210"/>
              <a:gd name="T83" fmla="*/ 371 h 1210"/>
              <a:gd name="T84" fmla="*/ 124 w 1210"/>
              <a:gd name="T85" fmla="*/ 281 h 1210"/>
              <a:gd name="T86" fmla="*/ 278 w 1210"/>
              <a:gd name="T87" fmla="*/ 127 h 1210"/>
              <a:gd name="T88" fmla="*/ 309 w 1210"/>
              <a:gd name="T89" fmla="*/ 100 h 1210"/>
              <a:gd name="T90" fmla="*/ 404 w 1210"/>
              <a:gd name="T91" fmla="*/ 43 h 1210"/>
              <a:gd name="T92" fmla="*/ 582 w 1210"/>
              <a:gd name="T93" fmla="*/ 26 h 1210"/>
              <a:gd name="T94" fmla="*/ 335 w 1210"/>
              <a:gd name="T95" fmla="*/ 112 h 1210"/>
              <a:gd name="T96" fmla="*/ 305 w 1210"/>
              <a:gd name="T97" fmla="*/ 137 h 1210"/>
              <a:gd name="T98" fmla="*/ 278 w 1210"/>
              <a:gd name="T99" fmla="*/ 161 h 1210"/>
              <a:gd name="T100" fmla="*/ 708 w 1210"/>
              <a:gd name="T101" fmla="*/ 36 h 1210"/>
              <a:gd name="T102" fmla="*/ 676 w 1210"/>
              <a:gd name="T103" fmla="*/ 31 h 1210"/>
              <a:gd name="T104" fmla="*/ 680 w 1210"/>
              <a:gd name="T105" fmla="*/ 5 h 1210"/>
              <a:gd name="T106" fmla="*/ 720 w 1210"/>
              <a:gd name="T107" fmla="*/ 26 h 1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210" h="1210">
                <a:moveTo>
                  <a:pt x="606" y="1210"/>
                </a:moveTo>
                <a:cubicBezTo>
                  <a:pt x="549" y="1210"/>
                  <a:pt x="494" y="1200"/>
                  <a:pt x="442" y="1182"/>
                </a:cubicBezTo>
                <a:cubicBezTo>
                  <a:pt x="442" y="1182"/>
                  <a:pt x="442" y="1182"/>
                  <a:pt x="442" y="1182"/>
                </a:cubicBezTo>
                <a:cubicBezTo>
                  <a:pt x="439" y="1181"/>
                  <a:pt x="437" y="1180"/>
                  <a:pt x="434" y="1179"/>
                </a:cubicBezTo>
                <a:cubicBezTo>
                  <a:pt x="399" y="1165"/>
                  <a:pt x="366" y="1149"/>
                  <a:pt x="337" y="1129"/>
                </a:cubicBezTo>
                <a:cubicBezTo>
                  <a:pt x="323" y="1119"/>
                  <a:pt x="323" y="1119"/>
                  <a:pt x="323" y="1119"/>
                </a:cubicBezTo>
                <a:cubicBezTo>
                  <a:pt x="320" y="1117"/>
                  <a:pt x="317" y="1115"/>
                  <a:pt x="314" y="1113"/>
                </a:cubicBezTo>
                <a:cubicBezTo>
                  <a:pt x="304" y="1105"/>
                  <a:pt x="304" y="1105"/>
                  <a:pt x="304" y="1105"/>
                </a:cubicBezTo>
                <a:cubicBezTo>
                  <a:pt x="303" y="1104"/>
                  <a:pt x="302" y="1104"/>
                  <a:pt x="302" y="1103"/>
                </a:cubicBezTo>
                <a:cubicBezTo>
                  <a:pt x="300" y="1102"/>
                  <a:pt x="299" y="1101"/>
                  <a:pt x="298" y="1100"/>
                </a:cubicBezTo>
                <a:cubicBezTo>
                  <a:pt x="285" y="1090"/>
                  <a:pt x="285" y="1090"/>
                  <a:pt x="285" y="1090"/>
                </a:cubicBezTo>
                <a:cubicBezTo>
                  <a:pt x="280" y="1085"/>
                  <a:pt x="279" y="1077"/>
                  <a:pt x="284" y="1072"/>
                </a:cubicBezTo>
                <a:cubicBezTo>
                  <a:pt x="289" y="1066"/>
                  <a:pt x="297" y="1066"/>
                  <a:pt x="302" y="1070"/>
                </a:cubicBezTo>
                <a:cubicBezTo>
                  <a:pt x="314" y="1081"/>
                  <a:pt x="314" y="1081"/>
                  <a:pt x="314" y="1081"/>
                </a:cubicBezTo>
                <a:cubicBezTo>
                  <a:pt x="315" y="1082"/>
                  <a:pt x="316" y="1082"/>
                  <a:pt x="317" y="1083"/>
                </a:cubicBezTo>
                <a:cubicBezTo>
                  <a:pt x="318" y="1083"/>
                  <a:pt x="319" y="1084"/>
                  <a:pt x="319" y="1085"/>
                </a:cubicBezTo>
                <a:cubicBezTo>
                  <a:pt x="330" y="1093"/>
                  <a:pt x="330" y="1093"/>
                  <a:pt x="330" y="1093"/>
                </a:cubicBezTo>
                <a:cubicBezTo>
                  <a:pt x="332" y="1095"/>
                  <a:pt x="335" y="1096"/>
                  <a:pt x="337" y="1098"/>
                </a:cubicBezTo>
                <a:cubicBezTo>
                  <a:pt x="351" y="1108"/>
                  <a:pt x="351" y="1108"/>
                  <a:pt x="351" y="1108"/>
                </a:cubicBezTo>
                <a:cubicBezTo>
                  <a:pt x="379" y="1126"/>
                  <a:pt x="410" y="1142"/>
                  <a:pt x="443" y="1155"/>
                </a:cubicBezTo>
                <a:cubicBezTo>
                  <a:pt x="446" y="1156"/>
                  <a:pt x="448" y="1157"/>
                  <a:pt x="451" y="1158"/>
                </a:cubicBezTo>
                <a:cubicBezTo>
                  <a:pt x="451" y="1158"/>
                  <a:pt x="451" y="1158"/>
                  <a:pt x="451" y="1158"/>
                </a:cubicBezTo>
                <a:cubicBezTo>
                  <a:pt x="500" y="1175"/>
                  <a:pt x="552" y="1184"/>
                  <a:pt x="606" y="1184"/>
                </a:cubicBezTo>
                <a:cubicBezTo>
                  <a:pt x="620" y="1184"/>
                  <a:pt x="634" y="1183"/>
                  <a:pt x="648" y="1182"/>
                </a:cubicBezTo>
                <a:cubicBezTo>
                  <a:pt x="682" y="1179"/>
                  <a:pt x="716" y="1172"/>
                  <a:pt x="750" y="1161"/>
                </a:cubicBezTo>
                <a:cubicBezTo>
                  <a:pt x="750" y="1161"/>
                  <a:pt x="750" y="1161"/>
                  <a:pt x="750" y="1161"/>
                </a:cubicBezTo>
                <a:cubicBezTo>
                  <a:pt x="755" y="1159"/>
                  <a:pt x="760" y="1157"/>
                  <a:pt x="766" y="1155"/>
                </a:cubicBezTo>
                <a:cubicBezTo>
                  <a:pt x="769" y="1154"/>
                  <a:pt x="771" y="1153"/>
                  <a:pt x="774" y="1152"/>
                </a:cubicBezTo>
                <a:cubicBezTo>
                  <a:pt x="777" y="1151"/>
                  <a:pt x="780" y="1150"/>
                  <a:pt x="783" y="1149"/>
                </a:cubicBezTo>
                <a:cubicBezTo>
                  <a:pt x="797" y="1142"/>
                  <a:pt x="797" y="1142"/>
                  <a:pt x="797" y="1142"/>
                </a:cubicBezTo>
                <a:cubicBezTo>
                  <a:pt x="803" y="1140"/>
                  <a:pt x="811" y="1143"/>
                  <a:pt x="814" y="1149"/>
                </a:cubicBezTo>
                <a:cubicBezTo>
                  <a:pt x="816" y="1156"/>
                  <a:pt x="814" y="1163"/>
                  <a:pt x="807" y="1166"/>
                </a:cubicBezTo>
                <a:cubicBezTo>
                  <a:pt x="793" y="1172"/>
                  <a:pt x="793" y="1172"/>
                  <a:pt x="793" y="1172"/>
                </a:cubicBezTo>
                <a:cubicBezTo>
                  <a:pt x="790" y="1173"/>
                  <a:pt x="786" y="1175"/>
                  <a:pt x="783" y="1176"/>
                </a:cubicBezTo>
                <a:cubicBezTo>
                  <a:pt x="780" y="1177"/>
                  <a:pt x="778" y="1178"/>
                  <a:pt x="775" y="1179"/>
                </a:cubicBezTo>
                <a:cubicBezTo>
                  <a:pt x="769" y="1181"/>
                  <a:pt x="763" y="1183"/>
                  <a:pt x="757" y="1185"/>
                </a:cubicBezTo>
                <a:cubicBezTo>
                  <a:pt x="722" y="1197"/>
                  <a:pt x="686" y="1204"/>
                  <a:pt x="650" y="1208"/>
                </a:cubicBezTo>
                <a:cubicBezTo>
                  <a:pt x="635" y="1209"/>
                  <a:pt x="620" y="1210"/>
                  <a:pt x="606" y="1210"/>
                </a:cubicBezTo>
                <a:close/>
                <a:moveTo>
                  <a:pt x="854" y="1139"/>
                </a:moveTo>
                <a:cubicBezTo>
                  <a:pt x="850" y="1139"/>
                  <a:pt x="846" y="1137"/>
                  <a:pt x="843" y="1133"/>
                </a:cubicBezTo>
                <a:cubicBezTo>
                  <a:pt x="840" y="1127"/>
                  <a:pt x="842" y="1119"/>
                  <a:pt x="848" y="1115"/>
                </a:cubicBezTo>
                <a:cubicBezTo>
                  <a:pt x="857" y="1109"/>
                  <a:pt x="866" y="1103"/>
                  <a:pt x="875" y="1097"/>
                </a:cubicBezTo>
                <a:cubicBezTo>
                  <a:pt x="881" y="1092"/>
                  <a:pt x="889" y="1094"/>
                  <a:pt x="893" y="1099"/>
                </a:cubicBezTo>
                <a:cubicBezTo>
                  <a:pt x="897" y="1105"/>
                  <a:pt x="896" y="1113"/>
                  <a:pt x="890" y="1117"/>
                </a:cubicBezTo>
                <a:cubicBezTo>
                  <a:pt x="881" y="1124"/>
                  <a:pt x="871" y="1131"/>
                  <a:pt x="861" y="1137"/>
                </a:cubicBezTo>
                <a:cubicBezTo>
                  <a:pt x="859" y="1138"/>
                  <a:pt x="857" y="1139"/>
                  <a:pt x="854" y="1139"/>
                </a:cubicBezTo>
                <a:close/>
                <a:moveTo>
                  <a:pt x="952" y="1058"/>
                </a:moveTo>
                <a:cubicBezTo>
                  <a:pt x="949" y="1058"/>
                  <a:pt x="946" y="1057"/>
                  <a:pt x="943" y="1054"/>
                </a:cubicBezTo>
                <a:cubicBezTo>
                  <a:pt x="938" y="1049"/>
                  <a:pt x="938" y="1041"/>
                  <a:pt x="943" y="1036"/>
                </a:cubicBezTo>
                <a:cubicBezTo>
                  <a:pt x="1026" y="954"/>
                  <a:pt x="1026" y="954"/>
                  <a:pt x="1026" y="954"/>
                </a:cubicBezTo>
                <a:cubicBezTo>
                  <a:pt x="1031" y="949"/>
                  <a:pt x="1039" y="949"/>
                  <a:pt x="1044" y="954"/>
                </a:cubicBezTo>
                <a:cubicBezTo>
                  <a:pt x="1049" y="959"/>
                  <a:pt x="1049" y="967"/>
                  <a:pt x="1044" y="972"/>
                </a:cubicBezTo>
                <a:cubicBezTo>
                  <a:pt x="961" y="1054"/>
                  <a:pt x="961" y="1054"/>
                  <a:pt x="961" y="1054"/>
                </a:cubicBezTo>
                <a:cubicBezTo>
                  <a:pt x="959" y="1057"/>
                  <a:pt x="956" y="1058"/>
                  <a:pt x="952" y="1058"/>
                </a:cubicBezTo>
                <a:close/>
                <a:moveTo>
                  <a:pt x="227" y="1027"/>
                </a:moveTo>
                <a:cubicBezTo>
                  <a:pt x="224" y="1027"/>
                  <a:pt x="220" y="1026"/>
                  <a:pt x="218" y="1024"/>
                </a:cubicBezTo>
                <a:cubicBezTo>
                  <a:pt x="194" y="1000"/>
                  <a:pt x="194" y="1000"/>
                  <a:pt x="194" y="1000"/>
                </a:cubicBezTo>
                <a:cubicBezTo>
                  <a:pt x="189" y="995"/>
                  <a:pt x="189" y="987"/>
                  <a:pt x="194" y="982"/>
                </a:cubicBezTo>
                <a:cubicBezTo>
                  <a:pt x="199" y="977"/>
                  <a:pt x="207" y="977"/>
                  <a:pt x="212" y="982"/>
                </a:cubicBezTo>
                <a:cubicBezTo>
                  <a:pt x="236" y="1006"/>
                  <a:pt x="236" y="1006"/>
                  <a:pt x="236" y="1006"/>
                </a:cubicBezTo>
                <a:cubicBezTo>
                  <a:pt x="241" y="1011"/>
                  <a:pt x="241" y="1019"/>
                  <a:pt x="236" y="1024"/>
                </a:cubicBezTo>
                <a:cubicBezTo>
                  <a:pt x="233" y="1026"/>
                  <a:pt x="230" y="1027"/>
                  <a:pt x="227" y="1027"/>
                </a:cubicBezTo>
                <a:close/>
                <a:moveTo>
                  <a:pt x="161" y="961"/>
                </a:moveTo>
                <a:cubicBezTo>
                  <a:pt x="158" y="961"/>
                  <a:pt x="154" y="960"/>
                  <a:pt x="152" y="958"/>
                </a:cubicBezTo>
                <a:cubicBezTo>
                  <a:pt x="142" y="948"/>
                  <a:pt x="142" y="948"/>
                  <a:pt x="142" y="948"/>
                </a:cubicBezTo>
                <a:cubicBezTo>
                  <a:pt x="128" y="933"/>
                  <a:pt x="128" y="933"/>
                  <a:pt x="128" y="933"/>
                </a:cubicBezTo>
                <a:cubicBezTo>
                  <a:pt x="126" y="931"/>
                  <a:pt x="124" y="928"/>
                  <a:pt x="122" y="926"/>
                </a:cubicBezTo>
                <a:cubicBezTo>
                  <a:pt x="121" y="925"/>
                  <a:pt x="120" y="923"/>
                  <a:pt x="119" y="922"/>
                </a:cubicBezTo>
                <a:cubicBezTo>
                  <a:pt x="109" y="912"/>
                  <a:pt x="109" y="912"/>
                  <a:pt x="109" y="912"/>
                </a:cubicBezTo>
                <a:cubicBezTo>
                  <a:pt x="104" y="905"/>
                  <a:pt x="104" y="905"/>
                  <a:pt x="104" y="905"/>
                </a:cubicBezTo>
                <a:cubicBezTo>
                  <a:pt x="100" y="900"/>
                  <a:pt x="97" y="895"/>
                  <a:pt x="93" y="890"/>
                </a:cubicBezTo>
                <a:cubicBezTo>
                  <a:pt x="93" y="890"/>
                  <a:pt x="93" y="890"/>
                  <a:pt x="93" y="890"/>
                </a:cubicBezTo>
                <a:cubicBezTo>
                  <a:pt x="84" y="877"/>
                  <a:pt x="84" y="877"/>
                  <a:pt x="84" y="877"/>
                </a:cubicBezTo>
                <a:cubicBezTo>
                  <a:pt x="82" y="874"/>
                  <a:pt x="79" y="871"/>
                  <a:pt x="77" y="867"/>
                </a:cubicBezTo>
                <a:cubicBezTo>
                  <a:pt x="58" y="837"/>
                  <a:pt x="41" y="804"/>
                  <a:pt x="29" y="769"/>
                </a:cubicBezTo>
                <a:cubicBezTo>
                  <a:pt x="17" y="737"/>
                  <a:pt x="9" y="701"/>
                  <a:pt x="4" y="663"/>
                </a:cubicBezTo>
                <a:cubicBezTo>
                  <a:pt x="2" y="650"/>
                  <a:pt x="1" y="638"/>
                  <a:pt x="1" y="625"/>
                </a:cubicBezTo>
                <a:cubicBezTo>
                  <a:pt x="1" y="625"/>
                  <a:pt x="1" y="625"/>
                  <a:pt x="1" y="625"/>
                </a:cubicBezTo>
                <a:cubicBezTo>
                  <a:pt x="1" y="618"/>
                  <a:pt x="0" y="612"/>
                  <a:pt x="0" y="605"/>
                </a:cubicBezTo>
                <a:cubicBezTo>
                  <a:pt x="0" y="551"/>
                  <a:pt x="9" y="497"/>
                  <a:pt x="27" y="446"/>
                </a:cubicBezTo>
                <a:cubicBezTo>
                  <a:pt x="27" y="445"/>
                  <a:pt x="27" y="445"/>
                  <a:pt x="27" y="445"/>
                </a:cubicBezTo>
                <a:cubicBezTo>
                  <a:pt x="29" y="438"/>
                  <a:pt x="37" y="435"/>
                  <a:pt x="43" y="437"/>
                </a:cubicBezTo>
                <a:cubicBezTo>
                  <a:pt x="50" y="440"/>
                  <a:pt x="53" y="447"/>
                  <a:pt x="51" y="454"/>
                </a:cubicBezTo>
                <a:cubicBezTo>
                  <a:pt x="51" y="454"/>
                  <a:pt x="51" y="454"/>
                  <a:pt x="51" y="454"/>
                </a:cubicBezTo>
                <a:cubicBezTo>
                  <a:pt x="34" y="503"/>
                  <a:pt x="26" y="554"/>
                  <a:pt x="26" y="605"/>
                </a:cubicBezTo>
                <a:cubicBezTo>
                  <a:pt x="26" y="611"/>
                  <a:pt x="26" y="618"/>
                  <a:pt x="26" y="624"/>
                </a:cubicBezTo>
                <a:cubicBezTo>
                  <a:pt x="26" y="624"/>
                  <a:pt x="26" y="624"/>
                  <a:pt x="26" y="624"/>
                </a:cubicBezTo>
                <a:cubicBezTo>
                  <a:pt x="27" y="636"/>
                  <a:pt x="28" y="648"/>
                  <a:pt x="29" y="660"/>
                </a:cubicBezTo>
                <a:cubicBezTo>
                  <a:pt x="34" y="696"/>
                  <a:pt x="42" y="730"/>
                  <a:pt x="53" y="761"/>
                </a:cubicBezTo>
                <a:cubicBezTo>
                  <a:pt x="65" y="793"/>
                  <a:pt x="80" y="825"/>
                  <a:pt x="99" y="854"/>
                </a:cubicBezTo>
                <a:cubicBezTo>
                  <a:pt x="99" y="854"/>
                  <a:pt x="99" y="854"/>
                  <a:pt x="99" y="854"/>
                </a:cubicBezTo>
                <a:cubicBezTo>
                  <a:pt x="101" y="857"/>
                  <a:pt x="103" y="860"/>
                  <a:pt x="105" y="862"/>
                </a:cubicBezTo>
                <a:cubicBezTo>
                  <a:pt x="113" y="875"/>
                  <a:pt x="113" y="875"/>
                  <a:pt x="113" y="875"/>
                </a:cubicBezTo>
                <a:cubicBezTo>
                  <a:pt x="117" y="880"/>
                  <a:pt x="121" y="884"/>
                  <a:pt x="124" y="889"/>
                </a:cubicBezTo>
                <a:cubicBezTo>
                  <a:pt x="129" y="896"/>
                  <a:pt x="129" y="896"/>
                  <a:pt x="129" y="896"/>
                </a:cubicBezTo>
                <a:cubicBezTo>
                  <a:pt x="138" y="906"/>
                  <a:pt x="138" y="906"/>
                  <a:pt x="138" y="906"/>
                </a:cubicBezTo>
                <a:cubicBezTo>
                  <a:pt x="139" y="907"/>
                  <a:pt x="140" y="908"/>
                  <a:pt x="141" y="909"/>
                </a:cubicBezTo>
                <a:cubicBezTo>
                  <a:pt x="143" y="911"/>
                  <a:pt x="144" y="913"/>
                  <a:pt x="146" y="915"/>
                </a:cubicBezTo>
                <a:cubicBezTo>
                  <a:pt x="146" y="915"/>
                  <a:pt x="146" y="915"/>
                  <a:pt x="146" y="915"/>
                </a:cubicBezTo>
                <a:cubicBezTo>
                  <a:pt x="170" y="940"/>
                  <a:pt x="170" y="940"/>
                  <a:pt x="170" y="940"/>
                </a:cubicBezTo>
                <a:cubicBezTo>
                  <a:pt x="175" y="945"/>
                  <a:pt x="175" y="953"/>
                  <a:pt x="170" y="958"/>
                </a:cubicBezTo>
                <a:cubicBezTo>
                  <a:pt x="167" y="960"/>
                  <a:pt x="164" y="961"/>
                  <a:pt x="161" y="961"/>
                </a:cubicBezTo>
                <a:close/>
                <a:moveTo>
                  <a:pt x="1076" y="933"/>
                </a:moveTo>
                <a:cubicBezTo>
                  <a:pt x="1073" y="933"/>
                  <a:pt x="1070" y="932"/>
                  <a:pt x="1068" y="930"/>
                </a:cubicBezTo>
                <a:cubicBezTo>
                  <a:pt x="1062" y="926"/>
                  <a:pt x="1062" y="917"/>
                  <a:pt x="1067" y="912"/>
                </a:cubicBezTo>
                <a:cubicBezTo>
                  <a:pt x="1113" y="860"/>
                  <a:pt x="1148" y="798"/>
                  <a:pt x="1166" y="732"/>
                </a:cubicBezTo>
                <a:cubicBezTo>
                  <a:pt x="1176" y="699"/>
                  <a:pt x="1182" y="664"/>
                  <a:pt x="1184" y="629"/>
                </a:cubicBezTo>
                <a:cubicBezTo>
                  <a:pt x="1184" y="621"/>
                  <a:pt x="1184" y="613"/>
                  <a:pt x="1184" y="605"/>
                </a:cubicBezTo>
                <a:cubicBezTo>
                  <a:pt x="1184" y="599"/>
                  <a:pt x="1184" y="593"/>
                  <a:pt x="1184" y="586"/>
                </a:cubicBezTo>
                <a:cubicBezTo>
                  <a:pt x="1184" y="579"/>
                  <a:pt x="1189" y="573"/>
                  <a:pt x="1196" y="573"/>
                </a:cubicBezTo>
                <a:cubicBezTo>
                  <a:pt x="1203" y="573"/>
                  <a:pt x="1209" y="578"/>
                  <a:pt x="1209" y="585"/>
                </a:cubicBezTo>
                <a:cubicBezTo>
                  <a:pt x="1210" y="592"/>
                  <a:pt x="1210" y="599"/>
                  <a:pt x="1210" y="605"/>
                </a:cubicBezTo>
                <a:cubicBezTo>
                  <a:pt x="1210" y="614"/>
                  <a:pt x="1209" y="622"/>
                  <a:pt x="1209" y="631"/>
                </a:cubicBezTo>
                <a:cubicBezTo>
                  <a:pt x="1207" y="667"/>
                  <a:pt x="1201" y="704"/>
                  <a:pt x="1191" y="739"/>
                </a:cubicBezTo>
                <a:cubicBezTo>
                  <a:pt x="1171" y="808"/>
                  <a:pt x="1135" y="874"/>
                  <a:pt x="1086" y="929"/>
                </a:cubicBezTo>
                <a:cubicBezTo>
                  <a:pt x="1083" y="932"/>
                  <a:pt x="1080" y="933"/>
                  <a:pt x="1076" y="933"/>
                </a:cubicBezTo>
                <a:close/>
                <a:moveTo>
                  <a:pt x="1190" y="540"/>
                </a:moveTo>
                <a:cubicBezTo>
                  <a:pt x="1184" y="540"/>
                  <a:pt x="1179" y="535"/>
                  <a:pt x="1178" y="529"/>
                </a:cubicBezTo>
                <a:cubicBezTo>
                  <a:pt x="1177" y="525"/>
                  <a:pt x="1177" y="525"/>
                  <a:pt x="1177" y="525"/>
                </a:cubicBezTo>
                <a:cubicBezTo>
                  <a:pt x="1176" y="516"/>
                  <a:pt x="1174" y="506"/>
                  <a:pt x="1171" y="496"/>
                </a:cubicBezTo>
                <a:cubicBezTo>
                  <a:pt x="1170" y="490"/>
                  <a:pt x="1174" y="483"/>
                  <a:pt x="1181" y="481"/>
                </a:cubicBezTo>
                <a:cubicBezTo>
                  <a:pt x="1188" y="480"/>
                  <a:pt x="1195" y="484"/>
                  <a:pt x="1196" y="491"/>
                </a:cubicBezTo>
                <a:cubicBezTo>
                  <a:pt x="1199" y="501"/>
                  <a:pt x="1201" y="511"/>
                  <a:pt x="1202" y="521"/>
                </a:cubicBezTo>
                <a:cubicBezTo>
                  <a:pt x="1203" y="525"/>
                  <a:pt x="1203" y="525"/>
                  <a:pt x="1203" y="525"/>
                </a:cubicBezTo>
                <a:cubicBezTo>
                  <a:pt x="1204" y="532"/>
                  <a:pt x="1199" y="538"/>
                  <a:pt x="1192" y="539"/>
                </a:cubicBezTo>
                <a:cubicBezTo>
                  <a:pt x="1192" y="539"/>
                  <a:pt x="1191" y="540"/>
                  <a:pt x="1190" y="540"/>
                </a:cubicBezTo>
                <a:close/>
                <a:moveTo>
                  <a:pt x="1153" y="418"/>
                </a:moveTo>
                <a:cubicBezTo>
                  <a:pt x="1148" y="418"/>
                  <a:pt x="1144" y="416"/>
                  <a:pt x="1142" y="411"/>
                </a:cubicBezTo>
                <a:cubicBezTo>
                  <a:pt x="1129" y="385"/>
                  <a:pt x="1114" y="359"/>
                  <a:pt x="1097" y="335"/>
                </a:cubicBezTo>
                <a:cubicBezTo>
                  <a:pt x="1095" y="331"/>
                  <a:pt x="1092" y="327"/>
                  <a:pt x="1088" y="323"/>
                </a:cubicBezTo>
                <a:cubicBezTo>
                  <a:pt x="1086" y="320"/>
                  <a:pt x="1084" y="318"/>
                  <a:pt x="1082" y="315"/>
                </a:cubicBezTo>
                <a:cubicBezTo>
                  <a:pt x="1079" y="312"/>
                  <a:pt x="1077" y="309"/>
                  <a:pt x="1075" y="307"/>
                </a:cubicBezTo>
                <a:cubicBezTo>
                  <a:pt x="1072" y="303"/>
                  <a:pt x="1068" y="299"/>
                  <a:pt x="1065" y="295"/>
                </a:cubicBezTo>
                <a:cubicBezTo>
                  <a:pt x="1056" y="285"/>
                  <a:pt x="1056" y="285"/>
                  <a:pt x="1056" y="285"/>
                </a:cubicBezTo>
                <a:cubicBezTo>
                  <a:pt x="1055" y="284"/>
                  <a:pt x="1054" y="283"/>
                  <a:pt x="1053" y="282"/>
                </a:cubicBezTo>
                <a:cubicBezTo>
                  <a:pt x="1051" y="280"/>
                  <a:pt x="1049" y="278"/>
                  <a:pt x="1045" y="275"/>
                </a:cubicBezTo>
                <a:cubicBezTo>
                  <a:pt x="1041" y="270"/>
                  <a:pt x="1041" y="270"/>
                  <a:pt x="1041" y="270"/>
                </a:cubicBezTo>
                <a:cubicBezTo>
                  <a:pt x="1041" y="270"/>
                  <a:pt x="1041" y="270"/>
                  <a:pt x="1041" y="270"/>
                </a:cubicBezTo>
                <a:cubicBezTo>
                  <a:pt x="1041" y="270"/>
                  <a:pt x="1041" y="270"/>
                  <a:pt x="1041" y="270"/>
                </a:cubicBezTo>
                <a:cubicBezTo>
                  <a:pt x="931" y="161"/>
                  <a:pt x="931" y="161"/>
                  <a:pt x="931" y="161"/>
                </a:cubicBezTo>
                <a:cubicBezTo>
                  <a:pt x="921" y="151"/>
                  <a:pt x="921" y="151"/>
                  <a:pt x="921" y="151"/>
                </a:cubicBezTo>
                <a:cubicBezTo>
                  <a:pt x="896" y="127"/>
                  <a:pt x="868" y="106"/>
                  <a:pt x="839" y="88"/>
                </a:cubicBezTo>
                <a:cubicBezTo>
                  <a:pt x="814" y="74"/>
                  <a:pt x="788" y="62"/>
                  <a:pt x="761" y="52"/>
                </a:cubicBezTo>
                <a:cubicBezTo>
                  <a:pt x="754" y="50"/>
                  <a:pt x="750" y="42"/>
                  <a:pt x="753" y="36"/>
                </a:cubicBezTo>
                <a:cubicBezTo>
                  <a:pt x="755" y="29"/>
                  <a:pt x="763" y="26"/>
                  <a:pt x="769" y="28"/>
                </a:cubicBezTo>
                <a:cubicBezTo>
                  <a:pt x="798" y="38"/>
                  <a:pt x="825" y="51"/>
                  <a:pt x="852" y="67"/>
                </a:cubicBezTo>
                <a:cubicBezTo>
                  <a:pt x="883" y="85"/>
                  <a:pt x="912" y="108"/>
                  <a:pt x="939" y="133"/>
                </a:cubicBezTo>
                <a:cubicBezTo>
                  <a:pt x="949" y="142"/>
                  <a:pt x="949" y="142"/>
                  <a:pt x="949" y="142"/>
                </a:cubicBezTo>
                <a:cubicBezTo>
                  <a:pt x="1059" y="252"/>
                  <a:pt x="1059" y="252"/>
                  <a:pt x="1059" y="252"/>
                </a:cubicBezTo>
                <a:cubicBezTo>
                  <a:pt x="1059" y="253"/>
                  <a:pt x="1059" y="253"/>
                  <a:pt x="1059" y="253"/>
                </a:cubicBezTo>
                <a:cubicBezTo>
                  <a:pt x="1063" y="257"/>
                  <a:pt x="1063" y="257"/>
                  <a:pt x="1063" y="257"/>
                </a:cubicBezTo>
                <a:cubicBezTo>
                  <a:pt x="1067" y="260"/>
                  <a:pt x="1069" y="263"/>
                  <a:pt x="1071" y="265"/>
                </a:cubicBezTo>
                <a:cubicBezTo>
                  <a:pt x="1083" y="278"/>
                  <a:pt x="1083" y="278"/>
                  <a:pt x="1083" y="278"/>
                </a:cubicBezTo>
                <a:cubicBezTo>
                  <a:pt x="1087" y="282"/>
                  <a:pt x="1091" y="286"/>
                  <a:pt x="1094" y="290"/>
                </a:cubicBezTo>
                <a:cubicBezTo>
                  <a:pt x="1097" y="293"/>
                  <a:pt x="1099" y="296"/>
                  <a:pt x="1101" y="298"/>
                </a:cubicBezTo>
                <a:cubicBezTo>
                  <a:pt x="1102" y="299"/>
                  <a:pt x="1102" y="299"/>
                  <a:pt x="1102" y="299"/>
                </a:cubicBezTo>
                <a:cubicBezTo>
                  <a:pt x="1104" y="302"/>
                  <a:pt x="1106" y="305"/>
                  <a:pt x="1108" y="308"/>
                </a:cubicBezTo>
                <a:cubicBezTo>
                  <a:pt x="1112" y="312"/>
                  <a:pt x="1115" y="316"/>
                  <a:pt x="1118" y="320"/>
                </a:cubicBezTo>
                <a:cubicBezTo>
                  <a:pt x="1136" y="346"/>
                  <a:pt x="1152" y="372"/>
                  <a:pt x="1165" y="400"/>
                </a:cubicBezTo>
                <a:cubicBezTo>
                  <a:pt x="1168" y="407"/>
                  <a:pt x="1165" y="414"/>
                  <a:pt x="1159" y="417"/>
                </a:cubicBezTo>
                <a:cubicBezTo>
                  <a:pt x="1157" y="418"/>
                  <a:pt x="1155" y="418"/>
                  <a:pt x="1153" y="418"/>
                </a:cubicBezTo>
                <a:close/>
                <a:moveTo>
                  <a:pt x="78" y="378"/>
                </a:moveTo>
                <a:cubicBezTo>
                  <a:pt x="76" y="378"/>
                  <a:pt x="74" y="377"/>
                  <a:pt x="72" y="376"/>
                </a:cubicBezTo>
                <a:cubicBezTo>
                  <a:pt x="66" y="372"/>
                  <a:pt x="64" y="364"/>
                  <a:pt x="67" y="358"/>
                </a:cubicBezTo>
                <a:cubicBezTo>
                  <a:pt x="73" y="348"/>
                  <a:pt x="79" y="338"/>
                  <a:pt x="86" y="329"/>
                </a:cubicBezTo>
                <a:cubicBezTo>
                  <a:pt x="90" y="323"/>
                  <a:pt x="98" y="322"/>
                  <a:pt x="104" y="326"/>
                </a:cubicBezTo>
                <a:cubicBezTo>
                  <a:pt x="110" y="330"/>
                  <a:pt x="111" y="338"/>
                  <a:pt x="107" y="343"/>
                </a:cubicBezTo>
                <a:cubicBezTo>
                  <a:pt x="101" y="352"/>
                  <a:pt x="95" y="362"/>
                  <a:pt x="89" y="371"/>
                </a:cubicBezTo>
                <a:cubicBezTo>
                  <a:pt x="87" y="375"/>
                  <a:pt x="83" y="378"/>
                  <a:pt x="78" y="378"/>
                </a:cubicBezTo>
                <a:close/>
                <a:moveTo>
                  <a:pt x="133" y="302"/>
                </a:moveTo>
                <a:cubicBezTo>
                  <a:pt x="130" y="302"/>
                  <a:pt x="127" y="301"/>
                  <a:pt x="125" y="299"/>
                </a:cubicBezTo>
                <a:cubicBezTo>
                  <a:pt x="119" y="294"/>
                  <a:pt x="119" y="286"/>
                  <a:pt x="124" y="281"/>
                </a:cubicBezTo>
                <a:cubicBezTo>
                  <a:pt x="130" y="274"/>
                  <a:pt x="136" y="268"/>
                  <a:pt x="142" y="261"/>
                </a:cubicBezTo>
                <a:cubicBezTo>
                  <a:pt x="260" y="144"/>
                  <a:pt x="260" y="144"/>
                  <a:pt x="260" y="144"/>
                </a:cubicBezTo>
                <a:cubicBezTo>
                  <a:pt x="261" y="142"/>
                  <a:pt x="262" y="141"/>
                  <a:pt x="263" y="140"/>
                </a:cubicBezTo>
                <a:cubicBezTo>
                  <a:pt x="278" y="127"/>
                  <a:pt x="278" y="127"/>
                  <a:pt x="278" y="127"/>
                </a:cubicBezTo>
                <a:cubicBezTo>
                  <a:pt x="280" y="125"/>
                  <a:pt x="282" y="123"/>
                  <a:pt x="284" y="121"/>
                </a:cubicBezTo>
                <a:cubicBezTo>
                  <a:pt x="286" y="120"/>
                  <a:pt x="287" y="119"/>
                  <a:pt x="288" y="118"/>
                </a:cubicBezTo>
                <a:cubicBezTo>
                  <a:pt x="299" y="108"/>
                  <a:pt x="299" y="108"/>
                  <a:pt x="299" y="108"/>
                </a:cubicBezTo>
                <a:cubicBezTo>
                  <a:pt x="309" y="100"/>
                  <a:pt x="309" y="100"/>
                  <a:pt x="309" y="100"/>
                </a:cubicBezTo>
                <a:cubicBezTo>
                  <a:pt x="311" y="99"/>
                  <a:pt x="312" y="98"/>
                  <a:pt x="313" y="97"/>
                </a:cubicBezTo>
                <a:cubicBezTo>
                  <a:pt x="316" y="95"/>
                  <a:pt x="318" y="93"/>
                  <a:pt x="321" y="91"/>
                </a:cubicBezTo>
                <a:cubicBezTo>
                  <a:pt x="332" y="84"/>
                  <a:pt x="332" y="84"/>
                  <a:pt x="332" y="84"/>
                </a:cubicBezTo>
                <a:cubicBezTo>
                  <a:pt x="354" y="68"/>
                  <a:pt x="378" y="55"/>
                  <a:pt x="404" y="43"/>
                </a:cubicBezTo>
                <a:cubicBezTo>
                  <a:pt x="445" y="25"/>
                  <a:pt x="489" y="12"/>
                  <a:pt x="534" y="5"/>
                </a:cubicBezTo>
                <a:cubicBezTo>
                  <a:pt x="549" y="2"/>
                  <a:pt x="565" y="1"/>
                  <a:pt x="581" y="0"/>
                </a:cubicBezTo>
                <a:cubicBezTo>
                  <a:pt x="588" y="0"/>
                  <a:pt x="594" y="5"/>
                  <a:pt x="594" y="12"/>
                </a:cubicBezTo>
                <a:cubicBezTo>
                  <a:pt x="594" y="19"/>
                  <a:pt x="589" y="25"/>
                  <a:pt x="582" y="26"/>
                </a:cubicBezTo>
                <a:cubicBezTo>
                  <a:pt x="567" y="26"/>
                  <a:pt x="552" y="28"/>
                  <a:pt x="538" y="30"/>
                </a:cubicBezTo>
                <a:cubicBezTo>
                  <a:pt x="495" y="36"/>
                  <a:pt x="453" y="49"/>
                  <a:pt x="414" y="66"/>
                </a:cubicBezTo>
                <a:cubicBezTo>
                  <a:pt x="390" y="77"/>
                  <a:pt x="367" y="90"/>
                  <a:pt x="346" y="105"/>
                </a:cubicBezTo>
                <a:cubicBezTo>
                  <a:pt x="335" y="112"/>
                  <a:pt x="335" y="112"/>
                  <a:pt x="335" y="112"/>
                </a:cubicBezTo>
                <a:cubicBezTo>
                  <a:pt x="333" y="114"/>
                  <a:pt x="331" y="115"/>
                  <a:pt x="329" y="117"/>
                </a:cubicBezTo>
                <a:cubicBezTo>
                  <a:pt x="328" y="118"/>
                  <a:pt x="326" y="119"/>
                  <a:pt x="325" y="120"/>
                </a:cubicBezTo>
                <a:cubicBezTo>
                  <a:pt x="315" y="128"/>
                  <a:pt x="315" y="128"/>
                  <a:pt x="315" y="128"/>
                </a:cubicBezTo>
                <a:cubicBezTo>
                  <a:pt x="305" y="137"/>
                  <a:pt x="305" y="137"/>
                  <a:pt x="305" y="137"/>
                </a:cubicBezTo>
                <a:cubicBezTo>
                  <a:pt x="304" y="138"/>
                  <a:pt x="302" y="139"/>
                  <a:pt x="301" y="140"/>
                </a:cubicBezTo>
                <a:cubicBezTo>
                  <a:pt x="299" y="142"/>
                  <a:pt x="297" y="143"/>
                  <a:pt x="295" y="145"/>
                </a:cubicBezTo>
                <a:cubicBezTo>
                  <a:pt x="280" y="159"/>
                  <a:pt x="280" y="159"/>
                  <a:pt x="280" y="159"/>
                </a:cubicBezTo>
                <a:cubicBezTo>
                  <a:pt x="280" y="160"/>
                  <a:pt x="279" y="161"/>
                  <a:pt x="278" y="161"/>
                </a:cubicBezTo>
                <a:cubicBezTo>
                  <a:pt x="160" y="279"/>
                  <a:pt x="160" y="279"/>
                  <a:pt x="160" y="279"/>
                </a:cubicBezTo>
                <a:cubicBezTo>
                  <a:pt x="154" y="285"/>
                  <a:pt x="148" y="292"/>
                  <a:pt x="143" y="298"/>
                </a:cubicBezTo>
                <a:cubicBezTo>
                  <a:pt x="140" y="301"/>
                  <a:pt x="137" y="302"/>
                  <a:pt x="133" y="302"/>
                </a:cubicBezTo>
                <a:close/>
                <a:moveTo>
                  <a:pt x="708" y="36"/>
                </a:moveTo>
                <a:cubicBezTo>
                  <a:pt x="707" y="36"/>
                  <a:pt x="706" y="36"/>
                  <a:pt x="705" y="36"/>
                </a:cubicBezTo>
                <a:cubicBezTo>
                  <a:pt x="694" y="34"/>
                  <a:pt x="694" y="34"/>
                  <a:pt x="694" y="34"/>
                </a:cubicBezTo>
                <a:cubicBezTo>
                  <a:pt x="681" y="31"/>
                  <a:pt x="681" y="31"/>
                  <a:pt x="681" y="31"/>
                </a:cubicBezTo>
                <a:cubicBezTo>
                  <a:pt x="679" y="31"/>
                  <a:pt x="677" y="31"/>
                  <a:pt x="676" y="31"/>
                </a:cubicBezTo>
                <a:cubicBezTo>
                  <a:pt x="675" y="30"/>
                  <a:pt x="673" y="30"/>
                  <a:pt x="672" y="30"/>
                </a:cubicBezTo>
                <a:cubicBezTo>
                  <a:pt x="665" y="29"/>
                  <a:pt x="661" y="22"/>
                  <a:pt x="662" y="15"/>
                </a:cubicBezTo>
                <a:cubicBezTo>
                  <a:pt x="663" y="8"/>
                  <a:pt x="670" y="4"/>
                  <a:pt x="677" y="5"/>
                </a:cubicBezTo>
                <a:cubicBezTo>
                  <a:pt x="678" y="5"/>
                  <a:pt x="679" y="5"/>
                  <a:pt x="680" y="5"/>
                </a:cubicBezTo>
                <a:cubicBezTo>
                  <a:pt x="682" y="6"/>
                  <a:pt x="683" y="6"/>
                  <a:pt x="685" y="6"/>
                </a:cubicBezTo>
                <a:cubicBezTo>
                  <a:pt x="699" y="9"/>
                  <a:pt x="699" y="9"/>
                  <a:pt x="699" y="9"/>
                </a:cubicBezTo>
                <a:cubicBezTo>
                  <a:pt x="711" y="11"/>
                  <a:pt x="711" y="11"/>
                  <a:pt x="711" y="11"/>
                </a:cubicBezTo>
                <a:cubicBezTo>
                  <a:pt x="717" y="13"/>
                  <a:pt x="722" y="20"/>
                  <a:pt x="720" y="26"/>
                </a:cubicBezTo>
                <a:cubicBezTo>
                  <a:pt x="719" y="32"/>
                  <a:pt x="714" y="36"/>
                  <a:pt x="708" y="36"/>
                </a:cubicBezTo>
                <a:close/>
              </a:path>
            </a:pathLst>
          </a:custGeom>
          <a:solidFill>
            <a:srgbClr val="377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84" name="Freeform 44">
            <a:extLst>
              <a:ext uri="{FF2B5EF4-FFF2-40B4-BE49-F238E27FC236}">
                <a16:creationId xmlns:a16="http://schemas.microsoft.com/office/drawing/2014/main" id="{5F701CB2-64E1-4758-9AAA-AD2CE93D44D7}"/>
              </a:ext>
            </a:extLst>
          </p:cNvPr>
          <p:cNvSpPr>
            <a:spLocks noEditPoints="1"/>
          </p:cNvSpPr>
          <p:nvPr/>
        </p:nvSpPr>
        <p:spPr bwMode="auto">
          <a:xfrm>
            <a:off x="2372735" y="2463450"/>
            <a:ext cx="1925863" cy="1929355"/>
          </a:xfrm>
          <a:custGeom>
            <a:avLst/>
            <a:gdLst>
              <a:gd name="T0" fmla="*/ 414 w 1102"/>
              <a:gd name="T1" fmla="*/ 1054 h 1103"/>
              <a:gd name="T2" fmla="*/ 679 w 1102"/>
              <a:gd name="T3" fmla="*/ 1056 h 1103"/>
              <a:gd name="T4" fmla="*/ 711 w 1102"/>
              <a:gd name="T5" fmla="*/ 1045 h 1103"/>
              <a:gd name="T6" fmla="*/ 755 w 1102"/>
              <a:gd name="T7" fmla="*/ 1037 h 1103"/>
              <a:gd name="T8" fmla="*/ 721 w 1102"/>
              <a:gd name="T9" fmla="*/ 1068 h 1103"/>
              <a:gd name="T10" fmla="*/ 591 w 1102"/>
              <a:gd name="T11" fmla="*/ 1101 h 1103"/>
              <a:gd name="T12" fmla="*/ 341 w 1102"/>
              <a:gd name="T13" fmla="*/ 1034 h 1103"/>
              <a:gd name="T14" fmla="*/ 801 w 1102"/>
              <a:gd name="T15" fmla="*/ 1020 h 1103"/>
              <a:gd name="T16" fmla="*/ 838 w 1102"/>
              <a:gd name="T17" fmla="*/ 958 h 1103"/>
              <a:gd name="T18" fmla="*/ 856 w 1102"/>
              <a:gd name="T19" fmla="*/ 976 h 1103"/>
              <a:gd name="T20" fmla="*/ 801 w 1102"/>
              <a:gd name="T21" fmla="*/ 1020 h 1103"/>
              <a:gd name="T22" fmla="*/ 278 w 1102"/>
              <a:gd name="T23" fmla="*/ 1005 h 1103"/>
              <a:gd name="T24" fmla="*/ 246 w 1102"/>
              <a:gd name="T25" fmla="*/ 977 h 1103"/>
              <a:gd name="T26" fmla="*/ 273 w 1102"/>
              <a:gd name="T27" fmla="*/ 967 h 1103"/>
              <a:gd name="T28" fmla="*/ 295 w 1102"/>
              <a:gd name="T29" fmla="*/ 986 h 1103"/>
              <a:gd name="T30" fmla="*/ 305 w 1102"/>
              <a:gd name="T31" fmla="*/ 1011 h 1103"/>
              <a:gd name="T32" fmla="*/ 891 w 1102"/>
              <a:gd name="T33" fmla="*/ 905 h 1103"/>
              <a:gd name="T34" fmla="*/ 188 w 1102"/>
              <a:gd name="T35" fmla="*/ 918 h 1103"/>
              <a:gd name="T36" fmla="*/ 97 w 1102"/>
              <a:gd name="T37" fmla="*/ 824 h 1103"/>
              <a:gd name="T38" fmla="*/ 76 w 1102"/>
              <a:gd name="T39" fmla="*/ 795 h 1103"/>
              <a:gd name="T40" fmla="*/ 10 w 1102"/>
              <a:gd name="T41" fmla="*/ 620 h 1103"/>
              <a:gd name="T42" fmla="*/ 91 w 1102"/>
              <a:gd name="T43" fmla="*/ 772 h 1103"/>
              <a:gd name="T44" fmla="*/ 112 w 1102"/>
              <a:gd name="T45" fmla="*/ 802 h 1103"/>
              <a:gd name="T46" fmla="*/ 132 w 1102"/>
              <a:gd name="T47" fmla="*/ 826 h 1103"/>
              <a:gd name="T48" fmla="*/ 197 w 1102"/>
              <a:gd name="T49" fmla="*/ 922 h 1103"/>
              <a:gd name="T50" fmla="*/ 1012 w 1102"/>
              <a:gd name="T51" fmla="*/ 771 h 1103"/>
              <a:gd name="T52" fmla="*/ 992 w 1102"/>
              <a:gd name="T53" fmla="*/ 840 h 1103"/>
              <a:gd name="T54" fmla="*/ 1043 w 1102"/>
              <a:gd name="T55" fmla="*/ 722 h 1103"/>
              <a:gd name="T56" fmla="*/ 1055 w 1102"/>
              <a:gd name="T57" fmla="*/ 730 h 1103"/>
              <a:gd name="T58" fmla="*/ 1076 w 1102"/>
              <a:gd name="T59" fmla="*/ 552 h 1103"/>
              <a:gd name="T60" fmla="*/ 1056 w 1102"/>
              <a:gd name="T61" fmla="*/ 426 h 1103"/>
              <a:gd name="T62" fmla="*/ 1047 w 1102"/>
              <a:gd name="T63" fmla="*/ 399 h 1103"/>
              <a:gd name="T64" fmla="*/ 1024 w 1102"/>
              <a:gd name="T65" fmla="*/ 315 h 1103"/>
              <a:gd name="T66" fmla="*/ 1077 w 1102"/>
              <a:gd name="T67" fmla="*/ 406 h 1103"/>
              <a:gd name="T68" fmla="*/ 1084 w 1102"/>
              <a:gd name="T69" fmla="*/ 430 h 1103"/>
              <a:gd name="T70" fmla="*/ 1089 w 1102"/>
              <a:gd name="T71" fmla="*/ 657 h 1103"/>
              <a:gd name="T72" fmla="*/ 13 w 1102"/>
              <a:gd name="T73" fmla="*/ 548 h 1103"/>
              <a:gd name="T74" fmla="*/ 5 w 1102"/>
              <a:gd name="T75" fmla="*/ 491 h 1103"/>
              <a:gd name="T76" fmla="*/ 30 w 1102"/>
              <a:gd name="T77" fmla="*/ 494 h 1103"/>
              <a:gd name="T78" fmla="*/ 46 w 1102"/>
              <a:gd name="T79" fmla="*/ 358 h 1103"/>
              <a:gd name="T80" fmla="*/ 247 w 1102"/>
              <a:gd name="T81" fmla="*/ 126 h 1103"/>
              <a:gd name="T82" fmla="*/ 274 w 1102"/>
              <a:gd name="T83" fmla="*/ 102 h 1103"/>
              <a:gd name="T84" fmla="*/ 282 w 1102"/>
              <a:gd name="T85" fmla="*/ 128 h 1103"/>
              <a:gd name="T86" fmla="*/ 264 w 1102"/>
              <a:gd name="T87" fmla="*/ 145 h 1103"/>
              <a:gd name="T88" fmla="*/ 58 w 1102"/>
              <a:gd name="T89" fmla="*/ 376 h 1103"/>
              <a:gd name="T90" fmla="*/ 960 w 1102"/>
              <a:gd name="T91" fmla="*/ 267 h 1103"/>
              <a:gd name="T92" fmla="*/ 945 w 1102"/>
              <a:gd name="T93" fmla="*/ 216 h 1103"/>
              <a:gd name="T94" fmla="*/ 981 w 1102"/>
              <a:gd name="T95" fmla="*/ 252 h 1103"/>
              <a:gd name="T96" fmla="*/ 983 w 1102"/>
              <a:gd name="T97" fmla="*/ 286 h 1103"/>
              <a:gd name="T98" fmla="*/ 901 w 1102"/>
              <a:gd name="T99" fmla="*/ 177 h 1103"/>
              <a:gd name="T100" fmla="*/ 830 w 1102"/>
              <a:gd name="T101" fmla="*/ 137 h 1103"/>
              <a:gd name="T102" fmla="*/ 660 w 1102"/>
              <a:gd name="T103" fmla="*/ 41 h 1103"/>
              <a:gd name="T104" fmla="*/ 629 w 1102"/>
              <a:gd name="T105" fmla="*/ 34 h 1103"/>
              <a:gd name="T106" fmla="*/ 595 w 1102"/>
              <a:gd name="T107" fmla="*/ 28 h 1103"/>
              <a:gd name="T108" fmla="*/ 518 w 1102"/>
              <a:gd name="T109" fmla="*/ 14 h 1103"/>
              <a:gd name="T110" fmla="*/ 596 w 1102"/>
              <a:gd name="T111" fmla="*/ 3 h 1103"/>
              <a:gd name="T112" fmla="*/ 634 w 1102"/>
              <a:gd name="T113" fmla="*/ 9 h 1103"/>
              <a:gd name="T114" fmla="*/ 681 w 1102"/>
              <a:gd name="T115" fmla="*/ 21 h 1103"/>
              <a:gd name="T116" fmla="*/ 852 w 1102"/>
              <a:gd name="T117" fmla="*/ 129 h 1103"/>
              <a:gd name="T118" fmla="*/ 325 w 1102"/>
              <a:gd name="T119" fmla="*/ 69 h 1103"/>
              <a:gd name="T120" fmla="*/ 337 w 1102"/>
              <a:gd name="T121" fmla="*/ 85 h 1103"/>
              <a:gd name="T122" fmla="*/ 460 w 1102"/>
              <a:gd name="T123" fmla="*/ 10 h 1103"/>
              <a:gd name="T124" fmla="*/ 398 w 1102"/>
              <a:gd name="T125" fmla="*/ 55 h 1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102" h="1103">
                <a:moveTo>
                  <a:pt x="552" y="1103"/>
                </a:moveTo>
                <a:cubicBezTo>
                  <a:pt x="502" y="1103"/>
                  <a:pt x="455" y="1095"/>
                  <a:pt x="410" y="1079"/>
                </a:cubicBezTo>
                <a:cubicBezTo>
                  <a:pt x="407" y="1078"/>
                  <a:pt x="404" y="1076"/>
                  <a:pt x="403" y="1073"/>
                </a:cubicBezTo>
                <a:cubicBezTo>
                  <a:pt x="401" y="1069"/>
                  <a:pt x="401" y="1066"/>
                  <a:pt x="402" y="1063"/>
                </a:cubicBezTo>
                <a:cubicBezTo>
                  <a:pt x="404" y="1058"/>
                  <a:pt x="409" y="1054"/>
                  <a:pt x="414" y="1054"/>
                </a:cubicBezTo>
                <a:cubicBezTo>
                  <a:pt x="416" y="1054"/>
                  <a:pt x="417" y="1055"/>
                  <a:pt x="418" y="1055"/>
                </a:cubicBezTo>
                <a:cubicBezTo>
                  <a:pt x="460" y="1070"/>
                  <a:pt x="505" y="1077"/>
                  <a:pt x="552" y="1077"/>
                </a:cubicBezTo>
                <a:cubicBezTo>
                  <a:pt x="564" y="1077"/>
                  <a:pt x="576" y="1077"/>
                  <a:pt x="589" y="1075"/>
                </a:cubicBezTo>
                <a:cubicBezTo>
                  <a:pt x="619" y="1073"/>
                  <a:pt x="649" y="1066"/>
                  <a:pt x="679" y="1057"/>
                </a:cubicBezTo>
                <a:cubicBezTo>
                  <a:pt x="679" y="1056"/>
                  <a:pt x="679" y="1056"/>
                  <a:pt x="679" y="1056"/>
                </a:cubicBezTo>
                <a:cubicBezTo>
                  <a:pt x="683" y="1055"/>
                  <a:pt x="688" y="1054"/>
                  <a:pt x="692" y="1052"/>
                </a:cubicBezTo>
                <a:cubicBezTo>
                  <a:pt x="695" y="1051"/>
                  <a:pt x="698" y="1050"/>
                  <a:pt x="701" y="1049"/>
                </a:cubicBezTo>
                <a:cubicBezTo>
                  <a:pt x="701" y="1049"/>
                  <a:pt x="701" y="1049"/>
                  <a:pt x="701" y="1049"/>
                </a:cubicBezTo>
                <a:cubicBezTo>
                  <a:pt x="703" y="1048"/>
                  <a:pt x="705" y="1047"/>
                  <a:pt x="708" y="1046"/>
                </a:cubicBezTo>
                <a:cubicBezTo>
                  <a:pt x="709" y="1045"/>
                  <a:pt x="710" y="1045"/>
                  <a:pt x="711" y="1045"/>
                </a:cubicBezTo>
                <a:cubicBezTo>
                  <a:pt x="721" y="1040"/>
                  <a:pt x="721" y="1040"/>
                  <a:pt x="721" y="1040"/>
                </a:cubicBezTo>
                <a:cubicBezTo>
                  <a:pt x="724" y="1039"/>
                  <a:pt x="726" y="1037"/>
                  <a:pt x="729" y="1036"/>
                </a:cubicBezTo>
                <a:cubicBezTo>
                  <a:pt x="732" y="1035"/>
                  <a:pt x="735" y="1033"/>
                  <a:pt x="738" y="1032"/>
                </a:cubicBezTo>
                <a:cubicBezTo>
                  <a:pt x="740" y="1031"/>
                  <a:pt x="742" y="1030"/>
                  <a:pt x="744" y="1030"/>
                </a:cubicBezTo>
                <a:cubicBezTo>
                  <a:pt x="748" y="1030"/>
                  <a:pt x="753" y="1033"/>
                  <a:pt x="755" y="1037"/>
                </a:cubicBezTo>
                <a:cubicBezTo>
                  <a:pt x="758" y="1044"/>
                  <a:pt x="756" y="1051"/>
                  <a:pt x="749" y="1054"/>
                </a:cubicBezTo>
                <a:cubicBezTo>
                  <a:pt x="746" y="1056"/>
                  <a:pt x="743" y="1058"/>
                  <a:pt x="740" y="1059"/>
                </a:cubicBezTo>
                <a:cubicBezTo>
                  <a:pt x="737" y="1060"/>
                  <a:pt x="735" y="1062"/>
                  <a:pt x="732" y="1063"/>
                </a:cubicBezTo>
                <a:cubicBezTo>
                  <a:pt x="732" y="1063"/>
                  <a:pt x="732" y="1063"/>
                  <a:pt x="732" y="1063"/>
                </a:cubicBezTo>
                <a:cubicBezTo>
                  <a:pt x="721" y="1068"/>
                  <a:pt x="721" y="1068"/>
                  <a:pt x="721" y="1068"/>
                </a:cubicBezTo>
                <a:cubicBezTo>
                  <a:pt x="720" y="1068"/>
                  <a:pt x="719" y="1069"/>
                  <a:pt x="718" y="1069"/>
                </a:cubicBezTo>
                <a:cubicBezTo>
                  <a:pt x="715" y="1070"/>
                  <a:pt x="712" y="1072"/>
                  <a:pt x="709" y="1073"/>
                </a:cubicBezTo>
                <a:cubicBezTo>
                  <a:pt x="707" y="1074"/>
                  <a:pt x="704" y="1074"/>
                  <a:pt x="702" y="1075"/>
                </a:cubicBezTo>
                <a:cubicBezTo>
                  <a:pt x="697" y="1077"/>
                  <a:pt x="692" y="1079"/>
                  <a:pt x="686" y="1081"/>
                </a:cubicBezTo>
                <a:cubicBezTo>
                  <a:pt x="655" y="1091"/>
                  <a:pt x="623" y="1098"/>
                  <a:pt x="591" y="1101"/>
                </a:cubicBezTo>
                <a:cubicBezTo>
                  <a:pt x="578" y="1102"/>
                  <a:pt x="565" y="1103"/>
                  <a:pt x="552" y="1103"/>
                </a:cubicBezTo>
                <a:close/>
                <a:moveTo>
                  <a:pt x="352" y="1053"/>
                </a:moveTo>
                <a:cubicBezTo>
                  <a:pt x="350" y="1053"/>
                  <a:pt x="348" y="1052"/>
                  <a:pt x="346" y="1051"/>
                </a:cubicBezTo>
                <a:cubicBezTo>
                  <a:pt x="343" y="1049"/>
                  <a:pt x="341" y="1047"/>
                  <a:pt x="340" y="1044"/>
                </a:cubicBezTo>
                <a:cubicBezTo>
                  <a:pt x="339" y="1040"/>
                  <a:pt x="339" y="1037"/>
                  <a:pt x="341" y="1034"/>
                </a:cubicBezTo>
                <a:cubicBezTo>
                  <a:pt x="343" y="1030"/>
                  <a:pt x="347" y="1027"/>
                  <a:pt x="352" y="1027"/>
                </a:cubicBezTo>
                <a:cubicBezTo>
                  <a:pt x="354" y="1027"/>
                  <a:pt x="356" y="1028"/>
                  <a:pt x="358" y="1029"/>
                </a:cubicBezTo>
                <a:cubicBezTo>
                  <a:pt x="364" y="1032"/>
                  <a:pt x="367" y="1040"/>
                  <a:pt x="363" y="1046"/>
                </a:cubicBezTo>
                <a:cubicBezTo>
                  <a:pt x="361" y="1050"/>
                  <a:pt x="357" y="1053"/>
                  <a:pt x="352" y="1053"/>
                </a:cubicBezTo>
                <a:close/>
                <a:moveTo>
                  <a:pt x="801" y="1020"/>
                </a:moveTo>
                <a:cubicBezTo>
                  <a:pt x="797" y="1020"/>
                  <a:pt x="793" y="1018"/>
                  <a:pt x="791" y="1015"/>
                </a:cubicBezTo>
                <a:cubicBezTo>
                  <a:pt x="789" y="1012"/>
                  <a:pt x="788" y="1009"/>
                  <a:pt x="788" y="1005"/>
                </a:cubicBezTo>
                <a:cubicBezTo>
                  <a:pt x="789" y="1002"/>
                  <a:pt x="791" y="999"/>
                  <a:pt x="793" y="997"/>
                </a:cubicBezTo>
                <a:cubicBezTo>
                  <a:pt x="808" y="986"/>
                  <a:pt x="821" y="975"/>
                  <a:pt x="834" y="962"/>
                </a:cubicBezTo>
                <a:cubicBezTo>
                  <a:pt x="838" y="958"/>
                  <a:pt x="838" y="958"/>
                  <a:pt x="838" y="958"/>
                </a:cubicBezTo>
                <a:cubicBezTo>
                  <a:pt x="843" y="953"/>
                  <a:pt x="843" y="953"/>
                  <a:pt x="843" y="953"/>
                </a:cubicBezTo>
                <a:cubicBezTo>
                  <a:pt x="848" y="949"/>
                  <a:pt x="856" y="949"/>
                  <a:pt x="861" y="953"/>
                </a:cubicBezTo>
                <a:cubicBezTo>
                  <a:pt x="863" y="956"/>
                  <a:pt x="865" y="959"/>
                  <a:pt x="865" y="962"/>
                </a:cubicBezTo>
                <a:cubicBezTo>
                  <a:pt x="865" y="966"/>
                  <a:pt x="864" y="969"/>
                  <a:pt x="861" y="971"/>
                </a:cubicBezTo>
                <a:cubicBezTo>
                  <a:pt x="856" y="976"/>
                  <a:pt x="856" y="976"/>
                  <a:pt x="856" y="976"/>
                </a:cubicBezTo>
                <a:cubicBezTo>
                  <a:pt x="852" y="980"/>
                  <a:pt x="852" y="980"/>
                  <a:pt x="852" y="980"/>
                </a:cubicBezTo>
                <a:cubicBezTo>
                  <a:pt x="838" y="994"/>
                  <a:pt x="824" y="1006"/>
                  <a:pt x="809" y="1017"/>
                </a:cubicBezTo>
                <a:cubicBezTo>
                  <a:pt x="808" y="1017"/>
                  <a:pt x="808" y="1017"/>
                  <a:pt x="808" y="1017"/>
                </a:cubicBezTo>
                <a:cubicBezTo>
                  <a:pt x="808" y="1017"/>
                  <a:pt x="808" y="1017"/>
                  <a:pt x="808" y="1017"/>
                </a:cubicBezTo>
                <a:cubicBezTo>
                  <a:pt x="806" y="1019"/>
                  <a:pt x="804" y="1020"/>
                  <a:pt x="801" y="1020"/>
                </a:cubicBezTo>
                <a:close/>
                <a:moveTo>
                  <a:pt x="295" y="1015"/>
                </a:moveTo>
                <a:cubicBezTo>
                  <a:pt x="293" y="1015"/>
                  <a:pt x="290" y="1015"/>
                  <a:pt x="288" y="1013"/>
                </a:cubicBezTo>
                <a:cubicBezTo>
                  <a:pt x="283" y="1009"/>
                  <a:pt x="283" y="1009"/>
                  <a:pt x="283" y="1009"/>
                </a:cubicBezTo>
                <a:cubicBezTo>
                  <a:pt x="283" y="1009"/>
                  <a:pt x="282" y="1009"/>
                  <a:pt x="282" y="1008"/>
                </a:cubicBezTo>
                <a:cubicBezTo>
                  <a:pt x="281" y="1008"/>
                  <a:pt x="279" y="1007"/>
                  <a:pt x="278" y="1005"/>
                </a:cubicBezTo>
                <a:cubicBezTo>
                  <a:pt x="265" y="994"/>
                  <a:pt x="265" y="994"/>
                  <a:pt x="265" y="994"/>
                </a:cubicBezTo>
                <a:cubicBezTo>
                  <a:pt x="262" y="992"/>
                  <a:pt x="260" y="990"/>
                  <a:pt x="258" y="988"/>
                </a:cubicBezTo>
                <a:cubicBezTo>
                  <a:pt x="257" y="987"/>
                  <a:pt x="256" y="986"/>
                  <a:pt x="256" y="985"/>
                </a:cubicBezTo>
                <a:cubicBezTo>
                  <a:pt x="255" y="985"/>
                  <a:pt x="255" y="985"/>
                  <a:pt x="255" y="985"/>
                </a:cubicBezTo>
                <a:cubicBezTo>
                  <a:pt x="246" y="977"/>
                  <a:pt x="246" y="977"/>
                  <a:pt x="246" y="977"/>
                </a:cubicBezTo>
                <a:cubicBezTo>
                  <a:pt x="236" y="966"/>
                  <a:pt x="236" y="966"/>
                  <a:pt x="236" y="966"/>
                </a:cubicBezTo>
                <a:cubicBezTo>
                  <a:pt x="231" y="961"/>
                  <a:pt x="231" y="953"/>
                  <a:pt x="236" y="948"/>
                </a:cubicBezTo>
                <a:cubicBezTo>
                  <a:pt x="241" y="944"/>
                  <a:pt x="249" y="944"/>
                  <a:pt x="254" y="948"/>
                </a:cubicBezTo>
                <a:cubicBezTo>
                  <a:pt x="264" y="959"/>
                  <a:pt x="264" y="959"/>
                  <a:pt x="264" y="959"/>
                </a:cubicBezTo>
                <a:cubicBezTo>
                  <a:pt x="273" y="967"/>
                  <a:pt x="273" y="967"/>
                  <a:pt x="273" y="967"/>
                </a:cubicBezTo>
                <a:cubicBezTo>
                  <a:pt x="274" y="968"/>
                  <a:pt x="275" y="969"/>
                  <a:pt x="277" y="970"/>
                </a:cubicBezTo>
                <a:cubicBezTo>
                  <a:pt x="278" y="972"/>
                  <a:pt x="280" y="973"/>
                  <a:pt x="281" y="974"/>
                </a:cubicBezTo>
                <a:cubicBezTo>
                  <a:pt x="281" y="974"/>
                  <a:pt x="281" y="974"/>
                  <a:pt x="281" y="974"/>
                </a:cubicBezTo>
                <a:cubicBezTo>
                  <a:pt x="295" y="986"/>
                  <a:pt x="295" y="986"/>
                  <a:pt x="295" y="986"/>
                </a:cubicBezTo>
                <a:cubicBezTo>
                  <a:pt x="295" y="986"/>
                  <a:pt x="295" y="986"/>
                  <a:pt x="295" y="986"/>
                </a:cubicBezTo>
                <a:cubicBezTo>
                  <a:pt x="295" y="987"/>
                  <a:pt x="296" y="987"/>
                  <a:pt x="297" y="988"/>
                </a:cubicBezTo>
                <a:cubicBezTo>
                  <a:pt x="297" y="988"/>
                  <a:pt x="298" y="989"/>
                  <a:pt x="299" y="989"/>
                </a:cubicBezTo>
                <a:cubicBezTo>
                  <a:pt x="299" y="989"/>
                  <a:pt x="299" y="989"/>
                  <a:pt x="299" y="989"/>
                </a:cubicBezTo>
                <a:cubicBezTo>
                  <a:pt x="303" y="993"/>
                  <a:pt x="303" y="993"/>
                  <a:pt x="303" y="993"/>
                </a:cubicBezTo>
                <a:cubicBezTo>
                  <a:pt x="309" y="997"/>
                  <a:pt x="310" y="1005"/>
                  <a:pt x="305" y="1011"/>
                </a:cubicBezTo>
                <a:cubicBezTo>
                  <a:pt x="303" y="1014"/>
                  <a:pt x="299" y="1015"/>
                  <a:pt x="295" y="1015"/>
                </a:cubicBezTo>
                <a:close/>
                <a:moveTo>
                  <a:pt x="900" y="927"/>
                </a:moveTo>
                <a:cubicBezTo>
                  <a:pt x="897" y="927"/>
                  <a:pt x="893" y="926"/>
                  <a:pt x="891" y="923"/>
                </a:cubicBezTo>
                <a:cubicBezTo>
                  <a:pt x="889" y="921"/>
                  <a:pt x="887" y="918"/>
                  <a:pt x="887" y="914"/>
                </a:cubicBezTo>
                <a:cubicBezTo>
                  <a:pt x="887" y="911"/>
                  <a:pt x="889" y="908"/>
                  <a:pt x="891" y="905"/>
                </a:cubicBezTo>
                <a:cubicBezTo>
                  <a:pt x="896" y="900"/>
                  <a:pt x="904" y="900"/>
                  <a:pt x="909" y="905"/>
                </a:cubicBezTo>
                <a:cubicBezTo>
                  <a:pt x="914" y="910"/>
                  <a:pt x="914" y="918"/>
                  <a:pt x="909" y="923"/>
                </a:cubicBezTo>
                <a:cubicBezTo>
                  <a:pt x="907" y="926"/>
                  <a:pt x="903" y="927"/>
                  <a:pt x="900" y="927"/>
                </a:cubicBezTo>
                <a:close/>
                <a:moveTo>
                  <a:pt x="197" y="922"/>
                </a:moveTo>
                <a:cubicBezTo>
                  <a:pt x="194" y="922"/>
                  <a:pt x="190" y="921"/>
                  <a:pt x="188" y="918"/>
                </a:cubicBezTo>
                <a:cubicBezTo>
                  <a:pt x="126" y="856"/>
                  <a:pt x="126" y="856"/>
                  <a:pt x="126" y="856"/>
                </a:cubicBezTo>
                <a:cubicBezTo>
                  <a:pt x="114" y="843"/>
                  <a:pt x="114" y="843"/>
                  <a:pt x="114" y="843"/>
                </a:cubicBezTo>
                <a:cubicBezTo>
                  <a:pt x="111" y="841"/>
                  <a:pt x="109" y="839"/>
                  <a:pt x="108" y="837"/>
                </a:cubicBezTo>
                <a:cubicBezTo>
                  <a:pt x="107" y="836"/>
                  <a:pt x="106" y="835"/>
                  <a:pt x="106" y="834"/>
                </a:cubicBezTo>
                <a:cubicBezTo>
                  <a:pt x="97" y="824"/>
                  <a:pt x="97" y="824"/>
                  <a:pt x="97" y="824"/>
                </a:cubicBezTo>
                <a:cubicBezTo>
                  <a:pt x="95" y="822"/>
                  <a:pt x="93" y="819"/>
                  <a:pt x="91" y="817"/>
                </a:cubicBezTo>
                <a:cubicBezTo>
                  <a:pt x="89" y="813"/>
                  <a:pt x="86" y="809"/>
                  <a:pt x="83" y="805"/>
                </a:cubicBezTo>
                <a:cubicBezTo>
                  <a:pt x="82" y="805"/>
                  <a:pt x="82" y="805"/>
                  <a:pt x="82" y="805"/>
                </a:cubicBezTo>
                <a:cubicBezTo>
                  <a:pt x="76" y="795"/>
                  <a:pt x="76" y="795"/>
                  <a:pt x="76" y="795"/>
                </a:cubicBezTo>
                <a:cubicBezTo>
                  <a:pt x="76" y="795"/>
                  <a:pt x="76" y="795"/>
                  <a:pt x="76" y="795"/>
                </a:cubicBezTo>
                <a:cubicBezTo>
                  <a:pt x="75" y="795"/>
                  <a:pt x="75" y="794"/>
                  <a:pt x="74" y="793"/>
                </a:cubicBezTo>
                <a:cubicBezTo>
                  <a:pt x="73" y="791"/>
                  <a:pt x="71" y="788"/>
                  <a:pt x="69" y="785"/>
                </a:cubicBezTo>
                <a:cubicBezTo>
                  <a:pt x="51" y="758"/>
                  <a:pt x="37" y="729"/>
                  <a:pt x="26" y="698"/>
                </a:cubicBezTo>
                <a:cubicBezTo>
                  <a:pt x="18" y="677"/>
                  <a:pt x="12" y="654"/>
                  <a:pt x="8" y="630"/>
                </a:cubicBezTo>
                <a:cubicBezTo>
                  <a:pt x="7" y="627"/>
                  <a:pt x="8" y="623"/>
                  <a:pt x="10" y="620"/>
                </a:cubicBezTo>
                <a:cubicBezTo>
                  <a:pt x="12" y="618"/>
                  <a:pt x="14" y="616"/>
                  <a:pt x="18" y="615"/>
                </a:cubicBezTo>
                <a:cubicBezTo>
                  <a:pt x="25" y="614"/>
                  <a:pt x="31" y="619"/>
                  <a:pt x="33" y="625"/>
                </a:cubicBezTo>
                <a:cubicBezTo>
                  <a:pt x="37" y="648"/>
                  <a:pt x="42" y="670"/>
                  <a:pt x="50" y="689"/>
                </a:cubicBezTo>
                <a:cubicBezTo>
                  <a:pt x="60" y="718"/>
                  <a:pt x="74" y="746"/>
                  <a:pt x="90" y="771"/>
                </a:cubicBezTo>
                <a:cubicBezTo>
                  <a:pt x="91" y="772"/>
                  <a:pt x="91" y="772"/>
                  <a:pt x="91" y="772"/>
                </a:cubicBezTo>
                <a:cubicBezTo>
                  <a:pt x="92" y="774"/>
                  <a:pt x="93" y="776"/>
                  <a:pt x="95" y="779"/>
                </a:cubicBezTo>
                <a:cubicBezTo>
                  <a:pt x="96" y="780"/>
                  <a:pt x="96" y="780"/>
                  <a:pt x="97" y="781"/>
                </a:cubicBezTo>
                <a:cubicBezTo>
                  <a:pt x="97" y="781"/>
                  <a:pt x="97" y="781"/>
                  <a:pt x="97" y="781"/>
                </a:cubicBezTo>
                <a:cubicBezTo>
                  <a:pt x="103" y="790"/>
                  <a:pt x="103" y="790"/>
                  <a:pt x="103" y="790"/>
                </a:cubicBezTo>
                <a:cubicBezTo>
                  <a:pt x="106" y="794"/>
                  <a:pt x="109" y="798"/>
                  <a:pt x="112" y="802"/>
                </a:cubicBezTo>
                <a:cubicBezTo>
                  <a:pt x="114" y="804"/>
                  <a:pt x="115" y="806"/>
                  <a:pt x="117" y="809"/>
                </a:cubicBezTo>
                <a:cubicBezTo>
                  <a:pt x="125" y="817"/>
                  <a:pt x="125" y="817"/>
                  <a:pt x="125" y="817"/>
                </a:cubicBezTo>
                <a:cubicBezTo>
                  <a:pt x="126" y="819"/>
                  <a:pt x="127" y="820"/>
                  <a:pt x="128" y="821"/>
                </a:cubicBezTo>
                <a:cubicBezTo>
                  <a:pt x="129" y="823"/>
                  <a:pt x="131" y="824"/>
                  <a:pt x="132" y="825"/>
                </a:cubicBezTo>
                <a:cubicBezTo>
                  <a:pt x="132" y="826"/>
                  <a:pt x="132" y="826"/>
                  <a:pt x="132" y="826"/>
                </a:cubicBezTo>
                <a:cubicBezTo>
                  <a:pt x="150" y="845"/>
                  <a:pt x="150" y="845"/>
                  <a:pt x="150" y="845"/>
                </a:cubicBezTo>
                <a:cubicBezTo>
                  <a:pt x="206" y="900"/>
                  <a:pt x="206" y="900"/>
                  <a:pt x="206" y="900"/>
                </a:cubicBezTo>
                <a:cubicBezTo>
                  <a:pt x="208" y="903"/>
                  <a:pt x="210" y="906"/>
                  <a:pt x="210" y="909"/>
                </a:cubicBezTo>
                <a:cubicBezTo>
                  <a:pt x="210" y="913"/>
                  <a:pt x="208" y="916"/>
                  <a:pt x="206" y="918"/>
                </a:cubicBezTo>
                <a:cubicBezTo>
                  <a:pt x="204" y="921"/>
                  <a:pt x="200" y="922"/>
                  <a:pt x="197" y="922"/>
                </a:cubicBezTo>
                <a:close/>
                <a:moveTo>
                  <a:pt x="982" y="844"/>
                </a:moveTo>
                <a:cubicBezTo>
                  <a:pt x="979" y="844"/>
                  <a:pt x="976" y="843"/>
                  <a:pt x="973" y="841"/>
                </a:cubicBezTo>
                <a:cubicBezTo>
                  <a:pt x="971" y="839"/>
                  <a:pt x="969" y="836"/>
                  <a:pt x="969" y="832"/>
                </a:cubicBezTo>
                <a:cubicBezTo>
                  <a:pt x="969" y="829"/>
                  <a:pt x="970" y="826"/>
                  <a:pt x="972" y="823"/>
                </a:cubicBezTo>
                <a:cubicBezTo>
                  <a:pt x="987" y="807"/>
                  <a:pt x="1000" y="789"/>
                  <a:pt x="1012" y="771"/>
                </a:cubicBezTo>
                <a:cubicBezTo>
                  <a:pt x="1015" y="767"/>
                  <a:pt x="1019" y="765"/>
                  <a:pt x="1023" y="765"/>
                </a:cubicBezTo>
                <a:cubicBezTo>
                  <a:pt x="1025" y="765"/>
                  <a:pt x="1028" y="766"/>
                  <a:pt x="1030" y="767"/>
                </a:cubicBezTo>
                <a:cubicBezTo>
                  <a:pt x="1033" y="769"/>
                  <a:pt x="1035" y="772"/>
                  <a:pt x="1035" y="775"/>
                </a:cubicBezTo>
                <a:cubicBezTo>
                  <a:pt x="1036" y="778"/>
                  <a:pt x="1035" y="782"/>
                  <a:pt x="1034" y="784"/>
                </a:cubicBezTo>
                <a:cubicBezTo>
                  <a:pt x="1021" y="804"/>
                  <a:pt x="1007" y="823"/>
                  <a:pt x="992" y="840"/>
                </a:cubicBezTo>
                <a:cubicBezTo>
                  <a:pt x="991" y="840"/>
                  <a:pt x="991" y="840"/>
                  <a:pt x="991" y="840"/>
                </a:cubicBezTo>
                <a:cubicBezTo>
                  <a:pt x="989" y="843"/>
                  <a:pt x="985" y="844"/>
                  <a:pt x="982" y="844"/>
                </a:cubicBezTo>
                <a:close/>
                <a:moveTo>
                  <a:pt x="1055" y="730"/>
                </a:moveTo>
                <a:cubicBezTo>
                  <a:pt x="1053" y="730"/>
                  <a:pt x="1051" y="730"/>
                  <a:pt x="1050" y="729"/>
                </a:cubicBezTo>
                <a:cubicBezTo>
                  <a:pt x="1047" y="728"/>
                  <a:pt x="1044" y="726"/>
                  <a:pt x="1043" y="722"/>
                </a:cubicBezTo>
                <a:cubicBezTo>
                  <a:pt x="1042" y="719"/>
                  <a:pt x="1042" y="716"/>
                  <a:pt x="1043" y="713"/>
                </a:cubicBezTo>
                <a:cubicBezTo>
                  <a:pt x="1045" y="708"/>
                  <a:pt x="1050" y="705"/>
                  <a:pt x="1055" y="705"/>
                </a:cubicBezTo>
                <a:cubicBezTo>
                  <a:pt x="1057" y="705"/>
                  <a:pt x="1058" y="705"/>
                  <a:pt x="1060" y="706"/>
                </a:cubicBezTo>
                <a:cubicBezTo>
                  <a:pt x="1066" y="709"/>
                  <a:pt x="1069" y="716"/>
                  <a:pt x="1066" y="723"/>
                </a:cubicBezTo>
                <a:cubicBezTo>
                  <a:pt x="1064" y="727"/>
                  <a:pt x="1060" y="730"/>
                  <a:pt x="1055" y="730"/>
                </a:cubicBezTo>
                <a:close/>
                <a:moveTo>
                  <a:pt x="1076" y="666"/>
                </a:moveTo>
                <a:cubicBezTo>
                  <a:pt x="1075" y="666"/>
                  <a:pt x="1074" y="666"/>
                  <a:pt x="1073" y="666"/>
                </a:cubicBezTo>
                <a:cubicBezTo>
                  <a:pt x="1067" y="664"/>
                  <a:pt x="1062" y="657"/>
                  <a:pt x="1064" y="650"/>
                </a:cubicBezTo>
                <a:cubicBezTo>
                  <a:pt x="1070" y="625"/>
                  <a:pt x="1074" y="599"/>
                  <a:pt x="1076" y="573"/>
                </a:cubicBezTo>
                <a:cubicBezTo>
                  <a:pt x="1076" y="567"/>
                  <a:pt x="1076" y="559"/>
                  <a:pt x="1076" y="552"/>
                </a:cubicBezTo>
                <a:cubicBezTo>
                  <a:pt x="1076" y="529"/>
                  <a:pt x="1074" y="506"/>
                  <a:pt x="1070" y="481"/>
                </a:cubicBezTo>
                <a:cubicBezTo>
                  <a:pt x="1070" y="481"/>
                  <a:pt x="1070" y="481"/>
                  <a:pt x="1070" y="481"/>
                </a:cubicBezTo>
                <a:cubicBezTo>
                  <a:pt x="1068" y="466"/>
                  <a:pt x="1064" y="451"/>
                  <a:pt x="1060" y="437"/>
                </a:cubicBezTo>
                <a:cubicBezTo>
                  <a:pt x="1059" y="435"/>
                  <a:pt x="1059" y="433"/>
                  <a:pt x="1058" y="431"/>
                </a:cubicBezTo>
                <a:cubicBezTo>
                  <a:pt x="1057" y="429"/>
                  <a:pt x="1057" y="428"/>
                  <a:pt x="1056" y="426"/>
                </a:cubicBezTo>
                <a:cubicBezTo>
                  <a:pt x="1056" y="426"/>
                  <a:pt x="1056" y="426"/>
                  <a:pt x="1056" y="426"/>
                </a:cubicBezTo>
                <a:cubicBezTo>
                  <a:pt x="1056" y="424"/>
                  <a:pt x="1055" y="422"/>
                  <a:pt x="1055" y="421"/>
                </a:cubicBezTo>
                <a:cubicBezTo>
                  <a:pt x="1054" y="419"/>
                  <a:pt x="1054" y="417"/>
                  <a:pt x="1053" y="415"/>
                </a:cubicBezTo>
                <a:cubicBezTo>
                  <a:pt x="1053" y="415"/>
                  <a:pt x="1053" y="415"/>
                  <a:pt x="1053" y="415"/>
                </a:cubicBezTo>
                <a:cubicBezTo>
                  <a:pt x="1047" y="399"/>
                  <a:pt x="1047" y="399"/>
                  <a:pt x="1047" y="399"/>
                </a:cubicBezTo>
                <a:cubicBezTo>
                  <a:pt x="1044" y="394"/>
                  <a:pt x="1044" y="394"/>
                  <a:pt x="1044" y="394"/>
                </a:cubicBezTo>
                <a:cubicBezTo>
                  <a:pt x="1036" y="373"/>
                  <a:pt x="1025" y="353"/>
                  <a:pt x="1013" y="334"/>
                </a:cubicBezTo>
                <a:cubicBezTo>
                  <a:pt x="1011" y="331"/>
                  <a:pt x="1011" y="328"/>
                  <a:pt x="1012" y="325"/>
                </a:cubicBezTo>
                <a:cubicBezTo>
                  <a:pt x="1012" y="321"/>
                  <a:pt x="1014" y="318"/>
                  <a:pt x="1017" y="317"/>
                </a:cubicBezTo>
                <a:cubicBezTo>
                  <a:pt x="1019" y="315"/>
                  <a:pt x="1022" y="315"/>
                  <a:pt x="1024" y="315"/>
                </a:cubicBezTo>
                <a:cubicBezTo>
                  <a:pt x="1028" y="315"/>
                  <a:pt x="1032" y="317"/>
                  <a:pt x="1035" y="321"/>
                </a:cubicBezTo>
                <a:cubicBezTo>
                  <a:pt x="1047" y="341"/>
                  <a:pt x="1058" y="362"/>
                  <a:pt x="1068" y="383"/>
                </a:cubicBezTo>
                <a:cubicBezTo>
                  <a:pt x="1068" y="384"/>
                  <a:pt x="1068" y="384"/>
                  <a:pt x="1068" y="384"/>
                </a:cubicBezTo>
                <a:cubicBezTo>
                  <a:pt x="1070" y="389"/>
                  <a:pt x="1070" y="389"/>
                  <a:pt x="1070" y="389"/>
                </a:cubicBezTo>
                <a:cubicBezTo>
                  <a:pt x="1077" y="406"/>
                  <a:pt x="1077" y="406"/>
                  <a:pt x="1077" y="406"/>
                </a:cubicBezTo>
                <a:cubicBezTo>
                  <a:pt x="1078" y="409"/>
                  <a:pt x="1079" y="412"/>
                  <a:pt x="1079" y="414"/>
                </a:cubicBezTo>
                <a:cubicBezTo>
                  <a:pt x="1080" y="415"/>
                  <a:pt x="1080" y="417"/>
                  <a:pt x="1080" y="418"/>
                </a:cubicBezTo>
                <a:cubicBezTo>
                  <a:pt x="1081" y="418"/>
                  <a:pt x="1081" y="418"/>
                  <a:pt x="1081" y="418"/>
                </a:cubicBezTo>
                <a:cubicBezTo>
                  <a:pt x="1081" y="419"/>
                  <a:pt x="1081" y="421"/>
                  <a:pt x="1082" y="422"/>
                </a:cubicBezTo>
                <a:cubicBezTo>
                  <a:pt x="1083" y="425"/>
                  <a:pt x="1083" y="427"/>
                  <a:pt x="1084" y="430"/>
                </a:cubicBezTo>
                <a:cubicBezTo>
                  <a:pt x="1084" y="430"/>
                  <a:pt x="1084" y="430"/>
                  <a:pt x="1084" y="430"/>
                </a:cubicBezTo>
                <a:cubicBezTo>
                  <a:pt x="1088" y="445"/>
                  <a:pt x="1093" y="461"/>
                  <a:pt x="1095" y="477"/>
                </a:cubicBezTo>
                <a:cubicBezTo>
                  <a:pt x="1099" y="503"/>
                  <a:pt x="1102" y="528"/>
                  <a:pt x="1102" y="552"/>
                </a:cubicBezTo>
                <a:cubicBezTo>
                  <a:pt x="1102" y="560"/>
                  <a:pt x="1101" y="567"/>
                  <a:pt x="1101" y="575"/>
                </a:cubicBezTo>
                <a:cubicBezTo>
                  <a:pt x="1099" y="602"/>
                  <a:pt x="1095" y="630"/>
                  <a:pt x="1089" y="657"/>
                </a:cubicBezTo>
                <a:cubicBezTo>
                  <a:pt x="1087" y="662"/>
                  <a:pt x="1082" y="666"/>
                  <a:pt x="1076" y="666"/>
                </a:cubicBezTo>
                <a:close/>
                <a:moveTo>
                  <a:pt x="13" y="573"/>
                </a:moveTo>
                <a:cubicBezTo>
                  <a:pt x="13" y="573"/>
                  <a:pt x="13" y="573"/>
                  <a:pt x="13" y="573"/>
                </a:cubicBezTo>
                <a:cubicBezTo>
                  <a:pt x="6" y="573"/>
                  <a:pt x="1" y="567"/>
                  <a:pt x="0" y="560"/>
                </a:cubicBezTo>
                <a:cubicBezTo>
                  <a:pt x="0" y="553"/>
                  <a:pt x="6" y="548"/>
                  <a:pt x="13" y="548"/>
                </a:cubicBezTo>
                <a:cubicBezTo>
                  <a:pt x="20" y="547"/>
                  <a:pt x="26" y="553"/>
                  <a:pt x="26" y="560"/>
                </a:cubicBezTo>
                <a:cubicBezTo>
                  <a:pt x="26" y="567"/>
                  <a:pt x="20" y="573"/>
                  <a:pt x="13" y="573"/>
                </a:cubicBezTo>
                <a:close/>
                <a:moveTo>
                  <a:pt x="17" y="505"/>
                </a:moveTo>
                <a:cubicBezTo>
                  <a:pt x="17" y="505"/>
                  <a:pt x="16" y="505"/>
                  <a:pt x="16" y="505"/>
                </a:cubicBezTo>
                <a:cubicBezTo>
                  <a:pt x="9" y="504"/>
                  <a:pt x="4" y="498"/>
                  <a:pt x="5" y="491"/>
                </a:cubicBezTo>
                <a:cubicBezTo>
                  <a:pt x="8" y="468"/>
                  <a:pt x="13" y="445"/>
                  <a:pt x="20" y="423"/>
                </a:cubicBezTo>
                <a:cubicBezTo>
                  <a:pt x="22" y="417"/>
                  <a:pt x="26" y="414"/>
                  <a:pt x="32" y="414"/>
                </a:cubicBezTo>
                <a:cubicBezTo>
                  <a:pt x="33" y="414"/>
                  <a:pt x="35" y="414"/>
                  <a:pt x="36" y="414"/>
                </a:cubicBezTo>
                <a:cubicBezTo>
                  <a:pt x="43" y="416"/>
                  <a:pt x="46" y="423"/>
                  <a:pt x="44" y="430"/>
                </a:cubicBezTo>
                <a:cubicBezTo>
                  <a:pt x="38" y="451"/>
                  <a:pt x="33" y="473"/>
                  <a:pt x="30" y="494"/>
                </a:cubicBezTo>
                <a:cubicBezTo>
                  <a:pt x="29" y="501"/>
                  <a:pt x="24" y="505"/>
                  <a:pt x="17" y="505"/>
                </a:cubicBezTo>
                <a:close/>
                <a:moveTo>
                  <a:pt x="58" y="376"/>
                </a:moveTo>
                <a:cubicBezTo>
                  <a:pt x="58" y="376"/>
                  <a:pt x="58" y="376"/>
                  <a:pt x="58" y="376"/>
                </a:cubicBezTo>
                <a:cubicBezTo>
                  <a:pt x="56" y="376"/>
                  <a:pt x="54" y="376"/>
                  <a:pt x="52" y="375"/>
                </a:cubicBezTo>
                <a:cubicBezTo>
                  <a:pt x="46" y="372"/>
                  <a:pt x="43" y="364"/>
                  <a:pt x="46" y="358"/>
                </a:cubicBezTo>
                <a:cubicBezTo>
                  <a:pt x="67" y="317"/>
                  <a:pt x="94" y="279"/>
                  <a:pt x="127" y="246"/>
                </a:cubicBezTo>
                <a:cubicBezTo>
                  <a:pt x="246" y="127"/>
                  <a:pt x="246" y="127"/>
                  <a:pt x="246" y="127"/>
                </a:cubicBezTo>
                <a:cubicBezTo>
                  <a:pt x="246" y="127"/>
                  <a:pt x="247" y="126"/>
                  <a:pt x="247" y="126"/>
                </a:cubicBezTo>
                <a:cubicBezTo>
                  <a:pt x="247" y="126"/>
                  <a:pt x="247" y="126"/>
                  <a:pt x="247" y="126"/>
                </a:cubicBezTo>
                <a:cubicBezTo>
                  <a:pt x="247" y="126"/>
                  <a:pt x="247" y="126"/>
                  <a:pt x="247" y="126"/>
                </a:cubicBezTo>
                <a:cubicBezTo>
                  <a:pt x="260" y="114"/>
                  <a:pt x="260" y="114"/>
                  <a:pt x="260" y="114"/>
                </a:cubicBezTo>
                <a:cubicBezTo>
                  <a:pt x="262" y="111"/>
                  <a:pt x="265" y="109"/>
                  <a:pt x="266" y="108"/>
                </a:cubicBezTo>
                <a:cubicBezTo>
                  <a:pt x="267" y="107"/>
                  <a:pt x="268" y="106"/>
                  <a:pt x="269" y="106"/>
                </a:cubicBezTo>
                <a:cubicBezTo>
                  <a:pt x="269" y="106"/>
                  <a:pt x="269" y="106"/>
                  <a:pt x="269" y="106"/>
                </a:cubicBezTo>
                <a:cubicBezTo>
                  <a:pt x="274" y="102"/>
                  <a:pt x="274" y="102"/>
                  <a:pt x="274" y="102"/>
                </a:cubicBezTo>
                <a:cubicBezTo>
                  <a:pt x="279" y="97"/>
                  <a:pt x="287" y="98"/>
                  <a:pt x="292" y="103"/>
                </a:cubicBezTo>
                <a:cubicBezTo>
                  <a:pt x="296" y="108"/>
                  <a:pt x="296" y="116"/>
                  <a:pt x="290" y="121"/>
                </a:cubicBezTo>
                <a:cubicBezTo>
                  <a:pt x="286" y="125"/>
                  <a:pt x="286" y="125"/>
                  <a:pt x="286" y="125"/>
                </a:cubicBezTo>
                <a:cubicBezTo>
                  <a:pt x="286" y="125"/>
                  <a:pt x="286" y="125"/>
                  <a:pt x="286" y="125"/>
                </a:cubicBezTo>
                <a:cubicBezTo>
                  <a:pt x="285" y="126"/>
                  <a:pt x="283" y="127"/>
                  <a:pt x="282" y="128"/>
                </a:cubicBezTo>
                <a:cubicBezTo>
                  <a:pt x="280" y="129"/>
                  <a:pt x="279" y="131"/>
                  <a:pt x="278" y="132"/>
                </a:cubicBezTo>
                <a:cubicBezTo>
                  <a:pt x="278" y="132"/>
                  <a:pt x="278" y="132"/>
                  <a:pt x="278" y="132"/>
                </a:cubicBezTo>
                <a:cubicBezTo>
                  <a:pt x="264" y="144"/>
                  <a:pt x="264" y="144"/>
                  <a:pt x="264" y="144"/>
                </a:cubicBezTo>
                <a:cubicBezTo>
                  <a:pt x="264" y="144"/>
                  <a:pt x="264" y="144"/>
                  <a:pt x="264" y="144"/>
                </a:cubicBezTo>
                <a:cubicBezTo>
                  <a:pt x="264" y="145"/>
                  <a:pt x="264" y="145"/>
                  <a:pt x="264" y="145"/>
                </a:cubicBezTo>
                <a:cubicBezTo>
                  <a:pt x="264" y="145"/>
                  <a:pt x="264" y="145"/>
                  <a:pt x="264" y="145"/>
                </a:cubicBezTo>
                <a:cubicBezTo>
                  <a:pt x="259" y="150"/>
                  <a:pt x="259" y="150"/>
                  <a:pt x="259" y="150"/>
                </a:cubicBezTo>
                <a:cubicBezTo>
                  <a:pt x="145" y="264"/>
                  <a:pt x="145" y="264"/>
                  <a:pt x="145" y="264"/>
                </a:cubicBezTo>
                <a:cubicBezTo>
                  <a:pt x="114" y="295"/>
                  <a:pt x="88" y="331"/>
                  <a:pt x="69" y="369"/>
                </a:cubicBezTo>
                <a:cubicBezTo>
                  <a:pt x="67" y="374"/>
                  <a:pt x="62" y="376"/>
                  <a:pt x="58" y="376"/>
                </a:cubicBezTo>
                <a:close/>
                <a:moveTo>
                  <a:pt x="983" y="286"/>
                </a:moveTo>
                <a:cubicBezTo>
                  <a:pt x="980" y="286"/>
                  <a:pt x="976" y="284"/>
                  <a:pt x="974" y="282"/>
                </a:cubicBezTo>
                <a:cubicBezTo>
                  <a:pt x="973" y="280"/>
                  <a:pt x="972" y="279"/>
                  <a:pt x="971" y="278"/>
                </a:cubicBezTo>
                <a:cubicBezTo>
                  <a:pt x="963" y="270"/>
                  <a:pt x="963" y="270"/>
                  <a:pt x="963" y="270"/>
                </a:cubicBezTo>
                <a:cubicBezTo>
                  <a:pt x="962" y="269"/>
                  <a:pt x="961" y="268"/>
                  <a:pt x="960" y="267"/>
                </a:cubicBezTo>
                <a:cubicBezTo>
                  <a:pt x="958" y="265"/>
                  <a:pt x="956" y="263"/>
                  <a:pt x="953" y="260"/>
                </a:cubicBezTo>
                <a:cubicBezTo>
                  <a:pt x="953" y="260"/>
                  <a:pt x="953" y="260"/>
                  <a:pt x="953" y="260"/>
                </a:cubicBezTo>
                <a:cubicBezTo>
                  <a:pt x="927" y="234"/>
                  <a:pt x="927" y="234"/>
                  <a:pt x="927" y="234"/>
                </a:cubicBezTo>
                <a:cubicBezTo>
                  <a:pt x="922" y="229"/>
                  <a:pt x="922" y="221"/>
                  <a:pt x="927" y="216"/>
                </a:cubicBezTo>
                <a:cubicBezTo>
                  <a:pt x="932" y="211"/>
                  <a:pt x="940" y="211"/>
                  <a:pt x="945" y="216"/>
                </a:cubicBezTo>
                <a:cubicBezTo>
                  <a:pt x="946" y="217"/>
                  <a:pt x="946" y="217"/>
                  <a:pt x="946" y="217"/>
                </a:cubicBezTo>
                <a:cubicBezTo>
                  <a:pt x="971" y="242"/>
                  <a:pt x="971" y="242"/>
                  <a:pt x="971" y="242"/>
                </a:cubicBezTo>
                <a:cubicBezTo>
                  <a:pt x="971" y="242"/>
                  <a:pt x="971" y="242"/>
                  <a:pt x="971" y="242"/>
                </a:cubicBezTo>
                <a:cubicBezTo>
                  <a:pt x="975" y="245"/>
                  <a:pt x="977" y="248"/>
                  <a:pt x="979" y="250"/>
                </a:cubicBezTo>
                <a:cubicBezTo>
                  <a:pt x="979" y="251"/>
                  <a:pt x="980" y="251"/>
                  <a:pt x="981" y="252"/>
                </a:cubicBezTo>
                <a:cubicBezTo>
                  <a:pt x="990" y="261"/>
                  <a:pt x="990" y="261"/>
                  <a:pt x="990" y="261"/>
                </a:cubicBezTo>
                <a:cubicBezTo>
                  <a:pt x="991" y="262"/>
                  <a:pt x="992" y="263"/>
                  <a:pt x="993" y="265"/>
                </a:cubicBezTo>
                <a:cubicBezTo>
                  <a:pt x="993" y="265"/>
                  <a:pt x="993" y="265"/>
                  <a:pt x="993" y="265"/>
                </a:cubicBezTo>
                <a:cubicBezTo>
                  <a:pt x="997" y="270"/>
                  <a:pt x="997" y="278"/>
                  <a:pt x="992" y="283"/>
                </a:cubicBezTo>
                <a:cubicBezTo>
                  <a:pt x="989" y="285"/>
                  <a:pt x="986" y="286"/>
                  <a:pt x="983" y="286"/>
                </a:cubicBezTo>
                <a:close/>
                <a:moveTo>
                  <a:pt x="888" y="189"/>
                </a:moveTo>
                <a:cubicBezTo>
                  <a:pt x="884" y="189"/>
                  <a:pt x="881" y="188"/>
                  <a:pt x="879" y="186"/>
                </a:cubicBezTo>
                <a:cubicBezTo>
                  <a:pt x="874" y="181"/>
                  <a:pt x="874" y="173"/>
                  <a:pt x="879" y="168"/>
                </a:cubicBezTo>
                <a:cubicBezTo>
                  <a:pt x="884" y="163"/>
                  <a:pt x="892" y="163"/>
                  <a:pt x="897" y="168"/>
                </a:cubicBezTo>
                <a:cubicBezTo>
                  <a:pt x="899" y="170"/>
                  <a:pt x="901" y="173"/>
                  <a:pt x="901" y="177"/>
                </a:cubicBezTo>
                <a:cubicBezTo>
                  <a:pt x="901" y="180"/>
                  <a:pt x="899" y="183"/>
                  <a:pt x="897" y="186"/>
                </a:cubicBezTo>
                <a:cubicBezTo>
                  <a:pt x="894" y="188"/>
                  <a:pt x="891" y="189"/>
                  <a:pt x="888" y="189"/>
                </a:cubicBezTo>
                <a:close/>
                <a:moveTo>
                  <a:pt x="840" y="142"/>
                </a:moveTo>
                <a:cubicBezTo>
                  <a:pt x="836" y="142"/>
                  <a:pt x="833" y="140"/>
                  <a:pt x="831" y="138"/>
                </a:cubicBezTo>
                <a:cubicBezTo>
                  <a:pt x="830" y="137"/>
                  <a:pt x="830" y="137"/>
                  <a:pt x="830" y="137"/>
                </a:cubicBezTo>
                <a:cubicBezTo>
                  <a:pt x="808" y="116"/>
                  <a:pt x="783" y="98"/>
                  <a:pt x="757" y="82"/>
                </a:cubicBezTo>
                <a:cubicBezTo>
                  <a:pt x="757" y="82"/>
                  <a:pt x="757" y="82"/>
                  <a:pt x="757" y="82"/>
                </a:cubicBezTo>
                <a:cubicBezTo>
                  <a:pt x="731" y="67"/>
                  <a:pt x="703" y="54"/>
                  <a:pt x="674" y="45"/>
                </a:cubicBezTo>
                <a:cubicBezTo>
                  <a:pt x="673" y="45"/>
                  <a:pt x="673" y="45"/>
                  <a:pt x="673" y="45"/>
                </a:cubicBezTo>
                <a:cubicBezTo>
                  <a:pt x="669" y="43"/>
                  <a:pt x="665" y="42"/>
                  <a:pt x="660" y="41"/>
                </a:cubicBezTo>
                <a:cubicBezTo>
                  <a:pt x="657" y="40"/>
                  <a:pt x="654" y="39"/>
                  <a:pt x="651" y="39"/>
                </a:cubicBezTo>
                <a:cubicBezTo>
                  <a:pt x="651" y="38"/>
                  <a:pt x="651" y="38"/>
                  <a:pt x="651" y="38"/>
                </a:cubicBezTo>
                <a:cubicBezTo>
                  <a:pt x="649" y="38"/>
                  <a:pt x="647" y="37"/>
                  <a:pt x="644" y="37"/>
                </a:cubicBezTo>
                <a:cubicBezTo>
                  <a:pt x="643" y="37"/>
                  <a:pt x="642" y="36"/>
                  <a:pt x="640" y="36"/>
                </a:cubicBezTo>
                <a:cubicBezTo>
                  <a:pt x="629" y="34"/>
                  <a:pt x="629" y="34"/>
                  <a:pt x="629" y="34"/>
                </a:cubicBezTo>
                <a:cubicBezTo>
                  <a:pt x="618" y="32"/>
                  <a:pt x="618" y="32"/>
                  <a:pt x="618" y="32"/>
                </a:cubicBezTo>
                <a:cubicBezTo>
                  <a:pt x="616" y="31"/>
                  <a:pt x="614" y="31"/>
                  <a:pt x="613" y="31"/>
                </a:cubicBezTo>
                <a:cubicBezTo>
                  <a:pt x="611" y="30"/>
                  <a:pt x="609" y="30"/>
                  <a:pt x="607" y="30"/>
                </a:cubicBezTo>
                <a:cubicBezTo>
                  <a:pt x="607" y="30"/>
                  <a:pt x="607" y="30"/>
                  <a:pt x="607" y="30"/>
                </a:cubicBezTo>
                <a:cubicBezTo>
                  <a:pt x="595" y="28"/>
                  <a:pt x="595" y="28"/>
                  <a:pt x="595" y="28"/>
                </a:cubicBezTo>
                <a:cubicBezTo>
                  <a:pt x="594" y="28"/>
                  <a:pt x="593" y="28"/>
                  <a:pt x="592" y="28"/>
                </a:cubicBezTo>
                <a:cubicBezTo>
                  <a:pt x="591" y="28"/>
                  <a:pt x="590" y="28"/>
                  <a:pt x="590" y="28"/>
                </a:cubicBezTo>
                <a:cubicBezTo>
                  <a:pt x="584" y="27"/>
                  <a:pt x="584" y="27"/>
                  <a:pt x="584" y="27"/>
                </a:cubicBezTo>
                <a:cubicBezTo>
                  <a:pt x="566" y="26"/>
                  <a:pt x="548" y="26"/>
                  <a:pt x="531" y="27"/>
                </a:cubicBezTo>
                <a:cubicBezTo>
                  <a:pt x="524" y="27"/>
                  <a:pt x="518" y="21"/>
                  <a:pt x="518" y="14"/>
                </a:cubicBezTo>
                <a:cubicBezTo>
                  <a:pt x="517" y="11"/>
                  <a:pt x="519" y="8"/>
                  <a:pt x="521" y="5"/>
                </a:cubicBezTo>
                <a:cubicBezTo>
                  <a:pt x="523" y="3"/>
                  <a:pt x="526" y="1"/>
                  <a:pt x="530" y="1"/>
                </a:cubicBezTo>
                <a:cubicBezTo>
                  <a:pt x="548" y="0"/>
                  <a:pt x="567" y="1"/>
                  <a:pt x="586" y="2"/>
                </a:cubicBezTo>
                <a:cubicBezTo>
                  <a:pt x="592" y="2"/>
                  <a:pt x="592" y="2"/>
                  <a:pt x="592" y="2"/>
                </a:cubicBezTo>
                <a:cubicBezTo>
                  <a:pt x="593" y="3"/>
                  <a:pt x="595" y="3"/>
                  <a:pt x="596" y="3"/>
                </a:cubicBezTo>
                <a:cubicBezTo>
                  <a:pt x="597" y="3"/>
                  <a:pt x="597" y="3"/>
                  <a:pt x="598" y="3"/>
                </a:cubicBezTo>
                <a:cubicBezTo>
                  <a:pt x="609" y="5"/>
                  <a:pt x="609" y="5"/>
                  <a:pt x="609" y="5"/>
                </a:cubicBezTo>
                <a:cubicBezTo>
                  <a:pt x="613" y="5"/>
                  <a:pt x="616" y="5"/>
                  <a:pt x="618" y="6"/>
                </a:cubicBezTo>
                <a:cubicBezTo>
                  <a:pt x="620" y="6"/>
                  <a:pt x="621" y="6"/>
                  <a:pt x="622" y="6"/>
                </a:cubicBezTo>
                <a:cubicBezTo>
                  <a:pt x="634" y="9"/>
                  <a:pt x="634" y="9"/>
                  <a:pt x="634" y="9"/>
                </a:cubicBezTo>
                <a:cubicBezTo>
                  <a:pt x="646" y="11"/>
                  <a:pt x="646" y="11"/>
                  <a:pt x="646" y="11"/>
                </a:cubicBezTo>
                <a:cubicBezTo>
                  <a:pt x="647" y="11"/>
                  <a:pt x="648" y="12"/>
                  <a:pt x="649" y="12"/>
                </a:cubicBezTo>
                <a:cubicBezTo>
                  <a:pt x="652" y="12"/>
                  <a:pt x="655" y="13"/>
                  <a:pt x="658" y="14"/>
                </a:cubicBezTo>
                <a:cubicBezTo>
                  <a:pt x="661" y="15"/>
                  <a:pt x="663" y="15"/>
                  <a:pt x="666" y="16"/>
                </a:cubicBezTo>
                <a:cubicBezTo>
                  <a:pt x="671" y="17"/>
                  <a:pt x="676" y="19"/>
                  <a:pt x="681" y="21"/>
                </a:cubicBezTo>
                <a:cubicBezTo>
                  <a:pt x="712" y="31"/>
                  <a:pt x="742" y="44"/>
                  <a:pt x="770" y="60"/>
                </a:cubicBezTo>
                <a:cubicBezTo>
                  <a:pt x="770" y="60"/>
                  <a:pt x="770" y="60"/>
                  <a:pt x="770" y="60"/>
                </a:cubicBezTo>
                <a:cubicBezTo>
                  <a:pt x="798" y="77"/>
                  <a:pt x="824" y="96"/>
                  <a:pt x="848" y="119"/>
                </a:cubicBezTo>
                <a:cubicBezTo>
                  <a:pt x="848" y="120"/>
                  <a:pt x="848" y="120"/>
                  <a:pt x="848" y="120"/>
                </a:cubicBezTo>
                <a:cubicBezTo>
                  <a:pt x="851" y="122"/>
                  <a:pt x="852" y="125"/>
                  <a:pt x="852" y="129"/>
                </a:cubicBezTo>
                <a:cubicBezTo>
                  <a:pt x="852" y="132"/>
                  <a:pt x="851" y="135"/>
                  <a:pt x="849" y="138"/>
                </a:cubicBezTo>
                <a:cubicBezTo>
                  <a:pt x="846" y="140"/>
                  <a:pt x="843" y="142"/>
                  <a:pt x="840" y="142"/>
                </a:cubicBezTo>
                <a:close/>
                <a:moveTo>
                  <a:pt x="337" y="85"/>
                </a:moveTo>
                <a:cubicBezTo>
                  <a:pt x="333" y="85"/>
                  <a:pt x="329" y="82"/>
                  <a:pt x="326" y="78"/>
                </a:cubicBezTo>
                <a:cubicBezTo>
                  <a:pt x="324" y="75"/>
                  <a:pt x="324" y="72"/>
                  <a:pt x="325" y="69"/>
                </a:cubicBezTo>
                <a:cubicBezTo>
                  <a:pt x="326" y="65"/>
                  <a:pt x="328" y="63"/>
                  <a:pt x="331" y="61"/>
                </a:cubicBezTo>
                <a:cubicBezTo>
                  <a:pt x="333" y="60"/>
                  <a:pt x="335" y="59"/>
                  <a:pt x="337" y="59"/>
                </a:cubicBezTo>
                <a:cubicBezTo>
                  <a:pt x="342" y="59"/>
                  <a:pt x="346" y="61"/>
                  <a:pt x="348" y="65"/>
                </a:cubicBezTo>
                <a:cubicBezTo>
                  <a:pt x="352" y="71"/>
                  <a:pt x="350" y="79"/>
                  <a:pt x="344" y="83"/>
                </a:cubicBezTo>
                <a:cubicBezTo>
                  <a:pt x="342" y="84"/>
                  <a:pt x="339" y="85"/>
                  <a:pt x="337" y="85"/>
                </a:cubicBezTo>
                <a:close/>
                <a:moveTo>
                  <a:pt x="398" y="55"/>
                </a:moveTo>
                <a:cubicBezTo>
                  <a:pt x="393" y="55"/>
                  <a:pt x="388" y="52"/>
                  <a:pt x="386" y="47"/>
                </a:cubicBezTo>
                <a:cubicBezTo>
                  <a:pt x="385" y="44"/>
                  <a:pt x="385" y="40"/>
                  <a:pt x="386" y="37"/>
                </a:cubicBezTo>
                <a:cubicBezTo>
                  <a:pt x="388" y="34"/>
                  <a:pt x="390" y="31"/>
                  <a:pt x="393" y="30"/>
                </a:cubicBezTo>
                <a:cubicBezTo>
                  <a:pt x="415" y="22"/>
                  <a:pt x="437" y="15"/>
                  <a:pt x="460" y="10"/>
                </a:cubicBezTo>
                <a:cubicBezTo>
                  <a:pt x="467" y="9"/>
                  <a:pt x="474" y="13"/>
                  <a:pt x="475" y="20"/>
                </a:cubicBezTo>
                <a:cubicBezTo>
                  <a:pt x="476" y="23"/>
                  <a:pt x="476" y="27"/>
                  <a:pt x="474" y="30"/>
                </a:cubicBezTo>
                <a:cubicBezTo>
                  <a:pt x="472" y="32"/>
                  <a:pt x="469" y="34"/>
                  <a:pt x="466" y="35"/>
                </a:cubicBezTo>
                <a:cubicBezTo>
                  <a:pt x="444" y="40"/>
                  <a:pt x="423" y="46"/>
                  <a:pt x="403" y="54"/>
                </a:cubicBezTo>
                <a:cubicBezTo>
                  <a:pt x="401" y="55"/>
                  <a:pt x="400" y="55"/>
                  <a:pt x="398" y="55"/>
                </a:cubicBezTo>
                <a:close/>
              </a:path>
            </a:pathLst>
          </a:custGeom>
          <a:solidFill>
            <a:srgbClr val="377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F0737E4-D1D4-44AA-BE2B-29C3E6B54DC2}"/>
              </a:ext>
            </a:extLst>
          </p:cNvPr>
          <p:cNvGrpSpPr/>
          <p:nvPr/>
        </p:nvGrpSpPr>
        <p:grpSpPr>
          <a:xfrm>
            <a:off x="1795199" y="2117613"/>
            <a:ext cx="3216111" cy="875371"/>
            <a:chOff x="4320061" y="3762454"/>
            <a:chExt cx="6433060" cy="1750970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E2B4A7F5-DD8B-494B-B577-887C6AA6244D}"/>
                </a:ext>
              </a:extLst>
            </p:cNvPr>
            <p:cNvSpPr/>
            <p:nvPr/>
          </p:nvSpPr>
          <p:spPr>
            <a:xfrm>
              <a:off x="4320061" y="3762454"/>
              <a:ext cx="6329008" cy="1542893"/>
            </a:xfrm>
            <a:prstGeom prst="roundRect">
              <a:avLst>
                <a:gd name="adj" fmla="val 14123"/>
              </a:avLst>
            </a:prstGeom>
            <a:solidFill>
              <a:schemeClr val="bg1"/>
            </a:solidFill>
            <a:ln w="53975">
              <a:noFill/>
            </a:ln>
            <a:effectLst>
              <a:outerShdw blurRad="355600" dist="495300" dir="2220000" sx="91000" sy="91000" algn="tl" rotWithShape="0">
                <a:schemeClr val="accent1">
                  <a:lumMod val="75000"/>
                  <a:alpha val="40000"/>
                </a:schemeClr>
              </a:outerShdw>
            </a:effec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F300C904-CF0B-473A-BEF5-6DD3E6E552AD}"/>
                </a:ext>
              </a:extLst>
            </p:cNvPr>
            <p:cNvSpPr/>
            <p:nvPr/>
          </p:nvSpPr>
          <p:spPr>
            <a:xfrm>
              <a:off x="4531399" y="3954301"/>
              <a:ext cx="1157332" cy="1159198"/>
            </a:xfrm>
            <a:prstGeom prst="roundRect">
              <a:avLst>
                <a:gd name="adj" fmla="val 14123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>
                <a:defRPr/>
              </a:pPr>
              <a:endParaRPr lang="en-US" sz="3999">
                <a:solidFill>
                  <a:srgbClr val="FFFFFF"/>
                </a:solidFill>
                <a:latin typeface="db-documents-and-folder-02" panose="02000509000000000000" pitchFamily="49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F028D16-8106-4E2C-B5CF-14ABA9529CC0}"/>
                </a:ext>
              </a:extLst>
            </p:cNvPr>
            <p:cNvSpPr txBox="1"/>
            <p:nvPr/>
          </p:nvSpPr>
          <p:spPr>
            <a:xfrm>
              <a:off x="6193921" y="3789652"/>
              <a:ext cx="4559200" cy="172377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228554">
                <a:defRPr/>
              </a:pPr>
              <a:r>
                <a:rPr lang="en-US" b="1" dirty="0"/>
                <a:t>CPU training runs successfully</a:t>
              </a:r>
              <a:endParaRPr lang="en-US" dirty="0"/>
            </a:p>
            <a:p>
              <a:pPr defTabSz="228554">
                <a:defRPr/>
              </a:pPr>
              <a:endParaRPr lang="en-US" sz="1400" b="1" dirty="0">
                <a:solidFill>
                  <a:srgbClr val="FFFFFF"/>
                </a:solidFill>
                <a:latin typeface="Century Gothic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41BC1ED-88DE-4F6C-BF17-5CE3D3815ED9}"/>
                </a:ext>
              </a:extLst>
            </p:cNvPr>
            <p:cNvSpPr txBox="1"/>
            <p:nvPr/>
          </p:nvSpPr>
          <p:spPr>
            <a:xfrm>
              <a:off x="6026945" y="4457106"/>
              <a:ext cx="4460663" cy="4617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228554">
                <a:defRPr/>
              </a:pPr>
              <a:endParaRPr lang="en-US" sz="900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9934CAB-F181-4071-B42F-D10BD75F80D1}"/>
                </a:ext>
              </a:extLst>
            </p:cNvPr>
            <p:cNvSpPr/>
            <p:nvPr/>
          </p:nvSpPr>
          <p:spPr>
            <a:xfrm>
              <a:off x="4917783" y="3851242"/>
              <a:ext cx="369510" cy="120022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 defTabSz="228554">
                <a:defRPr/>
              </a:pPr>
              <a:endParaRPr lang="en-US" sz="3299" dirty="0">
                <a:solidFill>
                  <a:srgbClr val="FFFFFF"/>
                </a:solidFill>
                <a:latin typeface="Designball-Documents-02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11E8CB6-1F7C-4832-B3A4-3ED2E78BDC60}"/>
              </a:ext>
            </a:extLst>
          </p:cNvPr>
          <p:cNvGrpSpPr/>
          <p:nvPr/>
        </p:nvGrpSpPr>
        <p:grpSpPr>
          <a:xfrm>
            <a:off x="1509031" y="3043327"/>
            <a:ext cx="3736430" cy="771346"/>
            <a:chOff x="4320060" y="5663825"/>
            <a:chExt cx="7473833" cy="1542893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704C435E-FEF0-4AB1-853E-E278D2503D72}"/>
                </a:ext>
              </a:extLst>
            </p:cNvPr>
            <p:cNvSpPr/>
            <p:nvPr/>
          </p:nvSpPr>
          <p:spPr>
            <a:xfrm>
              <a:off x="4320060" y="5663825"/>
              <a:ext cx="7473833" cy="1542893"/>
            </a:xfrm>
            <a:prstGeom prst="roundRect">
              <a:avLst>
                <a:gd name="adj" fmla="val 14123"/>
              </a:avLst>
            </a:prstGeom>
            <a:solidFill>
              <a:schemeClr val="bg1"/>
            </a:solidFill>
            <a:ln w="53975">
              <a:noFill/>
            </a:ln>
            <a:effectLst>
              <a:outerShdw blurRad="355600" dist="495300" dir="2220000" sx="91000" sy="91000" algn="tl" rotWithShape="0">
                <a:schemeClr val="accent1">
                  <a:lumMod val="75000"/>
                  <a:alpha val="40000"/>
                </a:schemeClr>
              </a:outerShdw>
            </a:effec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FC45A3C7-D821-45BB-9667-F65CEAD0259B}"/>
                </a:ext>
              </a:extLst>
            </p:cNvPr>
            <p:cNvSpPr/>
            <p:nvPr/>
          </p:nvSpPr>
          <p:spPr>
            <a:xfrm>
              <a:off x="4531399" y="5855672"/>
              <a:ext cx="1157332" cy="1159198"/>
            </a:xfrm>
            <a:prstGeom prst="roundRect">
              <a:avLst>
                <a:gd name="adj" fmla="val 14123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>
                <a:defRPr/>
              </a:pPr>
              <a:endParaRPr lang="en-US" sz="3999">
                <a:solidFill>
                  <a:srgbClr val="FFFFFF"/>
                </a:solidFill>
                <a:latin typeface="db-documents-and-folder-02" panose="02000509000000000000" pitchFamily="49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ADFBAE2-A606-49AE-B72C-04562389BD52}"/>
                </a:ext>
              </a:extLst>
            </p:cNvPr>
            <p:cNvSpPr txBox="1"/>
            <p:nvPr/>
          </p:nvSpPr>
          <p:spPr>
            <a:xfrm>
              <a:off x="6026942" y="5930732"/>
              <a:ext cx="5456050" cy="116970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228554">
                <a:defRPr/>
              </a:pPr>
              <a:r>
                <a:rPr lang="en-US" b="1" dirty="0"/>
                <a:t>Paired face data available</a:t>
              </a:r>
              <a:endParaRPr lang="en-US" dirty="0"/>
            </a:p>
            <a:p>
              <a:pPr defTabSz="228554">
                <a:defRPr/>
              </a:pPr>
              <a:endParaRPr lang="en-US" sz="1400" b="1" dirty="0">
                <a:solidFill>
                  <a:srgbClr val="FFFFFF"/>
                </a:solidFill>
                <a:latin typeface="Century Gothic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509446D-6B26-4D12-A1B7-68F52477732C}"/>
                </a:ext>
              </a:extLst>
            </p:cNvPr>
            <p:cNvSpPr txBox="1"/>
            <p:nvPr/>
          </p:nvSpPr>
          <p:spPr>
            <a:xfrm>
              <a:off x="6026944" y="6358477"/>
              <a:ext cx="5613511" cy="4617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228554">
                <a:defRPr/>
              </a:pPr>
              <a:endParaRPr lang="en-US" sz="900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84D7256-5F68-47A5-B222-6CC12A6A71A6}"/>
                </a:ext>
              </a:extLst>
            </p:cNvPr>
            <p:cNvSpPr/>
            <p:nvPr/>
          </p:nvSpPr>
          <p:spPr>
            <a:xfrm>
              <a:off x="4917784" y="5752613"/>
              <a:ext cx="369508" cy="120022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 defTabSz="228554">
                <a:defRPr/>
              </a:pPr>
              <a:endParaRPr lang="en-US" sz="3299" dirty="0">
                <a:solidFill>
                  <a:srgbClr val="FFFFFF"/>
                </a:solidFill>
                <a:latin typeface="Designball-Documents-02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1931B07-CE9C-4207-83B9-ABF1A56E8C62}"/>
              </a:ext>
            </a:extLst>
          </p:cNvPr>
          <p:cNvGrpSpPr/>
          <p:nvPr/>
        </p:nvGrpSpPr>
        <p:grpSpPr>
          <a:xfrm>
            <a:off x="2019037" y="3969042"/>
            <a:ext cx="2716417" cy="888442"/>
            <a:chOff x="4320061" y="7465795"/>
            <a:chExt cx="5433540" cy="1777115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A5B5B76A-714D-49A5-9DEB-B16C7024BB92}"/>
                </a:ext>
              </a:extLst>
            </p:cNvPr>
            <p:cNvSpPr/>
            <p:nvPr/>
          </p:nvSpPr>
          <p:spPr>
            <a:xfrm>
              <a:off x="4320061" y="7465795"/>
              <a:ext cx="5433540" cy="1542893"/>
            </a:xfrm>
            <a:prstGeom prst="roundRect">
              <a:avLst>
                <a:gd name="adj" fmla="val 14123"/>
              </a:avLst>
            </a:prstGeom>
            <a:solidFill>
              <a:schemeClr val="bg1"/>
            </a:solidFill>
            <a:ln w="53975">
              <a:noFill/>
            </a:ln>
            <a:effectLst>
              <a:outerShdw blurRad="355600" dist="495300" dir="2220000" sx="91000" sy="91000" algn="tl" rotWithShape="0">
                <a:schemeClr val="accent1">
                  <a:lumMod val="75000"/>
                  <a:alpha val="40000"/>
                </a:schemeClr>
              </a:outerShdw>
            </a:effec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695AE625-ADF0-47D7-9733-43B69DCF8258}"/>
                </a:ext>
              </a:extLst>
            </p:cNvPr>
            <p:cNvSpPr/>
            <p:nvPr/>
          </p:nvSpPr>
          <p:spPr>
            <a:xfrm>
              <a:off x="4531399" y="7657642"/>
              <a:ext cx="1157332" cy="1159198"/>
            </a:xfrm>
            <a:prstGeom prst="roundRect">
              <a:avLst>
                <a:gd name="adj" fmla="val 141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>
                <a:defRPr/>
              </a:pPr>
              <a:endParaRPr lang="en-US" sz="3999">
                <a:solidFill>
                  <a:srgbClr val="FFFFFF"/>
                </a:solidFill>
                <a:latin typeface="db-documents-and-folder-02" panose="02000509000000000000" pitchFamily="49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13DC29A-A244-4908-8E5D-F14BC72B0202}"/>
                </a:ext>
              </a:extLst>
            </p:cNvPr>
            <p:cNvSpPr txBox="1"/>
            <p:nvPr/>
          </p:nvSpPr>
          <p:spPr>
            <a:xfrm>
              <a:off x="6026945" y="7519138"/>
              <a:ext cx="3682084" cy="172377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228554">
                <a:defRPr/>
              </a:pPr>
              <a:r>
                <a:rPr lang="en-US" b="1" dirty="0"/>
                <a:t>Free open-source software stack</a:t>
              </a:r>
              <a:endParaRPr lang="en-US" dirty="0"/>
            </a:p>
            <a:p>
              <a:pPr defTabSz="228554">
                <a:defRPr/>
              </a:pPr>
              <a:endParaRPr lang="en-US" sz="1400" b="1" dirty="0">
                <a:solidFill>
                  <a:srgbClr val="FFFFFF"/>
                </a:solidFill>
                <a:latin typeface="Century Gothic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F2A7085-E12C-41C9-8B61-76A61B514DA5}"/>
                </a:ext>
              </a:extLst>
            </p:cNvPr>
            <p:cNvSpPr txBox="1"/>
            <p:nvPr/>
          </p:nvSpPr>
          <p:spPr>
            <a:xfrm>
              <a:off x="6026945" y="8160447"/>
              <a:ext cx="3371055" cy="4617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228554">
                <a:defRPr/>
              </a:pPr>
              <a:endParaRPr lang="en-US" sz="900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1539B6B-EF9C-4105-987D-A3DBEB8A4DE4}"/>
                </a:ext>
              </a:extLst>
            </p:cNvPr>
            <p:cNvSpPr/>
            <p:nvPr/>
          </p:nvSpPr>
          <p:spPr>
            <a:xfrm>
              <a:off x="4917783" y="7554583"/>
              <a:ext cx="369510" cy="120022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 defTabSz="228554">
                <a:defRPr/>
              </a:pPr>
              <a:endParaRPr lang="en-US" sz="3299" dirty="0">
                <a:solidFill>
                  <a:srgbClr val="FFFFFF"/>
                </a:solidFill>
                <a:latin typeface="Designball-Documents-02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87" name="Arrow: Chevron 86">
            <a:extLst>
              <a:ext uri="{FF2B5EF4-FFF2-40B4-BE49-F238E27FC236}">
                <a16:creationId xmlns:a16="http://schemas.microsoft.com/office/drawing/2014/main" id="{723D2BB6-6347-4C8C-A1CD-1743CABC08F3}"/>
              </a:ext>
            </a:extLst>
          </p:cNvPr>
          <p:cNvSpPr/>
          <p:nvPr/>
        </p:nvSpPr>
        <p:spPr>
          <a:xfrm>
            <a:off x="12448124" y="648062"/>
            <a:ext cx="2893786" cy="5523781"/>
          </a:xfrm>
          <a:prstGeom prst="chevron">
            <a:avLst>
              <a:gd name="adj" fmla="val 4983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48" name="Arrow: Chevron 47">
            <a:extLst>
              <a:ext uri="{FF2B5EF4-FFF2-40B4-BE49-F238E27FC236}">
                <a16:creationId xmlns:a16="http://schemas.microsoft.com/office/drawing/2014/main" id="{BE0B715E-E132-4149-BF98-1C16715EC28A}"/>
              </a:ext>
            </a:extLst>
          </p:cNvPr>
          <p:cNvSpPr/>
          <p:nvPr/>
        </p:nvSpPr>
        <p:spPr>
          <a:xfrm>
            <a:off x="5330431" y="648062"/>
            <a:ext cx="2893786" cy="5523781"/>
          </a:xfrm>
          <a:prstGeom prst="chevron">
            <a:avLst>
              <a:gd name="adj" fmla="val 498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47" name="Arrow: Chevron 46">
            <a:extLst>
              <a:ext uri="{FF2B5EF4-FFF2-40B4-BE49-F238E27FC236}">
                <a16:creationId xmlns:a16="http://schemas.microsoft.com/office/drawing/2014/main" id="{22B01ECC-6204-4A3B-954E-925431AF9E90}"/>
              </a:ext>
            </a:extLst>
          </p:cNvPr>
          <p:cNvSpPr/>
          <p:nvPr/>
        </p:nvSpPr>
        <p:spPr>
          <a:xfrm>
            <a:off x="8224216" y="648062"/>
            <a:ext cx="2893786" cy="5523781"/>
          </a:xfrm>
          <a:prstGeom prst="chevron">
            <a:avLst>
              <a:gd name="adj" fmla="val 498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86" name="Arrow: Chevron 85">
            <a:extLst>
              <a:ext uri="{FF2B5EF4-FFF2-40B4-BE49-F238E27FC236}">
                <a16:creationId xmlns:a16="http://schemas.microsoft.com/office/drawing/2014/main" id="{7B0C76F5-8E5B-4117-B54A-94C22BDD13A4}"/>
              </a:ext>
            </a:extLst>
          </p:cNvPr>
          <p:cNvSpPr/>
          <p:nvPr/>
        </p:nvSpPr>
        <p:spPr>
          <a:xfrm>
            <a:off x="15341909" y="648062"/>
            <a:ext cx="2893786" cy="5523781"/>
          </a:xfrm>
          <a:prstGeom prst="chevron">
            <a:avLst>
              <a:gd name="adj" fmla="val 4983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A778CD-EEF8-4D83-85F0-DDCA2D9907A7}"/>
              </a:ext>
            </a:extLst>
          </p:cNvPr>
          <p:cNvSpPr txBox="1"/>
          <p:nvPr/>
        </p:nvSpPr>
        <p:spPr>
          <a:xfrm>
            <a:off x="6855792" y="2782754"/>
            <a:ext cx="3101152" cy="507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228554">
              <a:defRPr/>
            </a:pPr>
            <a:r>
              <a:rPr lang="en-US" sz="2699" b="1" dirty="0">
                <a:solidFill>
                  <a:srgbClr val="377DFF"/>
                </a:solidFill>
                <a:latin typeface="Century Gothic"/>
              </a:rPr>
              <a:t>Feasibility   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A31F0213-7220-4E4C-A5CB-F61BADF03C5F}"/>
              </a:ext>
            </a:extLst>
          </p:cNvPr>
          <p:cNvSpPr/>
          <p:nvPr/>
        </p:nvSpPr>
        <p:spPr>
          <a:xfrm>
            <a:off x="6898931" y="3269016"/>
            <a:ext cx="1259183" cy="34767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 b="1" dirty="0">
              <a:solidFill>
                <a:srgbClr val="FFFFFF"/>
              </a:solidFill>
              <a:latin typeface="Calibri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99E773B-BAB9-8852-5FA8-F1EF74D4AF7C}"/>
              </a:ext>
            </a:extLst>
          </p:cNvPr>
          <p:cNvGrpSpPr/>
          <p:nvPr/>
        </p:nvGrpSpPr>
        <p:grpSpPr>
          <a:xfrm>
            <a:off x="2019037" y="1185891"/>
            <a:ext cx="2716416" cy="876616"/>
            <a:chOff x="4320061" y="7465793"/>
            <a:chExt cx="5433540" cy="175346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EAB72DE-646F-3ADD-6A2E-09A7EFDF8474}"/>
                </a:ext>
              </a:extLst>
            </p:cNvPr>
            <p:cNvSpPr/>
            <p:nvPr/>
          </p:nvSpPr>
          <p:spPr>
            <a:xfrm>
              <a:off x="4320061" y="7465793"/>
              <a:ext cx="5433540" cy="1542893"/>
            </a:xfrm>
            <a:prstGeom prst="roundRect">
              <a:avLst>
                <a:gd name="adj" fmla="val 14123"/>
              </a:avLst>
            </a:prstGeom>
            <a:solidFill>
              <a:schemeClr val="bg1"/>
            </a:solidFill>
            <a:ln w="53975">
              <a:noFill/>
            </a:ln>
            <a:effectLst>
              <a:outerShdw blurRad="355600" dist="495300" dir="2220000" sx="91000" sy="91000" algn="tl" rotWithShape="0">
                <a:schemeClr val="accent1">
                  <a:lumMod val="75000"/>
                  <a:alpha val="40000"/>
                </a:schemeClr>
              </a:outerShdw>
            </a:effec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8CBE72B-816E-6D57-D49B-D667AE3F9439}"/>
                </a:ext>
              </a:extLst>
            </p:cNvPr>
            <p:cNvSpPr/>
            <p:nvPr/>
          </p:nvSpPr>
          <p:spPr>
            <a:xfrm>
              <a:off x="4531399" y="7657642"/>
              <a:ext cx="1157332" cy="1159198"/>
            </a:xfrm>
            <a:prstGeom prst="roundRect">
              <a:avLst>
                <a:gd name="adj" fmla="val 141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>
                <a:defRPr/>
              </a:pPr>
              <a:endParaRPr lang="en-US" sz="3999">
                <a:solidFill>
                  <a:srgbClr val="FFFFFF"/>
                </a:solidFill>
                <a:latin typeface="db-documents-and-folder-02" panose="02000509000000000000" pitchFamily="49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FE4BD10-256C-7566-F519-830A93C885A7}"/>
                </a:ext>
              </a:extLst>
            </p:cNvPr>
            <p:cNvSpPr txBox="1"/>
            <p:nvPr/>
          </p:nvSpPr>
          <p:spPr>
            <a:xfrm>
              <a:off x="5840721" y="7495481"/>
              <a:ext cx="3827353" cy="172377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228554">
                <a:defRPr/>
              </a:pPr>
              <a:r>
                <a:rPr lang="en-US" b="1" dirty="0"/>
                <a:t>Standard CNN skip architecture</a:t>
              </a:r>
              <a:endParaRPr lang="en-US" dirty="0"/>
            </a:p>
            <a:p>
              <a:pPr defTabSz="228554">
                <a:defRPr/>
              </a:pPr>
              <a:endParaRPr lang="en-US" sz="1400" b="1" dirty="0">
                <a:solidFill>
                  <a:srgbClr val="FFFFFF"/>
                </a:solidFill>
                <a:latin typeface="Century Gothic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507691B-73AC-F788-8B9C-E82D1CDD218E}"/>
                </a:ext>
              </a:extLst>
            </p:cNvPr>
            <p:cNvSpPr txBox="1"/>
            <p:nvPr/>
          </p:nvSpPr>
          <p:spPr>
            <a:xfrm>
              <a:off x="6026945" y="8160447"/>
              <a:ext cx="3371055" cy="4617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228554">
                <a:defRPr/>
              </a:pPr>
              <a:endParaRPr lang="en-US" sz="900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CF583D7-A4C7-F2B7-770E-3C8E444403B4}"/>
                </a:ext>
              </a:extLst>
            </p:cNvPr>
            <p:cNvSpPr/>
            <p:nvPr/>
          </p:nvSpPr>
          <p:spPr>
            <a:xfrm>
              <a:off x="4917783" y="7554583"/>
              <a:ext cx="369510" cy="120022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 defTabSz="228554">
                <a:defRPr/>
              </a:pPr>
              <a:endParaRPr lang="en-US" sz="3299" dirty="0">
                <a:solidFill>
                  <a:srgbClr val="FFFFFF"/>
                </a:solidFill>
                <a:latin typeface="Designball-Documents-02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61411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9" presetClass="entr" presetSubtype="0" decel="10000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9" presetClass="entr" presetSubtype="0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9" presetClass="entr" presetSubtype="0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9" presetClass="entr" presetSubtype="0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9" presetClass="entr" presetSubtype="0" decel="100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9" presetClass="entr" presetSubtype="0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9" presetClass="entr" presetSubtype="0" decel="10000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9" presetClass="entr" presetSubtype="0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9" presetClass="entr" presetSubtype="0" decel="10000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8" presetClass="emph" presetSubtype="0" repeatCount="indefinite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Rot by="21600000">
                                      <p:cBhvr>
                                        <p:cTn id="92" dur="13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3" presetID="8" presetClass="emph" presetSubtype="0" repeatCount="indefinite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Rot by="-21600000">
                                      <p:cBhvr>
                                        <p:cTn id="94" dur="13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5" presetID="8" presetClass="emph" presetSubtype="0" repeatCount="indefinite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Rot by="21600000">
                                      <p:cBhvr>
                                        <p:cTn id="96" dur="13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7" presetID="8" presetClass="emph" presetSubtype="0" repeatCount="indefinite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Rot by="-21600000">
                                      <p:cBhvr>
                                        <p:cTn id="98" dur="13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9" presetID="8" presetClass="emph" presetSubtype="0" repeatCount="indefinite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Rot by="21600000">
                                      <p:cBhvr>
                                        <p:cTn id="100" dur="13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" presetID="8" presetClass="emph" presetSubtype="0" repeatCount="indefinite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Rot by="-21600000">
                                      <p:cBhvr>
                                        <p:cTn id="102" dur="13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3" presetID="8" presetClass="emph" presetSubtype="0" repeatCount="indefinite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Rot by="21600000">
                                      <p:cBhvr>
                                        <p:cTn id="104" dur="13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5" presetID="8" presetClass="emph" presetSubtype="0" repeatCount="indefinite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Rot by="-21600000">
                                      <p:cBhvr>
                                        <p:cTn id="106" dur="13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7" presetID="8" presetClass="emph" presetSubtype="0" repeatCount="indefinite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Rot by="21600000">
                                      <p:cBhvr>
                                        <p:cTn id="108" dur="13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1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1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1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1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8" decel="10000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4" grpId="0" animBg="1"/>
      <p:bldP spid="84" grpId="1" animBg="1"/>
      <p:bldP spid="87" grpId="0" animBg="1"/>
      <p:bldP spid="48" grpId="0" animBg="1"/>
      <p:bldP spid="47" grpId="0" animBg="1"/>
      <p:bldP spid="86" grpId="0" animBg="1"/>
      <p:bldP spid="50" grpId="0"/>
      <p:bldP spid="5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94">
            <a:extLst>
              <a:ext uri="{FF2B5EF4-FFF2-40B4-BE49-F238E27FC236}">
                <a16:creationId xmlns:a16="http://schemas.microsoft.com/office/drawing/2014/main" id="{82E79563-58D9-4229-92FA-CC010BA8435B}"/>
              </a:ext>
            </a:extLst>
          </p:cNvPr>
          <p:cNvSpPr/>
          <p:nvPr/>
        </p:nvSpPr>
        <p:spPr>
          <a:xfrm>
            <a:off x="781742" y="648062"/>
            <a:ext cx="10628516" cy="55237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A057F9-AEF4-4D2E-9365-D37C170EBF4B}"/>
              </a:ext>
            </a:extLst>
          </p:cNvPr>
          <p:cNvSpPr txBox="1"/>
          <p:nvPr/>
        </p:nvSpPr>
        <p:spPr>
          <a:xfrm>
            <a:off x="862286" y="1208619"/>
            <a:ext cx="370133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This project restores grayscale face images to color using one model: a convolutional encoder–decoder with skip connections at 128×128. Skip links keep spatial detail that a plain bottleneck would lose. Training uses paired gray/color data and an L1 + SSIM loss; OpenCV post-processing improves how results look in demos.</a:t>
            </a:r>
          </a:p>
          <a:p>
            <a:pPr algn="just"/>
            <a:r>
              <a:rPr lang="en-US" b="1" dirty="0">
                <a:solidFill>
                  <a:schemeClr val="bg1"/>
                </a:solidFill>
              </a:rPr>
              <a:t>The setup runs on CPU, supports subset training and damage augmentation for noisy scans, and uses </a:t>
            </a:r>
            <a:r>
              <a:rPr lang="en-US" b="1" dirty="0" err="1">
                <a:solidFill>
                  <a:schemeClr val="bg1"/>
                </a:solidFill>
              </a:rPr>
              <a:t>Streamlit</a:t>
            </a:r>
            <a:r>
              <a:rPr lang="en-US" b="1" dirty="0">
                <a:solidFill>
                  <a:schemeClr val="bg1"/>
                </a:solidFill>
              </a:rPr>
              <a:t> plus scripts for evaluation (PSNR/SSIM) and checkpointing.</a:t>
            </a:r>
          </a:p>
          <a:p>
            <a:pPr algn="just" defTabSz="228554">
              <a:defRPr/>
            </a:pPr>
            <a:endParaRPr lang="en-US" b="1" dirty="0">
              <a:solidFill>
                <a:srgbClr val="172144">
                  <a:lumMod val="95000"/>
                </a:srgbClr>
              </a:solidFill>
              <a:latin typeface="Century Gothic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4AB90CA-6A1E-4097-A25D-38FACEA11D69}"/>
              </a:ext>
            </a:extLst>
          </p:cNvPr>
          <p:cNvSpPr txBox="1"/>
          <p:nvPr/>
        </p:nvSpPr>
        <p:spPr>
          <a:xfrm>
            <a:off x="1576348" y="5013204"/>
            <a:ext cx="35333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554">
              <a:defRPr/>
            </a:pPr>
            <a:endParaRPr lang="en-US" sz="900" dirty="0">
              <a:solidFill>
                <a:srgbClr val="172144">
                  <a:lumMod val="95000"/>
                </a:srgbClr>
              </a:solidFill>
              <a:latin typeface="Calibri"/>
            </a:endParaRPr>
          </a:p>
        </p:txBody>
      </p: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EEDF4346-DBEC-403F-B34E-E56B24A4F0B6}"/>
              </a:ext>
            </a:extLst>
          </p:cNvPr>
          <p:cNvSpPr/>
          <p:nvPr/>
        </p:nvSpPr>
        <p:spPr>
          <a:xfrm flipH="1">
            <a:off x="4584974" y="648062"/>
            <a:ext cx="9950302" cy="5523781"/>
          </a:xfrm>
          <a:prstGeom prst="chevron">
            <a:avLst>
              <a:gd name="adj" fmla="val 20498"/>
            </a:avLst>
          </a:prstGeom>
          <a:solidFill>
            <a:schemeClr val="accent1"/>
          </a:solidFill>
          <a:ln>
            <a:noFill/>
          </a:ln>
          <a:effectLst>
            <a:outerShdw blurRad="927100" dist="2260600" dir="10800000" sx="89000" sy="89000" algn="r" rotWithShape="0">
              <a:srgbClr val="000000">
                <a:alpha val="7098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143" name="Arrow: Chevron 142">
            <a:extLst>
              <a:ext uri="{FF2B5EF4-FFF2-40B4-BE49-F238E27FC236}">
                <a16:creationId xmlns:a16="http://schemas.microsoft.com/office/drawing/2014/main" id="{A8D11136-6B88-40A4-BA4C-5430E2E513AD}"/>
              </a:ext>
            </a:extLst>
          </p:cNvPr>
          <p:cNvSpPr/>
          <p:nvPr/>
        </p:nvSpPr>
        <p:spPr>
          <a:xfrm flipH="1">
            <a:off x="5624744" y="648062"/>
            <a:ext cx="9950302" cy="5523781"/>
          </a:xfrm>
          <a:prstGeom prst="chevron">
            <a:avLst>
              <a:gd name="adj" fmla="val 2049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108" name="Arrow: Chevron 107">
            <a:extLst>
              <a:ext uri="{FF2B5EF4-FFF2-40B4-BE49-F238E27FC236}">
                <a16:creationId xmlns:a16="http://schemas.microsoft.com/office/drawing/2014/main" id="{E7E67F23-0465-496D-8DA3-55BF11DA8F2F}"/>
              </a:ext>
            </a:extLst>
          </p:cNvPr>
          <p:cNvSpPr/>
          <p:nvPr/>
        </p:nvSpPr>
        <p:spPr>
          <a:xfrm>
            <a:off x="-18111346" y="648062"/>
            <a:ext cx="2657129" cy="5523781"/>
          </a:xfrm>
          <a:prstGeom prst="chevron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140" name="Arrow: Chevron 139">
            <a:extLst>
              <a:ext uri="{FF2B5EF4-FFF2-40B4-BE49-F238E27FC236}">
                <a16:creationId xmlns:a16="http://schemas.microsoft.com/office/drawing/2014/main" id="{06864D66-9551-4D44-A38E-0CB1412F9704}"/>
              </a:ext>
            </a:extLst>
          </p:cNvPr>
          <p:cNvSpPr/>
          <p:nvPr/>
        </p:nvSpPr>
        <p:spPr>
          <a:xfrm flipH="1">
            <a:off x="-2786777" y="648062"/>
            <a:ext cx="1326773" cy="5523781"/>
          </a:xfrm>
          <a:prstGeom prst="chevron">
            <a:avLst>
              <a:gd name="adj" fmla="val 4604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135" name="Arrow: Chevron 134">
            <a:extLst>
              <a:ext uri="{FF2B5EF4-FFF2-40B4-BE49-F238E27FC236}">
                <a16:creationId xmlns:a16="http://schemas.microsoft.com/office/drawing/2014/main" id="{A576ADEC-F716-4127-9E00-A55005A81303}"/>
              </a:ext>
            </a:extLst>
          </p:cNvPr>
          <p:cNvSpPr/>
          <p:nvPr/>
        </p:nvSpPr>
        <p:spPr>
          <a:xfrm>
            <a:off x="-7185251" y="648062"/>
            <a:ext cx="2657129" cy="5523781"/>
          </a:xfrm>
          <a:prstGeom prst="chevron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>
            <a:outerShdw blurRad="444500" dist="546100" dir="10800000" sx="97000" sy="97000" algn="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141" name="Arrow: Chevron 140">
            <a:extLst>
              <a:ext uri="{FF2B5EF4-FFF2-40B4-BE49-F238E27FC236}">
                <a16:creationId xmlns:a16="http://schemas.microsoft.com/office/drawing/2014/main" id="{5D2705D0-3E2B-4D5D-B730-82726F4D9B86}"/>
              </a:ext>
            </a:extLst>
          </p:cNvPr>
          <p:cNvSpPr/>
          <p:nvPr/>
        </p:nvSpPr>
        <p:spPr>
          <a:xfrm flipH="1">
            <a:off x="-2786777" y="648062"/>
            <a:ext cx="1326773" cy="5523781"/>
          </a:xfrm>
          <a:prstGeom prst="chevron">
            <a:avLst>
              <a:gd name="adj" fmla="val 4604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138" name="Arrow: Chevron 137">
            <a:extLst>
              <a:ext uri="{FF2B5EF4-FFF2-40B4-BE49-F238E27FC236}">
                <a16:creationId xmlns:a16="http://schemas.microsoft.com/office/drawing/2014/main" id="{F16C2260-72B6-4640-AB17-0A9BB0E97407}"/>
              </a:ext>
            </a:extLst>
          </p:cNvPr>
          <p:cNvSpPr/>
          <p:nvPr/>
        </p:nvSpPr>
        <p:spPr>
          <a:xfrm>
            <a:off x="-10322421" y="648062"/>
            <a:ext cx="2657129" cy="5523781"/>
          </a:xfrm>
          <a:prstGeom prst="chevron">
            <a:avLst>
              <a:gd name="adj" fmla="val 0"/>
            </a:avLst>
          </a:prstGeom>
          <a:solidFill>
            <a:schemeClr val="accent3"/>
          </a:solidFill>
          <a:ln>
            <a:noFill/>
          </a:ln>
          <a:effectLst>
            <a:outerShdw blurRad="444500" dist="546100" dir="10800000" sx="97000" sy="97000" algn="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142" name="Arrow: Chevron 141">
            <a:extLst>
              <a:ext uri="{FF2B5EF4-FFF2-40B4-BE49-F238E27FC236}">
                <a16:creationId xmlns:a16="http://schemas.microsoft.com/office/drawing/2014/main" id="{25948944-6DBF-4B56-8E19-EAA408167D7E}"/>
              </a:ext>
            </a:extLst>
          </p:cNvPr>
          <p:cNvSpPr/>
          <p:nvPr/>
        </p:nvSpPr>
        <p:spPr>
          <a:xfrm flipH="1">
            <a:off x="-2786777" y="648062"/>
            <a:ext cx="1326773" cy="5523781"/>
          </a:xfrm>
          <a:prstGeom prst="chevron">
            <a:avLst>
              <a:gd name="adj" fmla="val 4604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139" name="Arrow: Chevron 138">
            <a:extLst>
              <a:ext uri="{FF2B5EF4-FFF2-40B4-BE49-F238E27FC236}">
                <a16:creationId xmlns:a16="http://schemas.microsoft.com/office/drawing/2014/main" id="{50EBDF47-5FAD-4E3B-A9B6-455A57A4D823}"/>
              </a:ext>
            </a:extLst>
          </p:cNvPr>
          <p:cNvSpPr/>
          <p:nvPr/>
        </p:nvSpPr>
        <p:spPr>
          <a:xfrm>
            <a:off x="-15454217" y="648062"/>
            <a:ext cx="2657129" cy="5523781"/>
          </a:xfrm>
          <a:prstGeom prst="chevron">
            <a:avLst>
              <a:gd name="adj" fmla="val 0"/>
            </a:avLst>
          </a:prstGeom>
          <a:solidFill>
            <a:schemeClr val="accent4"/>
          </a:solidFill>
          <a:ln>
            <a:noFill/>
          </a:ln>
          <a:effectLst>
            <a:outerShdw blurRad="444500" dist="546100" dir="10800000" sx="97000" sy="97000" algn="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5F473B1-F65C-43A2-94A7-195AD7A349BE}"/>
              </a:ext>
            </a:extLst>
          </p:cNvPr>
          <p:cNvSpPr/>
          <p:nvPr/>
        </p:nvSpPr>
        <p:spPr>
          <a:xfrm>
            <a:off x="4509583" y="7165801"/>
            <a:ext cx="225734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228554">
              <a:defRPr/>
            </a:pPr>
            <a:r>
              <a:rPr lang="en-US" sz="900">
                <a:solidFill>
                  <a:srgbClr val="172144"/>
                </a:solidFill>
                <a:latin typeface="Calibri"/>
              </a:rPr>
              <a:t>https://unsplash.com/photos/eFQgJT6KlmU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FDACE1-D6D4-446E-9648-F2C7FDC59FDA}"/>
              </a:ext>
            </a:extLst>
          </p:cNvPr>
          <p:cNvSpPr txBox="1"/>
          <p:nvPr/>
        </p:nvSpPr>
        <p:spPr>
          <a:xfrm>
            <a:off x="-60412" y="6981159"/>
            <a:ext cx="4571439" cy="600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28554">
              <a:defRPr/>
            </a:pPr>
            <a:r>
              <a:rPr lang="en-US" sz="3299" b="1">
                <a:solidFill>
                  <a:srgbClr val="377DFF"/>
                </a:solidFill>
                <a:latin typeface="Century Gothic"/>
              </a:rPr>
              <a:t>Picture link is here -&gt;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0FBC00-74E1-46D4-A552-3B6401AE4B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36247248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roup 270">
            <a:extLst>
              <a:ext uri="{FF2B5EF4-FFF2-40B4-BE49-F238E27FC236}">
                <a16:creationId xmlns:a16="http://schemas.microsoft.com/office/drawing/2014/main" id="{1F6191A6-ED10-4C61-860C-E8CA1F0769A0}"/>
              </a:ext>
            </a:extLst>
          </p:cNvPr>
          <p:cNvGrpSpPr/>
          <p:nvPr/>
        </p:nvGrpSpPr>
        <p:grpSpPr>
          <a:xfrm>
            <a:off x="8542931" y="3149609"/>
            <a:ext cx="4194476" cy="148411"/>
            <a:chOff x="17088087" y="6299145"/>
            <a:chExt cx="8390044" cy="296860"/>
          </a:xfrm>
        </p:grpSpPr>
        <p:pic>
          <p:nvPicPr>
            <p:cNvPr id="261" name="Graphic 260">
              <a:extLst>
                <a:ext uri="{FF2B5EF4-FFF2-40B4-BE49-F238E27FC236}">
                  <a16:creationId xmlns:a16="http://schemas.microsoft.com/office/drawing/2014/main" id="{AE1341FD-A382-434E-AE0F-E1E7D143AF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088087" y="6299145"/>
              <a:ext cx="2849856" cy="296860"/>
            </a:xfrm>
            <a:prstGeom prst="rect">
              <a:avLst/>
            </a:prstGeom>
          </p:spPr>
        </p:pic>
        <p:pic>
          <p:nvPicPr>
            <p:cNvPr id="263" name="Graphic 262">
              <a:extLst>
                <a:ext uri="{FF2B5EF4-FFF2-40B4-BE49-F238E27FC236}">
                  <a16:creationId xmlns:a16="http://schemas.microsoft.com/office/drawing/2014/main" id="{C1DA5A61-DD09-4F10-9132-04876690C2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901539" y="6299145"/>
              <a:ext cx="2849856" cy="296860"/>
            </a:xfrm>
            <a:prstGeom prst="rect">
              <a:avLst/>
            </a:prstGeom>
          </p:spPr>
        </p:pic>
        <p:pic>
          <p:nvPicPr>
            <p:cNvPr id="267" name="Graphic 266">
              <a:extLst>
                <a:ext uri="{FF2B5EF4-FFF2-40B4-BE49-F238E27FC236}">
                  <a16:creationId xmlns:a16="http://schemas.microsoft.com/office/drawing/2014/main" id="{12B48DE7-14EF-4014-A824-512E32EDE9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628275" y="6299145"/>
              <a:ext cx="2849856" cy="296860"/>
            </a:xfrm>
            <a:prstGeom prst="rect">
              <a:avLst/>
            </a:prstGeom>
          </p:spPr>
        </p:pic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7B7CE371-37F4-4DB0-A777-E71D42E72933}"/>
              </a:ext>
            </a:extLst>
          </p:cNvPr>
          <p:cNvGrpSpPr/>
          <p:nvPr/>
        </p:nvGrpSpPr>
        <p:grpSpPr>
          <a:xfrm>
            <a:off x="8542931" y="2996252"/>
            <a:ext cx="4199423" cy="455126"/>
            <a:chOff x="17088087" y="5992390"/>
            <a:chExt cx="8399940" cy="910371"/>
          </a:xfrm>
        </p:grpSpPr>
        <p:pic>
          <p:nvPicPr>
            <p:cNvPr id="260" name="Graphic 259">
              <a:extLst>
                <a:ext uri="{FF2B5EF4-FFF2-40B4-BE49-F238E27FC236}">
                  <a16:creationId xmlns:a16="http://schemas.microsoft.com/office/drawing/2014/main" id="{B69D4349-8BD3-42C3-8C4B-D21A7D2543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088087" y="5992390"/>
              <a:ext cx="2859752" cy="910371"/>
            </a:xfrm>
            <a:prstGeom prst="rect">
              <a:avLst/>
            </a:prstGeom>
          </p:spPr>
        </p:pic>
        <p:pic>
          <p:nvPicPr>
            <p:cNvPr id="262" name="Graphic 261">
              <a:extLst>
                <a:ext uri="{FF2B5EF4-FFF2-40B4-BE49-F238E27FC236}">
                  <a16:creationId xmlns:a16="http://schemas.microsoft.com/office/drawing/2014/main" id="{A7997118-91BE-4FE6-9E84-0756A1D1D7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901539" y="5992390"/>
              <a:ext cx="2859752" cy="910371"/>
            </a:xfrm>
            <a:prstGeom prst="rect">
              <a:avLst/>
            </a:prstGeom>
          </p:spPr>
        </p:pic>
        <p:pic>
          <p:nvPicPr>
            <p:cNvPr id="266" name="Graphic 265">
              <a:extLst>
                <a:ext uri="{FF2B5EF4-FFF2-40B4-BE49-F238E27FC236}">
                  <a16:creationId xmlns:a16="http://schemas.microsoft.com/office/drawing/2014/main" id="{F32A4C3C-464B-4612-BA12-EC576FF0EC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628275" y="5992390"/>
              <a:ext cx="2859752" cy="910371"/>
            </a:xfrm>
            <a:prstGeom prst="rect">
              <a:avLst/>
            </a:prstGeom>
          </p:spPr>
        </p:pic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18FACF9B-F885-4AB0-B315-36A2894EF673}"/>
              </a:ext>
            </a:extLst>
          </p:cNvPr>
          <p:cNvGrpSpPr/>
          <p:nvPr/>
        </p:nvGrpSpPr>
        <p:grpSpPr>
          <a:xfrm>
            <a:off x="-14016842" y="-3231203"/>
            <a:ext cx="20218741" cy="20177513"/>
            <a:chOff x="10038098" y="4270601"/>
            <a:chExt cx="4310979" cy="4302189"/>
          </a:xfrm>
        </p:grpSpPr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E2CE9CCE-1339-47CE-AC39-0ED6247315C2}"/>
                </a:ext>
              </a:extLst>
            </p:cNvPr>
            <p:cNvGrpSpPr/>
            <p:nvPr/>
          </p:nvGrpSpPr>
          <p:grpSpPr>
            <a:xfrm>
              <a:off x="10038098" y="4270601"/>
              <a:ext cx="4310979" cy="2176974"/>
              <a:chOff x="6642992" y="4270601"/>
              <a:chExt cx="4310979" cy="2176974"/>
            </a:xfrm>
          </p:grpSpPr>
          <p:pic>
            <p:nvPicPr>
              <p:cNvPr id="237" name="Graphic 236">
                <a:extLst>
                  <a:ext uri="{FF2B5EF4-FFF2-40B4-BE49-F238E27FC236}">
                    <a16:creationId xmlns:a16="http://schemas.microsoft.com/office/drawing/2014/main" id="{53F592F7-B141-4177-A88E-07B0BE1822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8776997" y="4270601"/>
                <a:ext cx="2176974" cy="2176974"/>
              </a:xfrm>
              <a:prstGeom prst="rect">
                <a:avLst/>
              </a:prstGeom>
            </p:spPr>
          </p:pic>
          <p:pic>
            <p:nvPicPr>
              <p:cNvPr id="238" name="Graphic 237">
                <a:extLst>
                  <a:ext uri="{FF2B5EF4-FFF2-40B4-BE49-F238E27FC236}">
                    <a16:creationId xmlns:a16="http://schemas.microsoft.com/office/drawing/2014/main" id="{7DCFED3F-7716-41A5-95DD-20FD760256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V="1">
                <a:off x="6642992" y="4270601"/>
                <a:ext cx="2176974" cy="2176974"/>
              </a:xfrm>
              <a:prstGeom prst="rect">
                <a:avLst/>
              </a:prstGeom>
            </p:spPr>
          </p:pic>
        </p:grpSp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9A63F476-4D7D-4DC1-BD0D-E3833F85248C}"/>
                </a:ext>
              </a:extLst>
            </p:cNvPr>
            <p:cNvGrpSpPr/>
            <p:nvPr/>
          </p:nvGrpSpPr>
          <p:grpSpPr>
            <a:xfrm flipV="1">
              <a:off x="10038098" y="6395816"/>
              <a:ext cx="4310979" cy="2176974"/>
              <a:chOff x="6642992" y="4270601"/>
              <a:chExt cx="4310979" cy="2176974"/>
            </a:xfrm>
          </p:grpSpPr>
          <p:pic>
            <p:nvPicPr>
              <p:cNvPr id="235" name="Graphic 234">
                <a:extLst>
                  <a:ext uri="{FF2B5EF4-FFF2-40B4-BE49-F238E27FC236}">
                    <a16:creationId xmlns:a16="http://schemas.microsoft.com/office/drawing/2014/main" id="{7B046E02-599C-4E6E-B865-17221257DA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8776997" y="4270601"/>
                <a:ext cx="2176974" cy="2176974"/>
              </a:xfrm>
              <a:prstGeom prst="rect">
                <a:avLst/>
              </a:prstGeom>
            </p:spPr>
          </p:pic>
          <p:pic>
            <p:nvPicPr>
              <p:cNvPr id="236" name="Graphic 235">
                <a:extLst>
                  <a:ext uri="{FF2B5EF4-FFF2-40B4-BE49-F238E27FC236}">
                    <a16:creationId xmlns:a16="http://schemas.microsoft.com/office/drawing/2014/main" id="{69339371-9627-4DAC-8029-773EF98EB6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flipV="1">
                <a:off x="6642992" y="4270601"/>
                <a:ext cx="2176974" cy="2176974"/>
              </a:xfrm>
              <a:prstGeom prst="rect">
                <a:avLst/>
              </a:prstGeom>
            </p:spPr>
          </p:pic>
        </p:grpSp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859C30C4-63B8-40ED-9328-EF2C6FED011F}"/>
              </a:ext>
            </a:extLst>
          </p:cNvPr>
          <p:cNvGrpSpPr/>
          <p:nvPr/>
        </p:nvGrpSpPr>
        <p:grpSpPr>
          <a:xfrm>
            <a:off x="5018396" y="2168087"/>
            <a:ext cx="2155209" cy="2150814"/>
            <a:chOff x="10038098" y="4270601"/>
            <a:chExt cx="4310979" cy="4302189"/>
          </a:xfrm>
        </p:grpSpPr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DA838C2E-2B32-4E9E-92AA-8488DB4DBD72}"/>
                </a:ext>
              </a:extLst>
            </p:cNvPr>
            <p:cNvGrpSpPr/>
            <p:nvPr/>
          </p:nvGrpSpPr>
          <p:grpSpPr>
            <a:xfrm>
              <a:off x="10038098" y="4270601"/>
              <a:ext cx="4310979" cy="2176974"/>
              <a:chOff x="6642992" y="4270601"/>
              <a:chExt cx="4310979" cy="2176974"/>
            </a:xfrm>
          </p:grpSpPr>
          <p:pic>
            <p:nvPicPr>
              <p:cNvPr id="224" name="Graphic 223">
                <a:extLst>
                  <a:ext uri="{FF2B5EF4-FFF2-40B4-BE49-F238E27FC236}">
                    <a16:creationId xmlns:a16="http://schemas.microsoft.com/office/drawing/2014/main" id="{317E0827-2764-487F-85F3-E3A864D6D8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8776997" y="4270601"/>
                <a:ext cx="2176974" cy="2176974"/>
              </a:xfrm>
              <a:prstGeom prst="rect">
                <a:avLst/>
              </a:prstGeom>
            </p:spPr>
          </p:pic>
          <p:pic>
            <p:nvPicPr>
              <p:cNvPr id="225" name="Graphic 224">
                <a:extLst>
                  <a:ext uri="{FF2B5EF4-FFF2-40B4-BE49-F238E27FC236}">
                    <a16:creationId xmlns:a16="http://schemas.microsoft.com/office/drawing/2014/main" id="{5AA5D8AC-3C3E-464B-B733-C4562784FD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flipV="1">
                <a:off x="6642992" y="4270601"/>
                <a:ext cx="2176974" cy="2176974"/>
              </a:xfrm>
              <a:prstGeom prst="rect">
                <a:avLst/>
              </a:prstGeom>
            </p:spPr>
          </p:pic>
        </p:grpSp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C2F4EE5E-129F-4318-A7DF-447449766077}"/>
                </a:ext>
              </a:extLst>
            </p:cNvPr>
            <p:cNvGrpSpPr/>
            <p:nvPr/>
          </p:nvGrpSpPr>
          <p:grpSpPr>
            <a:xfrm flipV="1">
              <a:off x="10038098" y="6395816"/>
              <a:ext cx="4310979" cy="2176974"/>
              <a:chOff x="6642992" y="4270601"/>
              <a:chExt cx="4310979" cy="2176974"/>
            </a:xfrm>
          </p:grpSpPr>
          <p:pic>
            <p:nvPicPr>
              <p:cNvPr id="228" name="Graphic 227">
                <a:extLst>
                  <a:ext uri="{FF2B5EF4-FFF2-40B4-BE49-F238E27FC236}">
                    <a16:creationId xmlns:a16="http://schemas.microsoft.com/office/drawing/2014/main" id="{C3EB4116-7C5A-43C0-987E-3297200EB4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8776997" y="4270601"/>
                <a:ext cx="2176974" cy="2176974"/>
              </a:xfrm>
              <a:prstGeom prst="rect">
                <a:avLst/>
              </a:prstGeom>
            </p:spPr>
          </p:pic>
          <p:pic>
            <p:nvPicPr>
              <p:cNvPr id="229" name="Graphic 228">
                <a:extLst>
                  <a:ext uri="{FF2B5EF4-FFF2-40B4-BE49-F238E27FC236}">
                    <a16:creationId xmlns:a16="http://schemas.microsoft.com/office/drawing/2014/main" id="{7EA37BF1-8C51-4204-9E2B-46E6C025F2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flipV="1">
                <a:off x="6642992" y="4270601"/>
                <a:ext cx="2176974" cy="2176974"/>
              </a:xfrm>
              <a:prstGeom prst="rect">
                <a:avLst/>
              </a:prstGeom>
            </p:spPr>
          </p:pic>
        </p:grpSp>
      </p:grpSp>
      <p:sp>
        <p:nvSpPr>
          <p:cNvPr id="253" name="TextBox 252">
            <a:extLst>
              <a:ext uri="{FF2B5EF4-FFF2-40B4-BE49-F238E27FC236}">
                <a16:creationId xmlns:a16="http://schemas.microsoft.com/office/drawing/2014/main" id="{B563CFE1-A85F-4E5B-A456-C83245926ABB}"/>
              </a:ext>
            </a:extLst>
          </p:cNvPr>
          <p:cNvSpPr txBox="1"/>
          <p:nvPr/>
        </p:nvSpPr>
        <p:spPr>
          <a:xfrm>
            <a:off x="232285" y="2358316"/>
            <a:ext cx="3101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228554">
              <a:defRPr/>
            </a:pPr>
            <a:r>
              <a:rPr lang="en-US" sz="4000" b="1" dirty="0">
                <a:solidFill>
                  <a:srgbClr val="FFFFFF"/>
                </a:solidFill>
                <a:latin typeface="Century Gothic"/>
              </a:rPr>
              <a:t>THANKS</a:t>
            </a:r>
            <a:r>
              <a:rPr lang="en-US" sz="2699" b="1" dirty="0">
                <a:solidFill>
                  <a:srgbClr val="FFFFFF"/>
                </a:solidFill>
                <a:latin typeface="Century Gothic"/>
              </a:rPr>
              <a:t>   </a:t>
            </a:r>
          </a:p>
        </p:txBody>
      </p:sp>
      <p:sp>
        <p:nvSpPr>
          <p:cNvPr id="254" name="Rectangle: Rounded Corners 253">
            <a:extLst>
              <a:ext uri="{FF2B5EF4-FFF2-40B4-BE49-F238E27FC236}">
                <a16:creationId xmlns:a16="http://schemas.microsoft.com/office/drawing/2014/main" id="{B5AE573A-8E29-4263-87E1-2D6CB1743EED}"/>
              </a:ext>
            </a:extLst>
          </p:cNvPr>
          <p:cNvSpPr/>
          <p:nvPr/>
        </p:nvSpPr>
        <p:spPr>
          <a:xfrm>
            <a:off x="1691505" y="3058297"/>
            <a:ext cx="1259183" cy="34767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12FCC65A-3B7F-4666-B30C-93D9A417BE82}"/>
              </a:ext>
            </a:extLst>
          </p:cNvPr>
          <p:cNvSpPr txBox="1"/>
          <p:nvPr/>
        </p:nvSpPr>
        <p:spPr>
          <a:xfrm>
            <a:off x="7379868" y="2684324"/>
            <a:ext cx="1163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554">
              <a:defRPr/>
            </a:pPr>
            <a:endParaRPr lang="en-US" sz="1600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C34816-2666-15AE-1CC1-34086B511E0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</p:spTree>
    <p:extLst>
      <p:ext uri="{BB962C8B-B14F-4D97-AF65-F5344CB8AC3E}">
        <p14:creationId xmlns:p14="http://schemas.microsoft.com/office/powerpoint/2010/main" val="3510837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5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10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decel="100000" fill="hold" grpId="0" nodeType="withEffect" nodePh="1">
                                  <p:stCondLst>
                                    <p:cond delay="1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" grpId="0"/>
      <p:bldP spid="254" grpId="0" animBg="1"/>
      <p:bldP spid="255" grpId="0"/>
    </p:bldLst>
  </p:timing>
</p:sld>
</file>

<file path=ppt/theme/theme1.xml><?xml version="1.0" encoding="utf-8"?>
<a:theme xmlns:a="http://schemas.openxmlformats.org/drawingml/2006/main" name="2_Office Theme">
  <a:themeElements>
    <a:clrScheme name="Massive X V.2.6 - Blue">
      <a:dk1>
        <a:srgbClr val="172144"/>
      </a:dk1>
      <a:lt1>
        <a:srgbClr val="FFFFFF"/>
      </a:lt1>
      <a:dk2>
        <a:srgbClr val="08C6F9"/>
      </a:dk2>
      <a:lt2>
        <a:srgbClr val="0FBCFA"/>
      </a:lt2>
      <a:accent1>
        <a:srgbClr val="377DFF"/>
      </a:accent1>
      <a:accent2>
        <a:srgbClr val="3087FE"/>
      </a:accent2>
      <a:accent3>
        <a:srgbClr val="2A92FD"/>
      </a:accent3>
      <a:accent4>
        <a:srgbClr val="239CFC"/>
      </a:accent4>
      <a:accent5>
        <a:srgbClr val="1CA7FC"/>
      </a:accent5>
      <a:accent6>
        <a:srgbClr val="15B1FB"/>
      </a:accent6>
      <a:hlink>
        <a:srgbClr val="2F8299"/>
      </a:hlink>
      <a:folHlink>
        <a:srgbClr val="8C8C8C"/>
      </a:folHlink>
    </a:clrScheme>
    <a:fontScheme name="Lymo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Theme">
  <a:themeElements>
    <a:clrScheme name="Massive X V.2.6 - Blue">
      <a:dk1>
        <a:srgbClr val="172144"/>
      </a:dk1>
      <a:lt1>
        <a:srgbClr val="FFFFFF"/>
      </a:lt1>
      <a:dk2>
        <a:srgbClr val="08C6F9"/>
      </a:dk2>
      <a:lt2>
        <a:srgbClr val="0FBCFA"/>
      </a:lt2>
      <a:accent1>
        <a:srgbClr val="377DFF"/>
      </a:accent1>
      <a:accent2>
        <a:srgbClr val="3087FE"/>
      </a:accent2>
      <a:accent3>
        <a:srgbClr val="2A92FD"/>
      </a:accent3>
      <a:accent4>
        <a:srgbClr val="239CFC"/>
      </a:accent4>
      <a:accent5>
        <a:srgbClr val="1CA7FC"/>
      </a:accent5>
      <a:accent6>
        <a:srgbClr val="15B1FB"/>
      </a:accent6>
      <a:hlink>
        <a:srgbClr val="2F8299"/>
      </a:hlink>
      <a:folHlink>
        <a:srgbClr val="8C8C8C"/>
      </a:folHlink>
    </a:clrScheme>
    <a:fontScheme name="Lymo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Office Theme">
  <a:themeElements>
    <a:clrScheme name="Nova">
      <a:dk1>
        <a:srgbClr val="172144"/>
      </a:dk1>
      <a:lt1>
        <a:srgbClr val="FFFFFF"/>
      </a:lt1>
      <a:dk2>
        <a:srgbClr val="08C6F9"/>
      </a:dk2>
      <a:lt2>
        <a:srgbClr val="0FBCFA"/>
      </a:lt2>
      <a:accent1>
        <a:srgbClr val="377DFF"/>
      </a:accent1>
      <a:accent2>
        <a:srgbClr val="3087FE"/>
      </a:accent2>
      <a:accent3>
        <a:srgbClr val="2A92FD"/>
      </a:accent3>
      <a:accent4>
        <a:srgbClr val="239CFC"/>
      </a:accent4>
      <a:accent5>
        <a:srgbClr val="1CA7FC"/>
      </a:accent5>
      <a:accent6>
        <a:srgbClr val="15B1FB"/>
      </a:accent6>
      <a:hlink>
        <a:srgbClr val="2F8299"/>
      </a:hlink>
      <a:folHlink>
        <a:srgbClr val="8C8C8C"/>
      </a:folHlink>
    </a:clrScheme>
    <a:fontScheme name="Lymo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Massive X V.2.6 - Blue">
    <a:dk1>
      <a:srgbClr val="172144"/>
    </a:dk1>
    <a:lt1>
      <a:srgbClr val="FFFFFF"/>
    </a:lt1>
    <a:dk2>
      <a:srgbClr val="08C6F9"/>
    </a:dk2>
    <a:lt2>
      <a:srgbClr val="0FBCFA"/>
    </a:lt2>
    <a:accent1>
      <a:srgbClr val="377DFF"/>
    </a:accent1>
    <a:accent2>
      <a:srgbClr val="3087FE"/>
    </a:accent2>
    <a:accent3>
      <a:srgbClr val="2A92FD"/>
    </a:accent3>
    <a:accent4>
      <a:srgbClr val="239CFC"/>
    </a:accent4>
    <a:accent5>
      <a:srgbClr val="1CA7FC"/>
    </a:accent5>
    <a:accent6>
      <a:srgbClr val="15B1FB"/>
    </a:accent6>
    <a:hlink>
      <a:srgbClr val="2F8299"/>
    </a:hlink>
    <a:folHlink>
      <a:srgbClr val="8C8C8C"/>
    </a:folHlink>
  </a:clrScheme>
</a:themeOverride>
</file>

<file path=ppt/theme/themeOverride2.xml><?xml version="1.0" encoding="utf-8"?>
<a:themeOverride xmlns:a="http://schemas.openxmlformats.org/drawingml/2006/main">
  <a:clrScheme name="Massive X V.2.6 - Blue">
    <a:dk1>
      <a:srgbClr val="172144"/>
    </a:dk1>
    <a:lt1>
      <a:srgbClr val="FFFFFF"/>
    </a:lt1>
    <a:dk2>
      <a:srgbClr val="08C6F9"/>
    </a:dk2>
    <a:lt2>
      <a:srgbClr val="0FBCFA"/>
    </a:lt2>
    <a:accent1>
      <a:srgbClr val="377DFF"/>
    </a:accent1>
    <a:accent2>
      <a:srgbClr val="3087FE"/>
    </a:accent2>
    <a:accent3>
      <a:srgbClr val="2A92FD"/>
    </a:accent3>
    <a:accent4>
      <a:srgbClr val="239CFC"/>
    </a:accent4>
    <a:accent5>
      <a:srgbClr val="1CA7FC"/>
    </a:accent5>
    <a:accent6>
      <a:srgbClr val="15B1FB"/>
    </a:accent6>
    <a:hlink>
      <a:srgbClr val="2F8299"/>
    </a:hlink>
    <a:folHlink>
      <a:srgbClr val="8C8C8C"/>
    </a:folHlink>
  </a:clrScheme>
</a:themeOverride>
</file>

<file path=ppt/theme/themeOverride3.xml><?xml version="1.0" encoding="utf-8"?>
<a:themeOverride xmlns:a="http://schemas.openxmlformats.org/drawingml/2006/main">
  <a:clrScheme name="Massive X V.2.6 - Blue">
    <a:dk1>
      <a:srgbClr val="172144"/>
    </a:dk1>
    <a:lt1>
      <a:srgbClr val="FFFFFF"/>
    </a:lt1>
    <a:dk2>
      <a:srgbClr val="08C6F9"/>
    </a:dk2>
    <a:lt2>
      <a:srgbClr val="0FBCFA"/>
    </a:lt2>
    <a:accent1>
      <a:srgbClr val="377DFF"/>
    </a:accent1>
    <a:accent2>
      <a:srgbClr val="3087FE"/>
    </a:accent2>
    <a:accent3>
      <a:srgbClr val="2A92FD"/>
    </a:accent3>
    <a:accent4>
      <a:srgbClr val="239CFC"/>
    </a:accent4>
    <a:accent5>
      <a:srgbClr val="1CA7FC"/>
    </a:accent5>
    <a:accent6>
      <a:srgbClr val="15B1FB"/>
    </a:accent6>
    <a:hlink>
      <a:srgbClr val="2F8299"/>
    </a:hlink>
    <a:folHlink>
      <a:srgbClr val="8C8C8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206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Century Gothic</vt:lpstr>
      <vt:lpstr>db-documents-and-folder-02</vt:lpstr>
      <vt:lpstr>Designball-Documents-02</vt:lpstr>
      <vt:lpstr>2_Office Theme</vt:lpstr>
      <vt:lpstr>3_Office Theme</vt:lpstr>
      <vt:lpstr>6_Office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hammad khan</dc:creator>
  <cp:lastModifiedBy>hammad khan</cp:lastModifiedBy>
  <cp:revision>17</cp:revision>
  <dcterms:created xsi:type="dcterms:W3CDTF">2025-12-14T16:58:15Z</dcterms:created>
  <dcterms:modified xsi:type="dcterms:W3CDTF">2026-04-10T05:12:50Z</dcterms:modified>
</cp:coreProperties>
</file>